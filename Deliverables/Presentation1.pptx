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70" r:id="rId9"/>
    <p:sldId id="260" r:id="rId10"/>
    <p:sldId id="272" r:id="rId11"/>
    <p:sldId id="261" r:id="rId12"/>
    <p:sldId id="262" r:id="rId13"/>
    <p:sldId id="269" r:id="rId14"/>
    <p:sldId id="26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DFFEA0-CC63-45EF-97E4-5A80CDB68182}" v="22" dt="2026-09-15T18:05:34.4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-696" y="13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Mutrux" userId="4fa98d0c-dc66-4728-b09b-a88e22e95094" providerId="ADAL" clId="{421BD283-33D8-4C6C-821F-71755E863FA2}"/>
    <pc:docChg chg="undo custSel addSld delSld modSld sldOrd">
      <pc:chgData name="Steve Mutrux" userId="4fa98d0c-dc66-4728-b09b-a88e22e95094" providerId="ADAL" clId="{421BD283-33D8-4C6C-821F-71755E863FA2}" dt="2026-09-15T18:03:14.809" v="439" actId="20577"/>
      <pc:docMkLst>
        <pc:docMk/>
      </pc:docMkLst>
      <pc:sldChg chg="addSp modSp mod">
        <pc:chgData name="Steve Mutrux" userId="4fa98d0c-dc66-4728-b09b-a88e22e95094" providerId="ADAL" clId="{421BD283-33D8-4C6C-821F-71755E863FA2}" dt="2026-09-15T17:24:15.655" v="135" actId="403"/>
        <pc:sldMkLst>
          <pc:docMk/>
          <pc:sldMk cId="1072592071" sldId="256"/>
        </pc:sldMkLst>
        <pc:spChg chg="add mod">
          <ac:chgData name="Steve Mutrux" userId="4fa98d0c-dc66-4728-b09b-a88e22e95094" providerId="ADAL" clId="{421BD283-33D8-4C6C-821F-71755E863FA2}" dt="2026-09-15T17:24:02.469" v="111" actId="1076"/>
          <ac:spMkLst>
            <pc:docMk/>
            <pc:sldMk cId="1072592071" sldId="256"/>
            <ac:spMk id="2" creationId="{C4BB3A72-2E59-9C09-7249-7E3E1BB3A04A}"/>
          </ac:spMkLst>
        </pc:spChg>
        <pc:spChg chg="add mod">
          <ac:chgData name="Steve Mutrux" userId="4fa98d0c-dc66-4728-b09b-a88e22e95094" providerId="ADAL" clId="{421BD283-33D8-4C6C-821F-71755E863FA2}" dt="2026-09-15T17:22:28.853" v="69" actId="20577"/>
          <ac:spMkLst>
            <pc:docMk/>
            <pc:sldMk cId="1072592071" sldId="256"/>
            <ac:spMk id="4" creationId="{9545E1D1-BA2D-1F66-1768-113A11E038CF}"/>
          </ac:spMkLst>
        </pc:spChg>
        <pc:spChg chg="add mod">
          <ac:chgData name="Steve Mutrux" userId="4fa98d0c-dc66-4728-b09b-a88e22e95094" providerId="ADAL" clId="{421BD283-33D8-4C6C-821F-71755E863FA2}" dt="2026-09-15T17:24:15.655" v="135" actId="403"/>
          <ac:spMkLst>
            <pc:docMk/>
            <pc:sldMk cId="1072592071" sldId="256"/>
            <ac:spMk id="6" creationId="{B8539E16-0F45-D3AC-D91C-F90D2BA57BA2}"/>
          </ac:spMkLst>
        </pc:spChg>
      </pc:sldChg>
      <pc:sldChg chg="modSp add mod">
        <pc:chgData name="Steve Mutrux" userId="4fa98d0c-dc66-4728-b09b-a88e22e95094" providerId="ADAL" clId="{421BD283-33D8-4C6C-821F-71755E863FA2}" dt="2026-09-15T17:22:42.549" v="76" actId="20577"/>
        <pc:sldMkLst>
          <pc:docMk/>
          <pc:sldMk cId="2816041415" sldId="257"/>
        </pc:sldMkLst>
        <pc:spChg chg="mod">
          <ac:chgData name="Steve Mutrux" userId="4fa98d0c-dc66-4728-b09b-a88e22e95094" providerId="ADAL" clId="{421BD283-33D8-4C6C-821F-71755E863FA2}" dt="2026-09-15T17:22:42.549" v="76" actId="20577"/>
          <ac:spMkLst>
            <pc:docMk/>
            <pc:sldMk cId="2816041415" sldId="257"/>
            <ac:spMk id="2" creationId="{46678232-D860-76CE-77D5-D9F21C5850EF}"/>
          </ac:spMkLst>
        </pc:spChg>
      </pc:sldChg>
      <pc:sldChg chg="addSp delSp modSp add mod">
        <pc:chgData name="Steve Mutrux" userId="4fa98d0c-dc66-4728-b09b-a88e22e95094" providerId="ADAL" clId="{421BD283-33D8-4C6C-821F-71755E863FA2}" dt="2026-09-15T17:36:24.997" v="255" actId="20577"/>
        <pc:sldMkLst>
          <pc:docMk/>
          <pc:sldMk cId="518144185" sldId="258"/>
        </pc:sldMkLst>
        <pc:spChg chg="mod">
          <ac:chgData name="Steve Mutrux" userId="4fa98d0c-dc66-4728-b09b-a88e22e95094" providerId="ADAL" clId="{421BD283-33D8-4C6C-821F-71755E863FA2}" dt="2026-09-15T17:36:24.997" v="255" actId="20577"/>
          <ac:spMkLst>
            <pc:docMk/>
            <pc:sldMk cId="518144185" sldId="258"/>
            <ac:spMk id="2" creationId="{C7943069-6591-7336-398B-719327BAD466}"/>
          </ac:spMkLst>
        </pc:spChg>
        <pc:spChg chg="add del">
          <ac:chgData name="Steve Mutrux" userId="4fa98d0c-dc66-4728-b09b-a88e22e95094" providerId="ADAL" clId="{421BD283-33D8-4C6C-821F-71755E863FA2}" dt="2026-09-15T17:23:02.164" v="89" actId="22"/>
          <ac:spMkLst>
            <pc:docMk/>
            <pc:sldMk cId="518144185" sldId="258"/>
            <ac:spMk id="4" creationId="{2BF38305-4E94-805E-6DF4-E584E9A7D528}"/>
          </ac:spMkLst>
        </pc:spChg>
        <pc:spChg chg="add del">
          <ac:chgData name="Steve Mutrux" userId="4fa98d0c-dc66-4728-b09b-a88e22e95094" providerId="ADAL" clId="{421BD283-33D8-4C6C-821F-71755E863FA2}" dt="2026-09-15T17:23:02.015" v="88" actId="22"/>
          <ac:spMkLst>
            <pc:docMk/>
            <pc:sldMk cId="518144185" sldId="258"/>
            <ac:spMk id="6" creationId="{C11197FF-9241-4E98-1F23-6A6849A7C448}"/>
          </ac:spMkLst>
        </pc:spChg>
      </pc:sldChg>
      <pc:sldChg chg="modSp add del mod">
        <pc:chgData name="Steve Mutrux" userId="4fa98d0c-dc66-4728-b09b-a88e22e95094" providerId="ADAL" clId="{421BD283-33D8-4C6C-821F-71755E863FA2}" dt="2026-09-15T17:33:19.095" v="206" actId="47"/>
        <pc:sldMkLst>
          <pc:docMk/>
          <pc:sldMk cId="2746681985" sldId="259"/>
        </pc:sldMkLst>
        <pc:spChg chg="mod">
          <ac:chgData name="Steve Mutrux" userId="4fa98d0c-dc66-4728-b09b-a88e22e95094" providerId="ADAL" clId="{421BD283-33D8-4C6C-821F-71755E863FA2}" dt="2026-09-15T17:24:30.924" v="143" actId="20577"/>
          <ac:spMkLst>
            <pc:docMk/>
            <pc:sldMk cId="2746681985" sldId="259"/>
            <ac:spMk id="2" creationId="{46FCA733-7FA2-BB2D-AC86-FA58306C8D48}"/>
          </ac:spMkLst>
        </pc:spChg>
      </pc:sldChg>
      <pc:sldChg chg="modSp add mod">
        <pc:chgData name="Steve Mutrux" userId="4fa98d0c-dc66-4728-b09b-a88e22e95094" providerId="ADAL" clId="{421BD283-33D8-4C6C-821F-71755E863FA2}" dt="2026-09-15T17:37:27.581" v="270" actId="20577"/>
        <pc:sldMkLst>
          <pc:docMk/>
          <pc:sldMk cId="3444687766" sldId="260"/>
        </pc:sldMkLst>
        <pc:spChg chg="mod">
          <ac:chgData name="Steve Mutrux" userId="4fa98d0c-dc66-4728-b09b-a88e22e95094" providerId="ADAL" clId="{421BD283-33D8-4C6C-821F-71755E863FA2}" dt="2026-09-15T17:37:27.581" v="270" actId="20577"/>
          <ac:spMkLst>
            <pc:docMk/>
            <pc:sldMk cId="3444687766" sldId="260"/>
            <ac:spMk id="2" creationId="{002E2CC7-570D-FDB3-3281-85D5D28B2E70}"/>
          </ac:spMkLst>
        </pc:spChg>
      </pc:sldChg>
      <pc:sldChg chg="add">
        <pc:chgData name="Steve Mutrux" userId="4fa98d0c-dc66-4728-b09b-a88e22e95094" providerId="ADAL" clId="{421BD283-33D8-4C6C-821F-71755E863FA2}" dt="2026-09-15T16:06:01.576" v="5"/>
        <pc:sldMkLst>
          <pc:docMk/>
          <pc:sldMk cId="4190029259" sldId="261"/>
        </pc:sldMkLst>
      </pc:sldChg>
      <pc:sldChg chg="add">
        <pc:chgData name="Steve Mutrux" userId="4fa98d0c-dc66-4728-b09b-a88e22e95094" providerId="ADAL" clId="{421BD283-33D8-4C6C-821F-71755E863FA2}" dt="2026-09-15T16:06:01.711" v="6"/>
        <pc:sldMkLst>
          <pc:docMk/>
          <pc:sldMk cId="1179066660" sldId="262"/>
        </pc:sldMkLst>
      </pc:sldChg>
      <pc:sldChg chg="add">
        <pc:chgData name="Steve Mutrux" userId="4fa98d0c-dc66-4728-b09b-a88e22e95094" providerId="ADAL" clId="{421BD283-33D8-4C6C-821F-71755E863FA2}" dt="2026-09-15T16:06:52.778" v="7"/>
        <pc:sldMkLst>
          <pc:docMk/>
          <pc:sldMk cId="2229155277" sldId="263"/>
        </pc:sldMkLst>
      </pc:sldChg>
      <pc:sldChg chg="addSp modSp add del mod ord">
        <pc:chgData name="Steve Mutrux" userId="4fa98d0c-dc66-4728-b09b-a88e22e95094" providerId="ADAL" clId="{421BD283-33D8-4C6C-821F-71755E863FA2}" dt="2026-09-15T17:32:59.196" v="205" actId="47"/>
        <pc:sldMkLst>
          <pc:docMk/>
          <pc:sldMk cId="3784798508" sldId="264"/>
        </pc:sldMkLst>
        <pc:graphicFrameChg chg="add mod modGraphic">
          <ac:chgData name="Steve Mutrux" userId="4fa98d0c-dc66-4728-b09b-a88e22e95094" providerId="ADAL" clId="{421BD283-33D8-4C6C-821F-71755E863FA2}" dt="2026-09-15T17:26:50.371" v="149" actId="21"/>
          <ac:graphicFrameMkLst>
            <pc:docMk/>
            <pc:sldMk cId="3784798508" sldId="264"/>
            <ac:graphicFrameMk id="3" creationId="{FA98907C-FF05-F27C-6580-F7DFB5B2FA79}"/>
          </ac:graphicFrameMkLst>
        </pc:graphicFrameChg>
      </pc:sldChg>
      <pc:sldChg chg="addSp modSp add mod">
        <pc:chgData name="Steve Mutrux" userId="4fa98d0c-dc66-4728-b09b-a88e22e95094" providerId="ADAL" clId="{421BD283-33D8-4C6C-821F-71755E863FA2}" dt="2026-09-15T17:56:25.658" v="313" actId="1076"/>
        <pc:sldMkLst>
          <pc:docMk/>
          <pc:sldMk cId="2553109476" sldId="265"/>
        </pc:sldMkLst>
        <pc:spChg chg="mod">
          <ac:chgData name="Steve Mutrux" userId="4fa98d0c-dc66-4728-b09b-a88e22e95094" providerId="ADAL" clId="{421BD283-33D8-4C6C-821F-71755E863FA2}" dt="2026-09-15T17:23:10.459" v="97" actId="20577"/>
          <ac:spMkLst>
            <pc:docMk/>
            <pc:sldMk cId="2553109476" sldId="265"/>
            <ac:spMk id="2" creationId="{9019CA75-AE86-96E8-F266-96497A23FD87}"/>
          </ac:spMkLst>
        </pc:spChg>
        <pc:spChg chg="add mod">
          <ac:chgData name="Steve Mutrux" userId="4fa98d0c-dc66-4728-b09b-a88e22e95094" providerId="ADAL" clId="{421BD283-33D8-4C6C-821F-71755E863FA2}" dt="2026-09-15T17:56:25.658" v="313" actId="1076"/>
          <ac:spMkLst>
            <pc:docMk/>
            <pc:sldMk cId="2553109476" sldId="265"/>
            <ac:spMk id="4" creationId="{487D995F-8AAC-6993-74EB-723E6B5C0BFF}"/>
          </ac:spMkLst>
        </pc:spChg>
      </pc:sldChg>
      <pc:sldChg chg="add del">
        <pc:chgData name="Steve Mutrux" userId="4fa98d0c-dc66-4728-b09b-a88e22e95094" providerId="ADAL" clId="{421BD283-33D8-4C6C-821F-71755E863FA2}" dt="2026-09-15T16:17:28.694" v="10"/>
        <pc:sldMkLst>
          <pc:docMk/>
          <pc:sldMk cId="3540047338" sldId="265"/>
        </pc:sldMkLst>
      </pc:sldChg>
      <pc:sldChg chg="addSp modSp add mod">
        <pc:chgData name="Steve Mutrux" userId="4fa98d0c-dc66-4728-b09b-a88e22e95094" providerId="ADAL" clId="{421BD283-33D8-4C6C-821F-71755E863FA2}" dt="2026-09-15T17:56:28.856" v="314" actId="22"/>
        <pc:sldMkLst>
          <pc:docMk/>
          <pc:sldMk cId="353601395" sldId="266"/>
        </pc:sldMkLst>
        <pc:spChg chg="mod">
          <ac:chgData name="Steve Mutrux" userId="4fa98d0c-dc66-4728-b09b-a88e22e95094" providerId="ADAL" clId="{421BD283-33D8-4C6C-821F-71755E863FA2}" dt="2026-09-15T17:23:15.745" v="102" actId="20577"/>
          <ac:spMkLst>
            <pc:docMk/>
            <pc:sldMk cId="353601395" sldId="266"/>
            <ac:spMk id="2" creationId="{F8626D69-4F4F-76B2-E4FB-EA5B5DF367A4}"/>
          </ac:spMkLst>
        </pc:spChg>
        <pc:spChg chg="add">
          <ac:chgData name="Steve Mutrux" userId="4fa98d0c-dc66-4728-b09b-a88e22e95094" providerId="ADAL" clId="{421BD283-33D8-4C6C-821F-71755E863FA2}" dt="2026-09-15T17:56:28.856" v="314" actId="22"/>
          <ac:spMkLst>
            <pc:docMk/>
            <pc:sldMk cId="353601395" sldId="266"/>
            <ac:spMk id="4" creationId="{62300D51-2B10-B557-82F3-8A6662DF3624}"/>
          </ac:spMkLst>
        </pc:spChg>
      </pc:sldChg>
      <pc:sldChg chg="addSp modSp add mod">
        <pc:chgData name="Steve Mutrux" userId="4fa98d0c-dc66-4728-b09b-a88e22e95094" providerId="ADAL" clId="{421BD283-33D8-4C6C-821F-71755E863FA2}" dt="2026-09-15T17:56:29.473" v="315" actId="22"/>
        <pc:sldMkLst>
          <pc:docMk/>
          <pc:sldMk cId="557364214" sldId="267"/>
        </pc:sldMkLst>
        <pc:spChg chg="mod">
          <ac:chgData name="Steve Mutrux" userId="4fa98d0c-dc66-4728-b09b-a88e22e95094" providerId="ADAL" clId="{421BD283-33D8-4C6C-821F-71755E863FA2}" dt="2026-09-15T17:23:21.176" v="106" actId="20577"/>
          <ac:spMkLst>
            <pc:docMk/>
            <pc:sldMk cId="557364214" sldId="267"/>
            <ac:spMk id="2" creationId="{394BDA26-D74C-5390-5839-09EEB9016D38}"/>
          </ac:spMkLst>
        </pc:spChg>
        <pc:spChg chg="add">
          <ac:chgData name="Steve Mutrux" userId="4fa98d0c-dc66-4728-b09b-a88e22e95094" providerId="ADAL" clId="{421BD283-33D8-4C6C-821F-71755E863FA2}" dt="2026-09-15T17:56:29.473" v="315" actId="22"/>
          <ac:spMkLst>
            <pc:docMk/>
            <pc:sldMk cId="557364214" sldId="267"/>
            <ac:spMk id="4" creationId="{D33647DA-DFAA-FEB8-E5A2-61DBE5F52AC1}"/>
          </ac:spMkLst>
        </pc:spChg>
      </pc:sldChg>
      <pc:sldChg chg="addSp modSp add mod">
        <pc:chgData name="Steve Mutrux" userId="4fa98d0c-dc66-4728-b09b-a88e22e95094" providerId="ADAL" clId="{421BD283-33D8-4C6C-821F-71755E863FA2}" dt="2026-09-15T17:56:29.987" v="316" actId="22"/>
        <pc:sldMkLst>
          <pc:docMk/>
          <pc:sldMk cId="3893094920" sldId="268"/>
        </pc:sldMkLst>
        <pc:spChg chg="mod">
          <ac:chgData name="Steve Mutrux" userId="4fa98d0c-dc66-4728-b09b-a88e22e95094" providerId="ADAL" clId="{421BD283-33D8-4C6C-821F-71755E863FA2}" dt="2026-09-15T17:23:24.232" v="110" actId="20577"/>
          <ac:spMkLst>
            <pc:docMk/>
            <pc:sldMk cId="3893094920" sldId="268"/>
            <ac:spMk id="2" creationId="{5745D002-DA86-69FC-73CA-295EFFA512FA}"/>
          </ac:spMkLst>
        </pc:spChg>
        <pc:spChg chg="add">
          <ac:chgData name="Steve Mutrux" userId="4fa98d0c-dc66-4728-b09b-a88e22e95094" providerId="ADAL" clId="{421BD283-33D8-4C6C-821F-71755E863FA2}" dt="2026-09-15T17:56:29.987" v="316" actId="22"/>
          <ac:spMkLst>
            <pc:docMk/>
            <pc:sldMk cId="3893094920" sldId="268"/>
            <ac:spMk id="4" creationId="{417B9F22-9B70-7974-674D-300CF5BE5CE0}"/>
          </ac:spMkLst>
        </pc:spChg>
      </pc:sldChg>
      <pc:sldChg chg="modSp add mod">
        <pc:chgData name="Steve Mutrux" userId="4fa98d0c-dc66-4728-b09b-a88e22e95094" providerId="ADAL" clId="{421BD283-33D8-4C6C-821F-71755E863FA2}" dt="2026-09-15T17:27:49.740" v="195" actId="20577"/>
        <pc:sldMkLst>
          <pc:docMk/>
          <pc:sldMk cId="1755182162" sldId="269"/>
        </pc:sldMkLst>
        <pc:spChg chg="mod">
          <ac:chgData name="Steve Mutrux" userId="4fa98d0c-dc66-4728-b09b-a88e22e95094" providerId="ADAL" clId="{421BD283-33D8-4C6C-821F-71755E863FA2}" dt="2026-09-15T17:27:49.740" v="195" actId="20577"/>
          <ac:spMkLst>
            <pc:docMk/>
            <pc:sldMk cId="1755182162" sldId="269"/>
            <ac:spMk id="2" creationId="{98899C46-9E05-9DC8-C426-2C65F1A4E528}"/>
          </ac:spMkLst>
        </pc:spChg>
      </pc:sldChg>
      <pc:sldChg chg="addSp modSp add mod ord">
        <pc:chgData name="Steve Mutrux" userId="4fa98d0c-dc66-4728-b09b-a88e22e95094" providerId="ADAL" clId="{421BD283-33D8-4C6C-821F-71755E863FA2}" dt="2026-09-15T18:03:14.809" v="439" actId="20577"/>
        <pc:sldMkLst>
          <pc:docMk/>
          <pc:sldMk cId="2049535269" sldId="270"/>
        </pc:sldMkLst>
        <pc:spChg chg="add mod">
          <ac:chgData name="Steve Mutrux" userId="4fa98d0c-dc66-4728-b09b-a88e22e95094" providerId="ADAL" clId="{421BD283-33D8-4C6C-821F-71755E863FA2}" dt="2026-09-15T18:03:14.809" v="439" actId="20577"/>
          <ac:spMkLst>
            <pc:docMk/>
            <pc:sldMk cId="2049535269" sldId="270"/>
            <ac:spMk id="4" creationId="{93D1B975-23AA-D332-2B01-31BE712CDC3A}"/>
          </ac:spMkLst>
        </pc:spChg>
      </pc:sldChg>
      <pc:sldChg chg="modSp add mod">
        <pc:chgData name="Steve Mutrux" userId="4fa98d0c-dc66-4728-b09b-a88e22e95094" providerId="ADAL" clId="{421BD283-33D8-4C6C-821F-71755E863FA2}" dt="2026-09-15T17:35:47.186" v="210" actId="20577"/>
        <pc:sldMkLst>
          <pc:docMk/>
          <pc:sldMk cId="1557603729" sldId="271"/>
        </pc:sldMkLst>
        <pc:spChg chg="mod">
          <ac:chgData name="Steve Mutrux" userId="4fa98d0c-dc66-4728-b09b-a88e22e95094" providerId="ADAL" clId="{421BD283-33D8-4C6C-821F-71755E863FA2}" dt="2026-09-15T17:35:47.186" v="210" actId="20577"/>
          <ac:spMkLst>
            <pc:docMk/>
            <pc:sldMk cId="1557603729" sldId="271"/>
            <ac:spMk id="2" creationId="{5B048899-C536-5880-E201-0706C75C8AF2}"/>
          </ac:spMkLst>
        </pc:spChg>
      </pc:sldChg>
      <pc:sldChg chg="add">
        <pc:chgData name="Steve Mutrux" userId="4fa98d0c-dc66-4728-b09b-a88e22e95094" providerId="ADAL" clId="{421BD283-33D8-4C6C-821F-71755E863FA2}" dt="2026-09-15T17:37:22.720" v="258"/>
        <pc:sldMkLst>
          <pc:docMk/>
          <pc:sldMk cId="1194673410" sldId="27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2BEFC-CD91-AF35-819F-8B5DF7E3A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AA6F00-2DC5-3F95-21B8-62F7E2D5A5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784-A8C0-197F-8601-1E368CC4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596E-A2D9-2DC9-F4F9-C955511C8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6DC6B-CCEA-3D24-08D9-AA51E703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4721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31873-8AAC-17EA-20C8-BA598FDFA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5AD73-6B07-1C75-366B-2E5D498F0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9680F-6C36-4F61-71C6-CE324CE43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FB50A-6E51-3CE0-9D72-99DB7729D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6A50-5609-BF47-4026-0D0DDE3D5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866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BAF86-C365-911B-C205-355EA792C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1A9AD-894B-6DB0-BE46-10074FC17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C38D7-3CFA-407C-98EF-F240EAECA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C222-71D1-C91F-6388-ABD2B955F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D9E98-BF03-8B3C-13D3-21EEDA641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155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7890-162B-E8D0-7366-3972283A4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2A7C3-ABED-5D2A-2FB5-4CFECEF338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D290A-BA44-3428-2D24-1C4004C151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03479B-3E17-54D7-EC6C-F108E7C83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BB476-6D7D-E84C-9105-9DF0D92AD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23FFB-8D67-54C7-6D8E-C4D16CF7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93250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27A2E-11AA-939C-2FA2-33D4EEB90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44AE4-B12D-353B-AC53-31B7F60F7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3D5EB7-B7E0-9292-466B-D58DBC276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9F4956-09FD-8814-DCF0-65D90853F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B8C579-179C-292A-9C30-858F2C1C96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D1372F-EE0C-10CF-3130-64E762A9B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C0EB03-E20D-1F15-BD7C-A89538EB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6A8DC-A6ED-40B1-B813-4AC696FE9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6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5D1CD-761C-E88C-B304-FB5A6E51F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0621FA-1E6C-EB90-DE89-8A18E1830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35AD14-B901-C4A4-C573-E171E8241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B0720-6549-5E36-BEF4-51C595ED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727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F668C0-3B92-5EDD-E404-C795D29CB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996952-96D8-26C5-5C73-DAC509804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839C0-E92A-0322-797E-2F01E1960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6852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78919-E557-8BBA-9D15-F065492F0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F94A-4038-2476-EA31-1677E7125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8A2717-8FCB-3C3C-4369-53A6FC51B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A2A1E-E9FF-4517-8CF2-FCC882B5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5D7AC2-095E-672C-9252-5B0C1D183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D65CF-D9C9-56FD-1866-1D678355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5437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2D2D5-6105-DA78-7123-5E06C006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B73A9-8E3C-6721-0F92-E362FE6E8C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F34C3-2E17-5FDE-0CFF-E71043E887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73E6F-4288-4130-B521-7FB9F0ABD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AFCB01-540B-B0AB-C045-927E6F19C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C4E20-5410-C2CF-DB8D-DCA12F349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0637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CED9C-4087-86D9-D972-8038C5166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EC19AD-5633-155C-3D2F-D7FC7EAE17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82816-8890-5EE0-5A83-C914D844D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28401-4676-5393-096A-C7E656F74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C980A-497B-9770-D3B0-737CE56F4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3016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EFF47-1126-66D0-658A-8A1E43EAE9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66B33-611E-503D-FBB3-06ABA27AD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A5AB1-1FD3-AEC8-87DF-034FE25F7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247CC-8CA6-41A2-D59F-AEF5841F7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4A082-FAA2-4379-5F47-B6D39DCB8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9107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516B3E-7423-6308-97E7-E76EC8169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DD9A16-9D58-C088-C5AD-9D140B09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3774-E76C-C200-E922-D6CEE57CF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40B982-0E6D-4C64-AE1B-DA9749EF130C}" type="datetimeFigureOut">
              <a:rPr lang="en-CA" smtClean="0"/>
              <a:t>2026-09-15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1A425-A56C-6785-B157-7F999A60F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FD452-BF70-1D1A-CDBA-590B7BEFA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BD12DC-7D0A-4FDB-B5C2-F49215E72C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6478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B3A72-2E59-9C09-7249-7E3E1BB3A04A}"/>
              </a:ext>
            </a:extLst>
          </p:cNvPr>
          <p:cNvSpPr txBox="1"/>
          <p:nvPr/>
        </p:nvSpPr>
        <p:spPr>
          <a:xfrm>
            <a:off x="4694464" y="1240972"/>
            <a:ext cx="25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Crossfire NCR Overhaul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45E1D1-BA2D-1F66-1768-113A11E038CF}"/>
              </a:ext>
            </a:extLst>
          </p:cNvPr>
          <p:cNvSpPr txBox="1"/>
          <p:nvPr/>
        </p:nvSpPr>
        <p:spPr>
          <a:xfrm>
            <a:off x="4585607" y="5344886"/>
            <a:ext cx="3184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Powered by Adestria Solutions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539E16-0F45-D3AC-D91C-F90D2BA57BA2}"/>
              </a:ext>
            </a:extLst>
          </p:cNvPr>
          <p:cNvSpPr txBox="1"/>
          <p:nvPr/>
        </p:nvSpPr>
        <p:spPr>
          <a:xfrm>
            <a:off x="4694463" y="3244334"/>
            <a:ext cx="41047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 dirty="0"/>
              <a:t>Name of software</a:t>
            </a:r>
          </a:p>
        </p:txBody>
      </p:sp>
    </p:spTree>
    <p:extLst>
      <p:ext uri="{BB962C8B-B14F-4D97-AF65-F5344CB8AC3E}">
        <p14:creationId xmlns:p14="http://schemas.microsoft.com/office/powerpoint/2010/main" val="1072592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B15F-3631-633C-E0E3-BD112AD3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678232-D860-76CE-77D5-D9F21C5850EF}"/>
              </a:ext>
            </a:extLst>
          </p:cNvPr>
          <p:cNvSpPr txBox="1"/>
          <p:nvPr/>
        </p:nvSpPr>
        <p:spPr>
          <a:xfrm>
            <a:off x="4506686" y="275952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Outline of ppt</a:t>
            </a:r>
          </a:p>
        </p:txBody>
      </p:sp>
    </p:spTree>
    <p:extLst>
      <p:ext uri="{BB962C8B-B14F-4D97-AF65-F5344CB8AC3E}">
        <p14:creationId xmlns:p14="http://schemas.microsoft.com/office/powerpoint/2010/main" val="2816041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08CA-F15B-4FB7-9761-F6EBB88F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943069-6591-7336-398B-719327BAD466}"/>
              </a:ext>
            </a:extLst>
          </p:cNvPr>
          <p:cNvSpPr txBox="1"/>
          <p:nvPr/>
        </p:nvSpPr>
        <p:spPr>
          <a:xfrm>
            <a:off x="4506686" y="2759529"/>
            <a:ext cx="4246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Adestria (mission and vision statements)</a:t>
            </a:r>
          </a:p>
        </p:txBody>
      </p:sp>
    </p:spTree>
    <p:extLst>
      <p:ext uri="{BB962C8B-B14F-4D97-AF65-F5344CB8AC3E}">
        <p14:creationId xmlns:p14="http://schemas.microsoft.com/office/powerpoint/2010/main" val="518144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A0C9-65FB-0BB9-F809-2285D9EF1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19CA75-AE86-96E8-F266-96497A23FD87}"/>
              </a:ext>
            </a:extLst>
          </p:cNvPr>
          <p:cNvSpPr txBox="1"/>
          <p:nvPr/>
        </p:nvSpPr>
        <p:spPr>
          <a:xfrm>
            <a:off x="4506686" y="2759529"/>
            <a:ext cx="619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Jack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D995F-8AAC-6993-74EB-723E6B5C0BFF}"/>
              </a:ext>
            </a:extLst>
          </p:cNvPr>
          <p:cNvSpPr txBox="1"/>
          <p:nvPr/>
        </p:nvSpPr>
        <p:spPr>
          <a:xfrm>
            <a:off x="4407954" y="3267475"/>
            <a:ext cx="2050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Past experience</a:t>
            </a:r>
          </a:p>
          <a:p>
            <a:pPr marL="285750" indent="-285750">
              <a:buFontTx/>
              <a:buChar char="-"/>
            </a:pPr>
            <a:r>
              <a:rPr lang="en-CA" dirty="0"/>
              <a:t>Role</a:t>
            </a:r>
          </a:p>
          <a:p>
            <a:pPr marL="285750" indent="-285750">
              <a:buFontTx/>
              <a:buChar char="-"/>
            </a:pPr>
            <a:r>
              <a:rPr lang="en-CA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2553109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E8BA0-BBF8-10C0-6994-E8DD39E92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626D69-4F4F-76B2-E4FB-EA5B5DF367A4}"/>
              </a:ext>
            </a:extLst>
          </p:cNvPr>
          <p:cNvSpPr txBox="1"/>
          <p:nvPr/>
        </p:nvSpPr>
        <p:spPr>
          <a:xfrm>
            <a:off x="4506686" y="2759529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Kayla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00D51-2B10-B557-82F3-8A6662DF3624}"/>
              </a:ext>
            </a:extLst>
          </p:cNvPr>
          <p:cNvSpPr txBox="1"/>
          <p:nvPr/>
        </p:nvSpPr>
        <p:spPr>
          <a:xfrm>
            <a:off x="4407954" y="3267475"/>
            <a:ext cx="2050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Past experience</a:t>
            </a:r>
          </a:p>
          <a:p>
            <a:pPr marL="285750" indent="-285750">
              <a:buFontTx/>
              <a:buChar char="-"/>
            </a:pPr>
            <a:r>
              <a:rPr lang="en-CA" dirty="0"/>
              <a:t>Role</a:t>
            </a:r>
          </a:p>
          <a:p>
            <a:pPr marL="285750" indent="-285750">
              <a:buFontTx/>
              <a:buChar char="-"/>
            </a:pPr>
            <a:r>
              <a:rPr lang="en-CA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353601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A2DB1-0972-ADB0-6F1C-CFF63DA48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4BDA26-D74C-5390-5839-09EEB9016D38}"/>
              </a:ext>
            </a:extLst>
          </p:cNvPr>
          <p:cNvSpPr txBox="1"/>
          <p:nvPr/>
        </p:nvSpPr>
        <p:spPr>
          <a:xfrm>
            <a:off x="4506686" y="2759529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Edin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3647DA-DFAA-FEB8-E5A2-61DBE5F52AC1}"/>
              </a:ext>
            </a:extLst>
          </p:cNvPr>
          <p:cNvSpPr txBox="1"/>
          <p:nvPr/>
        </p:nvSpPr>
        <p:spPr>
          <a:xfrm>
            <a:off x="4407954" y="3267475"/>
            <a:ext cx="2050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Past experience</a:t>
            </a:r>
          </a:p>
          <a:p>
            <a:pPr marL="285750" indent="-285750">
              <a:buFontTx/>
              <a:buChar char="-"/>
            </a:pPr>
            <a:r>
              <a:rPr lang="en-CA" dirty="0"/>
              <a:t>Role</a:t>
            </a:r>
          </a:p>
          <a:p>
            <a:pPr marL="285750" indent="-285750">
              <a:buFontTx/>
              <a:buChar char="-"/>
            </a:pPr>
            <a:r>
              <a:rPr lang="en-CA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557364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C37E5-8D7F-1E15-21B2-AFA56ED8C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45D002-DA86-69FC-73CA-295EFFA512FA}"/>
              </a:ext>
            </a:extLst>
          </p:cNvPr>
          <p:cNvSpPr txBox="1"/>
          <p:nvPr/>
        </p:nvSpPr>
        <p:spPr>
          <a:xfrm>
            <a:off x="4506686" y="2759529"/>
            <a:ext cx="614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Jake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7B9F22-9B70-7974-674D-300CF5BE5CE0}"/>
              </a:ext>
            </a:extLst>
          </p:cNvPr>
          <p:cNvSpPr txBox="1"/>
          <p:nvPr/>
        </p:nvSpPr>
        <p:spPr>
          <a:xfrm>
            <a:off x="4407954" y="3267475"/>
            <a:ext cx="20508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Past experience</a:t>
            </a:r>
          </a:p>
          <a:p>
            <a:pPr marL="285750" indent="-285750">
              <a:buFontTx/>
              <a:buChar char="-"/>
            </a:pPr>
            <a:r>
              <a:rPr lang="en-CA" dirty="0"/>
              <a:t>Role</a:t>
            </a:r>
          </a:p>
          <a:p>
            <a:pPr marL="285750" indent="-285750">
              <a:buFontTx/>
              <a:buChar char="-"/>
            </a:pPr>
            <a:r>
              <a:rPr lang="en-CA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389309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A953A-22D6-6436-41E8-4509452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A7DA79-A174-410A-3A18-3A2891D7BA9C}"/>
              </a:ext>
            </a:extLst>
          </p:cNvPr>
          <p:cNvSpPr txBox="1"/>
          <p:nvPr/>
        </p:nvSpPr>
        <p:spPr>
          <a:xfrm>
            <a:off x="4506686" y="2759529"/>
            <a:ext cx="734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Steve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D1B975-23AA-D332-2B01-31BE712CDC3A}"/>
              </a:ext>
            </a:extLst>
          </p:cNvPr>
          <p:cNvSpPr txBox="1"/>
          <p:nvPr/>
        </p:nvSpPr>
        <p:spPr>
          <a:xfrm>
            <a:off x="4407954" y="3267475"/>
            <a:ext cx="91003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A" dirty="0"/>
              <a:t>Studied at Brock University, 3 years web dev experience, 1 year embedded firmware dev</a:t>
            </a:r>
          </a:p>
          <a:p>
            <a:pPr marL="285750" indent="-285750">
              <a:buFontTx/>
              <a:buChar char="-"/>
            </a:pPr>
            <a:r>
              <a:rPr lang="en-CA" dirty="0"/>
              <a:t>Role</a:t>
            </a:r>
          </a:p>
          <a:p>
            <a:pPr marL="285750" indent="-285750">
              <a:buFontTx/>
              <a:buChar char="-"/>
            </a:pPr>
            <a:r>
              <a:rPr lang="en-CA" dirty="0"/>
              <a:t>Expectations to get out of this</a:t>
            </a:r>
          </a:p>
        </p:txBody>
      </p:sp>
    </p:spTree>
    <p:extLst>
      <p:ext uri="{BB962C8B-B14F-4D97-AF65-F5344CB8AC3E}">
        <p14:creationId xmlns:p14="http://schemas.microsoft.com/office/powerpoint/2010/main" val="2049535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1C921-2922-BE23-8C94-1233CD6D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E2CC7-570D-FDB3-3281-85D5D28B2E70}"/>
              </a:ext>
            </a:extLst>
          </p:cNvPr>
          <p:cNvSpPr txBox="1"/>
          <p:nvPr/>
        </p:nvSpPr>
        <p:spPr>
          <a:xfrm>
            <a:off x="4506686" y="2759529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Client needs</a:t>
            </a:r>
          </a:p>
        </p:txBody>
      </p:sp>
    </p:spTree>
    <p:extLst>
      <p:ext uri="{BB962C8B-B14F-4D97-AF65-F5344CB8AC3E}">
        <p14:creationId xmlns:p14="http://schemas.microsoft.com/office/powerpoint/2010/main" val="344468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CC437-54A6-6B8E-6E0E-B726DD8C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9024A9-D0D1-B303-54D7-9B51CE76A009}"/>
              </a:ext>
            </a:extLst>
          </p:cNvPr>
          <p:cNvSpPr txBox="1"/>
          <p:nvPr/>
        </p:nvSpPr>
        <p:spPr>
          <a:xfrm>
            <a:off x="4506686" y="2759529"/>
            <a:ext cx="149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Competitor 1</a:t>
            </a:r>
          </a:p>
        </p:txBody>
      </p:sp>
    </p:spTree>
    <p:extLst>
      <p:ext uri="{BB962C8B-B14F-4D97-AF65-F5344CB8AC3E}">
        <p14:creationId xmlns:p14="http://schemas.microsoft.com/office/powerpoint/2010/main" val="1194673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78032-0C9A-7338-75C4-3A981F48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45249E-3CD1-3B49-F9CF-AF33CD9279A1}"/>
              </a:ext>
            </a:extLst>
          </p:cNvPr>
          <p:cNvSpPr txBox="1"/>
          <p:nvPr/>
        </p:nvSpPr>
        <p:spPr>
          <a:xfrm>
            <a:off x="4506686" y="2759529"/>
            <a:ext cx="149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Competitor 2</a:t>
            </a:r>
          </a:p>
        </p:txBody>
      </p:sp>
    </p:spTree>
    <p:extLst>
      <p:ext uri="{BB962C8B-B14F-4D97-AF65-F5344CB8AC3E}">
        <p14:creationId xmlns:p14="http://schemas.microsoft.com/office/powerpoint/2010/main" val="4190029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53801-181C-62EA-D428-47B4C6AEB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7C1DAA-388D-15E8-746C-4763F989A8BD}"/>
              </a:ext>
            </a:extLst>
          </p:cNvPr>
          <p:cNvSpPr txBox="1"/>
          <p:nvPr/>
        </p:nvSpPr>
        <p:spPr>
          <a:xfrm>
            <a:off x="4506686" y="2759529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Our solution</a:t>
            </a:r>
          </a:p>
        </p:txBody>
      </p:sp>
    </p:spTree>
    <p:extLst>
      <p:ext uri="{BB962C8B-B14F-4D97-AF65-F5344CB8AC3E}">
        <p14:creationId xmlns:p14="http://schemas.microsoft.com/office/powerpoint/2010/main" val="1179066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2C6-1245-E0DC-4C07-4F3FF637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899C46-9E05-9DC8-C426-2C65F1A4E528}"/>
              </a:ext>
            </a:extLst>
          </p:cNvPr>
          <p:cNvSpPr txBox="1"/>
          <p:nvPr/>
        </p:nvSpPr>
        <p:spPr>
          <a:xfrm>
            <a:off x="4506686" y="2759529"/>
            <a:ext cx="4857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Comparison table between us and competitors</a:t>
            </a:r>
          </a:p>
        </p:txBody>
      </p:sp>
    </p:spTree>
    <p:extLst>
      <p:ext uri="{BB962C8B-B14F-4D97-AF65-F5344CB8AC3E}">
        <p14:creationId xmlns:p14="http://schemas.microsoft.com/office/powerpoint/2010/main" val="1755182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D546-8404-1906-1836-C08924CB8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689793-48BC-E89A-D94F-DE97837489B8}"/>
              </a:ext>
            </a:extLst>
          </p:cNvPr>
          <p:cNvSpPr txBox="1"/>
          <p:nvPr/>
        </p:nvSpPr>
        <p:spPr>
          <a:xfrm>
            <a:off x="4506686" y="2759529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229155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6F22D-BE40-925B-D0B4-154AD060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048899-C536-5880-E201-0706C75C8AF2}"/>
              </a:ext>
            </a:extLst>
          </p:cNvPr>
          <p:cNvSpPr txBox="1"/>
          <p:nvPr/>
        </p:nvSpPr>
        <p:spPr>
          <a:xfrm>
            <a:off x="4506686" y="275952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557603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destria - Prog 1180">
      <a:dk1>
        <a:srgbClr val="042239"/>
      </a:dk1>
      <a:lt1>
        <a:srgbClr val="DBE9F7"/>
      </a:lt1>
      <a:dk2>
        <a:srgbClr val="021320"/>
      </a:dk2>
      <a:lt2>
        <a:srgbClr val="E8E8E8"/>
      </a:lt2>
      <a:accent1>
        <a:srgbClr val="8B130D"/>
      </a:accent1>
      <a:accent2>
        <a:srgbClr val="152B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82</Words>
  <Application>Microsoft Office PowerPoint</Application>
  <PresentationFormat>Widescreen</PresentationFormat>
  <Paragraphs>32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Mutrux</dc:creator>
  <cp:lastModifiedBy>Steve Mutrux</cp:lastModifiedBy>
  <cp:revision>1</cp:revision>
  <dcterms:created xsi:type="dcterms:W3CDTF">2026-09-15T14:42:30Z</dcterms:created>
  <dcterms:modified xsi:type="dcterms:W3CDTF">2026-09-15T18:05:42Z</dcterms:modified>
</cp:coreProperties>
</file>