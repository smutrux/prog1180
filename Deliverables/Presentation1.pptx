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FFEA0-CC63-45EF-97E4-5A80CDB68182}" v="11" dt="2026-09-15T16:17:28.6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120" y="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 Mutrux" userId="4fa98d0c-dc66-4728-b09b-a88e22e95094" providerId="ADAL" clId="{421BD283-33D8-4C6C-821F-71755E863FA2}"/>
    <pc:docChg chg="addSld delSld modSld">
      <pc:chgData name="Steve Mutrux" userId="4fa98d0c-dc66-4728-b09b-a88e22e95094" providerId="ADAL" clId="{421BD283-33D8-4C6C-821F-71755E863FA2}" dt="2026-09-15T16:17:28.694" v="10"/>
      <pc:docMkLst>
        <pc:docMk/>
      </pc:docMkLst>
      <pc:sldChg chg="addSp modSp">
        <pc:chgData name="Steve Mutrux" userId="4fa98d0c-dc66-4728-b09b-a88e22e95094" providerId="ADAL" clId="{421BD283-33D8-4C6C-821F-71755E863FA2}" dt="2026-09-15T16:05:55.235" v="0" actId="767"/>
        <pc:sldMkLst>
          <pc:docMk/>
          <pc:sldMk cId="1072592071" sldId="256"/>
        </pc:sldMkLst>
        <pc:spChg chg="add mod">
          <ac:chgData name="Steve Mutrux" userId="4fa98d0c-dc66-4728-b09b-a88e22e95094" providerId="ADAL" clId="{421BD283-33D8-4C6C-821F-71755E863FA2}" dt="2026-09-15T16:05:55.235" v="0" actId="767"/>
          <ac:spMkLst>
            <pc:docMk/>
            <pc:sldMk cId="1072592071" sldId="256"/>
            <ac:spMk id="2" creationId="{C4BB3A72-2E59-9C09-7249-7E3E1BB3A04A}"/>
          </ac:spMkLst>
        </pc:spChg>
      </pc:sldChg>
      <pc:sldChg chg="add">
        <pc:chgData name="Steve Mutrux" userId="4fa98d0c-dc66-4728-b09b-a88e22e95094" providerId="ADAL" clId="{421BD283-33D8-4C6C-821F-71755E863FA2}" dt="2026-09-15T16:06:00.933" v="1"/>
        <pc:sldMkLst>
          <pc:docMk/>
          <pc:sldMk cId="2816041415" sldId="257"/>
        </pc:sldMkLst>
      </pc:sldChg>
      <pc:sldChg chg="add">
        <pc:chgData name="Steve Mutrux" userId="4fa98d0c-dc66-4728-b09b-a88e22e95094" providerId="ADAL" clId="{421BD283-33D8-4C6C-821F-71755E863FA2}" dt="2026-09-15T16:06:01.139" v="2"/>
        <pc:sldMkLst>
          <pc:docMk/>
          <pc:sldMk cId="518144185" sldId="258"/>
        </pc:sldMkLst>
      </pc:sldChg>
      <pc:sldChg chg="add">
        <pc:chgData name="Steve Mutrux" userId="4fa98d0c-dc66-4728-b09b-a88e22e95094" providerId="ADAL" clId="{421BD283-33D8-4C6C-821F-71755E863FA2}" dt="2026-09-15T16:06:01.305" v="3"/>
        <pc:sldMkLst>
          <pc:docMk/>
          <pc:sldMk cId="2746681985" sldId="259"/>
        </pc:sldMkLst>
      </pc:sldChg>
      <pc:sldChg chg="add">
        <pc:chgData name="Steve Mutrux" userId="4fa98d0c-dc66-4728-b09b-a88e22e95094" providerId="ADAL" clId="{421BD283-33D8-4C6C-821F-71755E863FA2}" dt="2026-09-15T16:06:01.441" v="4"/>
        <pc:sldMkLst>
          <pc:docMk/>
          <pc:sldMk cId="3444687766" sldId="260"/>
        </pc:sldMkLst>
      </pc:sldChg>
      <pc:sldChg chg="add">
        <pc:chgData name="Steve Mutrux" userId="4fa98d0c-dc66-4728-b09b-a88e22e95094" providerId="ADAL" clId="{421BD283-33D8-4C6C-821F-71755E863FA2}" dt="2026-09-15T16:06:01.576" v="5"/>
        <pc:sldMkLst>
          <pc:docMk/>
          <pc:sldMk cId="4190029259" sldId="261"/>
        </pc:sldMkLst>
      </pc:sldChg>
      <pc:sldChg chg="add">
        <pc:chgData name="Steve Mutrux" userId="4fa98d0c-dc66-4728-b09b-a88e22e95094" providerId="ADAL" clId="{421BD283-33D8-4C6C-821F-71755E863FA2}" dt="2026-09-15T16:06:01.711" v="6"/>
        <pc:sldMkLst>
          <pc:docMk/>
          <pc:sldMk cId="1179066660" sldId="262"/>
        </pc:sldMkLst>
      </pc:sldChg>
      <pc:sldChg chg="add">
        <pc:chgData name="Steve Mutrux" userId="4fa98d0c-dc66-4728-b09b-a88e22e95094" providerId="ADAL" clId="{421BD283-33D8-4C6C-821F-71755E863FA2}" dt="2026-09-15T16:06:52.778" v="7"/>
        <pc:sldMkLst>
          <pc:docMk/>
          <pc:sldMk cId="2229155277" sldId="263"/>
        </pc:sldMkLst>
      </pc:sldChg>
      <pc:sldChg chg="add">
        <pc:chgData name="Steve Mutrux" userId="4fa98d0c-dc66-4728-b09b-a88e22e95094" providerId="ADAL" clId="{421BD283-33D8-4C6C-821F-71755E863FA2}" dt="2026-09-15T16:17:24.122" v="8"/>
        <pc:sldMkLst>
          <pc:docMk/>
          <pc:sldMk cId="3784798508" sldId="264"/>
        </pc:sldMkLst>
      </pc:sldChg>
      <pc:sldChg chg="add del">
        <pc:chgData name="Steve Mutrux" userId="4fa98d0c-dc66-4728-b09b-a88e22e95094" providerId="ADAL" clId="{421BD283-33D8-4C6C-821F-71755E863FA2}" dt="2026-09-15T16:17:28.694" v="10"/>
        <pc:sldMkLst>
          <pc:docMk/>
          <pc:sldMk cId="3540047338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BEFC-CD91-AF35-819F-8B5DF7E3A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A6F00-2DC5-3F95-21B8-62F7E2D5A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9784-A8C0-197F-8601-1E368CC4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A596E-A2D9-2DC9-F4F9-C955511C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6DC6B-CCEA-3D24-08D9-AA51E703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472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1873-8AAC-17EA-20C8-BA598FDF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5AD73-6B07-1C75-366B-2E5D498F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9680F-6C36-4F61-71C6-CE324CE4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FB50A-6E51-3CE0-9D72-99DB7729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6A50-5609-BF47-4026-0D0DDE3D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866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AF86-C365-911B-C205-355EA792C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1A9AD-894B-6DB0-BE46-10074FC17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C38D7-3CFA-407C-98EF-F240EAEC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C222-71D1-C91F-6388-ABD2B955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D9E98-BF03-8B3C-13D3-21EEDA64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55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7890-162B-E8D0-7366-3972283A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2A7C3-ABED-5D2A-2FB5-4CFECEF33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D290A-BA44-3428-2D24-1C4004C15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3479B-3E17-54D7-EC6C-F108E7C8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B476-6D7D-E84C-9105-9DF0D92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23FFB-8D67-54C7-6D8E-C4D16CF7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25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7A2E-11AA-939C-2FA2-33D4EEB9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4AE4-B12D-353B-AC53-31B7F60F7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D5EB7-B7E0-9292-466B-D58DBC276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F4956-09FD-8814-DCF0-65D90853F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8C579-179C-292A-9C30-858F2C1C9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1372F-EE0C-10CF-3130-64E762A9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0EB03-E20D-1F15-BD7C-A89538EB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6A8DC-A6ED-40B1-B813-4AC696FE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20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D1CD-761C-E88C-B304-FB5A6E51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621FA-1E6C-EB90-DE89-8A18E183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5AD14-B901-C4A4-C573-E171E824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B0720-6549-5E36-BEF4-51C595ED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27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668C0-3B92-5EDD-E404-C795D29C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96952-96D8-26C5-5C73-DAC50980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839C0-E92A-0322-797E-2F01E196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685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8919-E557-8BBA-9D15-F065492F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DF94A-4038-2476-EA31-1677E7125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A2717-8FCB-3C3C-4369-53A6FC51B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A2A1E-E9FF-4517-8CF2-FCC882B5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D7AC2-095E-672C-9252-5B0C1D18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D65CF-D9C9-56FD-1866-1D678355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437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D2D5-6105-DA78-7123-5E06C006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B73A9-8E3C-6721-0F92-E362FE6E8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F34C3-2E17-5FDE-0CFF-E71043E88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73E6F-4288-4130-B521-7FB9F0AB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FCB01-540B-B0AB-C045-927E6F19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C4E20-5410-C2CF-DB8D-DCA12F34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063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ED9C-4087-86D9-D972-8038C51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C19AD-5633-155C-3D2F-D7FC7EAE1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82816-8890-5EE0-5A83-C914D844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28401-4676-5393-096A-C7E656F7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C980A-497B-9770-D3B0-737CE56F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301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EFF47-1126-66D0-658A-8A1E43EAE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66B33-611E-503D-FBB3-06ABA27A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A5AB1-1FD3-AEC8-87DF-034FE25F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247CC-8CA6-41A2-D59F-AEF5841F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4A082-FAA2-4379-5F47-B6D39DCB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910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16B3E-7423-6308-97E7-E76EC816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D9A16-9D58-C088-C5AD-9D140B09E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3774-E76C-C200-E922-D6CEE57CF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A425-A56C-6785-B157-7F999A60F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FD452-BF70-1D1A-CDBA-590B7BEFA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47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BB3A72-2E59-9C09-7249-7E3E1BB3A04A}"/>
              </a:ext>
            </a:extLst>
          </p:cNvPr>
          <p:cNvSpPr txBox="1"/>
          <p:nvPr/>
        </p:nvSpPr>
        <p:spPr>
          <a:xfrm>
            <a:off x="4506686" y="2759529"/>
            <a:ext cx="606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072592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2B15F-3631-633C-E0E3-BD112AD3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678232-D860-76CE-77D5-D9F21C5850EF}"/>
              </a:ext>
            </a:extLst>
          </p:cNvPr>
          <p:cNvSpPr txBox="1"/>
          <p:nvPr/>
        </p:nvSpPr>
        <p:spPr>
          <a:xfrm>
            <a:off x="4506686" y="2759529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81604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08CA-F15B-4FB7-9761-F6EBB88F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943069-6591-7336-398B-719327BAD466}"/>
              </a:ext>
            </a:extLst>
          </p:cNvPr>
          <p:cNvSpPr txBox="1"/>
          <p:nvPr/>
        </p:nvSpPr>
        <p:spPr>
          <a:xfrm>
            <a:off x="4506686" y="2759529"/>
            <a:ext cx="2325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Personal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18144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AEAF2-400D-BA16-8BAC-F23629C2D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AE124-B322-9E43-E7BF-0BE56F574010}"/>
              </a:ext>
            </a:extLst>
          </p:cNvPr>
          <p:cNvSpPr txBox="1"/>
          <p:nvPr/>
        </p:nvSpPr>
        <p:spPr>
          <a:xfrm>
            <a:off x="4506686" y="2759529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WBS: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84798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9771-B342-44C8-683F-A2E3AD852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FCA733-7FA2-BB2D-AC86-FA58306C8D48}"/>
              </a:ext>
            </a:extLst>
          </p:cNvPr>
          <p:cNvSpPr txBox="1"/>
          <p:nvPr/>
        </p:nvSpPr>
        <p:spPr>
          <a:xfrm>
            <a:off x="4506686" y="2759529"/>
            <a:ext cx="1548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Project needs</a:t>
            </a:r>
          </a:p>
        </p:txBody>
      </p:sp>
    </p:spTree>
    <p:extLst>
      <p:ext uri="{BB962C8B-B14F-4D97-AF65-F5344CB8AC3E}">
        <p14:creationId xmlns:p14="http://schemas.microsoft.com/office/powerpoint/2010/main" val="274668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1C921-2922-BE23-8C94-1233CD6D7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E2CC7-570D-FDB3-3281-85D5D28B2E70}"/>
              </a:ext>
            </a:extLst>
          </p:cNvPr>
          <p:cNvSpPr txBox="1"/>
          <p:nvPr/>
        </p:nvSpPr>
        <p:spPr>
          <a:xfrm>
            <a:off x="4506686" y="2759529"/>
            <a:ext cx="149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Competitor 1</a:t>
            </a:r>
          </a:p>
        </p:txBody>
      </p:sp>
    </p:spTree>
    <p:extLst>
      <p:ext uri="{BB962C8B-B14F-4D97-AF65-F5344CB8AC3E}">
        <p14:creationId xmlns:p14="http://schemas.microsoft.com/office/powerpoint/2010/main" val="3444687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78032-0C9A-7338-75C4-3A981F489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5249E-3CD1-3B49-F9CF-AF33CD9279A1}"/>
              </a:ext>
            </a:extLst>
          </p:cNvPr>
          <p:cNvSpPr txBox="1"/>
          <p:nvPr/>
        </p:nvSpPr>
        <p:spPr>
          <a:xfrm>
            <a:off x="4506686" y="2759529"/>
            <a:ext cx="149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Competitor 2</a:t>
            </a:r>
          </a:p>
        </p:txBody>
      </p:sp>
    </p:spTree>
    <p:extLst>
      <p:ext uri="{BB962C8B-B14F-4D97-AF65-F5344CB8AC3E}">
        <p14:creationId xmlns:p14="http://schemas.microsoft.com/office/powerpoint/2010/main" val="419002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53801-181C-62EA-D428-47B4C6AEB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C1DAA-388D-15E8-746C-4763F989A8BD}"/>
              </a:ext>
            </a:extLst>
          </p:cNvPr>
          <p:cNvSpPr txBox="1"/>
          <p:nvPr/>
        </p:nvSpPr>
        <p:spPr>
          <a:xfrm>
            <a:off x="4506686" y="2759529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Our solution</a:t>
            </a:r>
          </a:p>
        </p:txBody>
      </p:sp>
    </p:spTree>
    <p:extLst>
      <p:ext uri="{BB962C8B-B14F-4D97-AF65-F5344CB8AC3E}">
        <p14:creationId xmlns:p14="http://schemas.microsoft.com/office/powerpoint/2010/main" val="1179066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D546-8404-1906-1836-C08924CB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89793-48BC-E89A-D94F-DE97837489B8}"/>
              </a:ext>
            </a:extLst>
          </p:cNvPr>
          <p:cNvSpPr txBox="1"/>
          <p:nvPr/>
        </p:nvSpPr>
        <p:spPr>
          <a:xfrm>
            <a:off x="4506686" y="2759529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22915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</Words>
  <Application>Microsoft Office PowerPoint</Application>
  <PresentationFormat>Widescreen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Mutrux</dc:creator>
  <cp:lastModifiedBy>Steve Mutrux</cp:lastModifiedBy>
  <cp:revision>1</cp:revision>
  <dcterms:created xsi:type="dcterms:W3CDTF">2026-09-15T14:42:30Z</dcterms:created>
  <dcterms:modified xsi:type="dcterms:W3CDTF">2026-09-15T16:17:36Z</dcterms:modified>
</cp:coreProperties>
</file>