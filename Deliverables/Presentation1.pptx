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74" r:id="rId5"/>
    <p:sldId id="273" r:id="rId6"/>
    <p:sldId id="266" r:id="rId7"/>
    <p:sldId id="267" r:id="rId8"/>
    <p:sldId id="268" r:id="rId9"/>
    <p:sldId id="275" r:id="rId10"/>
    <p:sldId id="272" r:id="rId11"/>
    <p:sldId id="260" r:id="rId12"/>
    <p:sldId id="261" r:id="rId13"/>
    <p:sldId id="262" r:id="rId14"/>
    <p:sldId id="269" r:id="rId15"/>
    <p:sldId id="263"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1242" dt="2026-09-16T13:07:37.4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p:scale>
          <a:sx n="400" d="100"/>
          <a:sy n="400" d="100"/>
        </p:scale>
        <p:origin x="288" y="-26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6T13:08:23.999" v="4176" actId="1036"/>
      <pc:docMkLst>
        <pc:docMk/>
      </pc:docMkLst>
      <pc:sldChg chg="addSp modSp mod">
        <pc:chgData name="Steve Mutrux" userId="4fa98d0c-dc66-4728-b09b-a88e22e95094" providerId="ADAL" clId="{421BD283-33D8-4C6C-821F-71755E863FA2}" dt="2026-09-16T00:47:37.043" v="924" actId="2711"/>
        <pc:sldMkLst>
          <pc:docMk/>
          <pc:sldMk cId="1072592071" sldId="256"/>
        </pc:sldMkLst>
        <pc:spChg chg="add mod">
          <ac:chgData name="Steve Mutrux" userId="4fa98d0c-dc66-4728-b09b-a88e22e95094" providerId="ADAL" clId="{421BD283-33D8-4C6C-821F-71755E863FA2}" dt="2026-09-16T00:47:37.043" v="924" actId="2711"/>
          <ac:spMkLst>
            <pc:docMk/>
            <pc:sldMk cId="1072592071" sldId="256"/>
            <ac:spMk id="2" creationId="{C4BB3A72-2E59-9C09-7249-7E3E1BB3A04A}"/>
          </ac:spMkLst>
        </pc:spChg>
        <pc:spChg chg="add mod">
          <ac:chgData name="Steve Mutrux" userId="4fa98d0c-dc66-4728-b09b-a88e22e95094" providerId="ADAL" clId="{421BD283-33D8-4C6C-821F-71755E863FA2}" dt="2026-09-16T00:47:37.043" v="924" actId="2711"/>
          <ac:spMkLst>
            <pc:docMk/>
            <pc:sldMk cId="1072592071" sldId="256"/>
            <ac:spMk id="4" creationId="{9545E1D1-BA2D-1F66-1768-113A11E038CF}"/>
          </ac:spMkLst>
        </pc:spChg>
        <pc:spChg chg="add mod">
          <ac:chgData name="Steve Mutrux" userId="4fa98d0c-dc66-4728-b09b-a88e22e95094" providerId="ADAL" clId="{421BD283-33D8-4C6C-821F-71755E863FA2}" dt="2026-09-16T00:47:37.043" v="924" actId="2711"/>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del mod">
          <ac:chgData name="Steve Mutrux" userId="4fa98d0c-dc66-4728-b09b-a88e22e95094" providerId="ADAL" clId="{421BD283-33D8-4C6C-821F-71755E863FA2}" dt="2026-09-16T00:46:31.976" v="922" actId="478"/>
          <ac:spMkLst>
            <pc:docMk/>
            <pc:sldMk cId="2816041415" sldId="257"/>
            <ac:spMk id="2" creationId="{46678232-D860-76CE-77D5-D9F21C5850EF}"/>
          </ac:spMkLst>
        </pc:spChg>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del mod">
          <ac:chgData name="Steve Mutrux" userId="4fa98d0c-dc66-4728-b09b-a88e22e95094" providerId="ADAL" clId="{421BD283-33D8-4C6C-821F-71755E863FA2}" dt="2026-09-16T01:03:58.801" v="1038" actId="478"/>
          <ac:spMkLst>
            <pc:docMk/>
            <pc:sldMk cId="2816041415" sldId="257"/>
            <ac:spMk id="6" creationId="{C410810D-A989-74D7-F0EB-6BE5858E3F6A}"/>
          </ac:spMkLst>
        </pc:spChg>
        <pc:spChg chg="add del mod">
          <ac:chgData name="Steve Mutrux" userId="4fa98d0c-dc66-4728-b09b-a88e22e95094" providerId="ADAL" clId="{421BD283-33D8-4C6C-821F-71755E863FA2}" dt="2026-09-16T01:03:18.802" v="1036" actId="478"/>
          <ac:spMkLst>
            <pc:docMk/>
            <pc:sldMk cId="2816041415" sldId="257"/>
            <ac:spMk id="7" creationId="{3261E8B8-4A5D-BECA-1304-E8332AAE561A}"/>
          </ac:spMkLst>
        </pc:spChg>
        <pc:spChg chg="add del mod topLvl">
          <ac:chgData name="Steve Mutrux" userId="4fa98d0c-dc66-4728-b09b-a88e22e95094" providerId="ADAL" clId="{421BD283-33D8-4C6C-821F-71755E863FA2}" dt="2026-09-16T01:11:16.400" v="1106" actId="478"/>
          <ac:spMkLst>
            <pc:docMk/>
            <pc:sldMk cId="2816041415" sldId="257"/>
            <ac:spMk id="9" creationId="{FAEF5536-44D2-9012-9C74-2886C3A8524B}"/>
          </ac:spMkLst>
        </pc:spChg>
        <pc:spChg chg="add del mod topLvl">
          <ac:chgData name="Steve Mutrux" userId="4fa98d0c-dc66-4728-b09b-a88e22e95094" providerId="ADAL" clId="{421BD283-33D8-4C6C-821F-71755E863FA2}" dt="2026-09-16T01:11:14.839" v="1105" actId="478"/>
          <ac:spMkLst>
            <pc:docMk/>
            <pc:sldMk cId="2816041415" sldId="257"/>
            <ac:spMk id="11" creationId="{E786029E-8D13-42CC-AFB7-93C737CF5FB5}"/>
          </ac:spMkLst>
        </pc:spChg>
        <pc:spChg chg="add del mod topLvl">
          <ac:chgData name="Steve Mutrux" userId="4fa98d0c-dc66-4728-b09b-a88e22e95094" providerId="ADAL" clId="{421BD283-33D8-4C6C-821F-71755E863FA2}" dt="2026-09-16T01:11:14.839" v="1105" actId="478"/>
          <ac:spMkLst>
            <pc:docMk/>
            <pc:sldMk cId="2816041415" sldId="257"/>
            <ac:spMk id="13" creationId="{68683EA2-9224-6664-E087-6B86DAA4A1C0}"/>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del mod">
          <ac:chgData name="Steve Mutrux" userId="4fa98d0c-dc66-4728-b09b-a88e22e95094" providerId="ADAL" clId="{421BD283-33D8-4C6C-821F-71755E863FA2}" dt="2026-09-16T01:06:19.504" v="1065" actId="165"/>
          <ac:grpSpMkLst>
            <pc:docMk/>
            <pc:sldMk cId="2816041415" sldId="257"/>
            <ac:grpSpMk id="14" creationId="{73DF0394-079E-F5AC-B018-B56745238E9B}"/>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6T02:47:48.323" v="3073"/>
        <pc:sldMkLst>
          <pc:docMk/>
          <pc:sldMk cId="518144185" sldId="258"/>
        </pc:sldMkLst>
        <pc:spChg chg="del mod">
          <ac:chgData name="Steve Mutrux" userId="4fa98d0c-dc66-4728-b09b-a88e22e95094" providerId="ADAL" clId="{421BD283-33D8-4C6C-821F-71755E863FA2}" dt="2026-09-16T00:46:35.289" v="923" actId="478"/>
          <ac:spMkLst>
            <pc:docMk/>
            <pc:sldMk cId="518144185" sldId="258"/>
            <ac:spMk id="2" creationId="{C7943069-6591-7336-398B-719327BAD466}"/>
          </ac:spMkLst>
        </pc:spChg>
        <pc:spChg chg="add del">
          <ac:chgData name="Steve Mutrux" userId="4fa98d0c-dc66-4728-b09b-a88e22e95094" providerId="ADAL" clId="{421BD283-33D8-4C6C-821F-71755E863FA2}" dt="2026-09-15T17:23:02.164" v="89" actId="22"/>
          <ac:spMkLst>
            <pc:docMk/>
            <pc:sldMk cId="518144185" sldId="258"/>
            <ac:spMk id="4" creationId="{2BF38305-4E94-805E-6DF4-E584E9A7D528}"/>
          </ac:spMkLst>
        </pc:spChg>
        <pc:spChg chg="add del mod ord">
          <ac:chgData name="Steve Mutrux" userId="4fa98d0c-dc66-4728-b09b-a88e22e95094" providerId="ADAL" clId="{421BD283-33D8-4C6C-821F-71755E863FA2}" dt="2026-09-16T01:41:19.114" v="2580"/>
          <ac:spMkLst>
            <pc:docMk/>
            <pc:sldMk cId="518144185" sldId="258"/>
            <ac:spMk id="4" creationId="{4179717D-B637-2B0D-B9EF-712078DD12DB}"/>
          </ac:spMkLst>
        </pc:spChg>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del">
          <ac:chgData name="Steve Mutrux" userId="4fa98d0c-dc66-4728-b09b-a88e22e95094" providerId="ADAL" clId="{421BD283-33D8-4C6C-821F-71755E863FA2}" dt="2026-09-15T17:23:02.015" v="88" actId="22"/>
          <ac:spMkLst>
            <pc:docMk/>
            <pc:sldMk cId="518144185" sldId="258"/>
            <ac:spMk id="6" creationId="{C11197FF-9241-4E98-1F23-6A6849A7C448}"/>
          </ac:spMkLst>
        </pc:spChg>
        <pc:spChg chg="add del mod">
          <ac:chgData name="Steve Mutrux" userId="4fa98d0c-dc66-4728-b09b-a88e22e95094" providerId="ADAL" clId="{421BD283-33D8-4C6C-821F-71755E863FA2}" dt="2026-09-16T01:32:58.829" v="2270" actId="478"/>
          <ac:spMkLst>
            <pc:docMk/>
            <pc:sldMk cId="518144185" sldId="258"/>
            <ac:spMk id="6" creationId="{F30D305D-9660-BFE0-D543-CD5D129E965D}"/>
          </ac:spMkLst>
        </pc:spChg>
        <pc:spChg chg="add del mod">
          <ac:chgData name="Steve Mutrux" userId="4fa98d0c-dc66-4728-b09b-a88e22e95094" providerId="ADAL" clId="{421BD283-33D8-4C6C-821F-71755E863FA2}" dt="2026-09-16T01:34:24.418" v="2280" actId="478"/>
          <ac:spMkLst>
            <pc:docMk/>
            <pc:sldMk cId="518144185" sldId="258"/>
            <ac:spMk id="8" creationId="{4420A185-84EB-DED9-0C78-E7C60A358624}"/>
          </ac:spMkLst>
        </pc:spChg>
        <pc:spChg chg="add mod">
          <ac:chgData name="Steve Mutrux" userId="4fa98d0c-dc66-4728-b09b-a88e22e95094" providerId="ADAL" clId="{421BD283-33D8-4C6C-821F-71755E863FA2}" dt="2026-09-16T01:44:44.516" v="2607" actId="20577"/>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del mod">
          <ac:chgData name="Steve Mutrux" userId="4fa98d0c-dc66-4728-b09b-a88e22e95094" providerId="ADAL" clId="{421BD283-33D8-4C6C-821F-71755E863FA2}" dt="2026-09-16T01:46:37.054" v="2657" actId="21"/>
          <ac:spMkLst>
            <pc:docMk/>
            <pc:sldMk cId="518144185" sldId="258"/>
            <ac:spMk id="15" creationId="{44A84756-8249-7168-7DA3-B3CFCE071452}"/>
          </ac:spMkLst>
        </pc:spChg>
        <pc:spChg chg="add del mod">
          <ac:chgData name="Steve Mutrux" userId="4fa98d0c-dc66-4728-b09b-a88e22e95094" providerId="ADAL" clId="{421BD283-33D8-4C6C-821F-71755E863FA2}" dt="2026-09-16T01:46:37.054" v="2657" actId="21"/>
          <ac:spMkLst>
            <pc:docMk/>
            <pc:sldMk cId="518144185" sldId="258"/>
            <ac:spMk id="17" creationId="{AC29BAEA-85E2-CE44-DFD8-33264295EAFB}"/>
          </ac:spMkLst>
        </pc:spChg>
        <pc:spChg chg="add mod">
          <ac:chgData name="Steve Mutrux" userId="4fa98d0c-dc66-4728-b09b-a88e22e95094" providerId="ADAL" clId="{421BD283-33D8-4C6C-821F-71755E863FA2}" dt="2026-09-16T02:07:30.283" v="2884" actId="1076"/>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6T02:07:30.283" v="2884" actId="1076"/>
          <ac:spMkLst>
            <pc:docMk/>
            <pc:sldMk cId="518144185" sldId="258"/>
            <ac:spMk id="20" creationId="{CCFAD389-EE71-B68B-7904-B518B60423D2}"/>
          </ac:spMkLst>
        </pc:spChg>
        <pc:spChg chg="add mod">
          <ac:chgData name="Steve Mutrux" userId="4fa98d0c-dc66-4728-b09b-a88e22e95094" providerId="ADAL" clId="{421BD283-33D8-4C6C-821F-71755E863FA2}" dt="2026-09-16T02:07:30.283" v="2884" actId="1076"/>
          <ac:spMkLst>
            <pc:docMk/>
            <pc:sldMk cId="518144185" sldId="258"/>
            <ac:spMk id="21" creationId="{AD65F9A4-3D9F-CADB-4D37-DD80B4615F45}"/>
          </ac:spMkLst>
        </pc:spChg>
        <pc:spChg chg="add mod">
          <ac:chgData name="Steve Mutrux" userId="4fa98d0c-dc66-4728-b09b-a88e22e95094" providerId="ADAL" clId="{421BD283-33D8-4C6C-821F-71755E863FA2}" dt="2026-09-16T02:07:30.283" v="2884" actId="1076"/>
          <ac:spMkLst>
            <pc:docMk/>
            <pc:sldMk cId="518144185" sldId="258"/>
            <ac:spMk id="22" creationId="{12F11FF0-1BF1-6CC5-4631-D4121454A724}"/>
          </ac:spMkLst>
        </pc:spChg>
        <pc:spChg chg="add mod">
          <ac:chgData name="Steve Mutrux" userId="4fa98d0c-dc66-4728-b09b-a88e22e95094" providerId="ADAL" clId="{421BD283-33D8-4C6C-821F-71755E863FA2}" dt="2026-09-16T02:07:30.283" v="2884" actId="1076"/>
          <ac:spMkLst>
            <pc:docMk/>
            <pc:sldMk cId="518144185" sldId="258"/>
            <ac:spMk id="23" creationId="{407BEB45-41C6-4289-92A8-7E218F7F8701}"/>
          </ac:spMkLst>
        </pc:spChg>
        <pc:spChg chg="add mod">
          <ac:chgData name="Steve Mutrux" userId="4fa98d0c-dc66-4728-b09b-a88e22e95094" providerId="ADAL" clId="{421BD283-33D8-4C6C-821F-71755E863FA2}" dt="2026-09-16T02:07:30.283" v="2884"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modSp add del mod">
        <pc:chgData name="Steve Mutrux" userId="4fa98d0c-dc66-4728-b09b-a88e22e95094" providerId="ADAL" clId="{421BD283-33D8-4C6C-821F-71755E863FA2}" dt="2026-09-15T17:33:19.095" v="206" actId="47"/>
        <pc:sldMkLst>
          <pc:docMk/>
          <pc:sldMk cId="2746681985" sldId="259"/>
        </pc:sldMkLst>
        <pc:spChg chg="mod">
          <ac:chgData name="Steve Mutrux" userId="4fa98d0c-dc66-4728-b09b-a88e22e95094" providerId="ADAL" clId="{421BD283-33D8-4C6C-821F-71755E863FA2}" dt="2026-09-15T17:24:30.924" v="143" actId="20577"/>
          <ac:spMkLst>
            <pc:docMk/>
            <pc:sldMk cId="2746681985" sldId="259"/>
            <ac:spMk id="2" creationId="{46FCA733-7FA2-BB2D-AC86-FA58306C8D48}"/>
          </ac:spMkLst>
        </pc:spChg>
      </pc:sldChg>
      <pc:sldChg chg="addSp delSp modSp add mod ord modAnim">
        <pc:chgData name="Steve Mutrux" userId="4fa98d0c-dc66-4728-b09b-a88e22e95094" providerId="ADAL" clId="{421BD283-33D8-4C6C-821F-71755E863FA2}" dt="2026-09-16T12:36:19.539" v="3839" actId="167"/>
        <pc:sldMkLst>
          <pc:docMk/>
          <pc:sldMk cId="3444687766" sldId="260"/>
        </pc:sldMkLst>
        <pc:spChg chg="del mod">
          <ac:chgData name="Steve Mutrux" userId="4fa98d0c-dc66-4728-b09b-a88e22e95094" providerId="ADAL" clId="{421BD283-33D8-4C6C-821F-71755E863FA2}" dt="2026-09-16T00:46:15.741" v="916" actId="478"/>
          <ac:spMkLst>
            <pc:docMk/>
            <pc:sldMk cId="3444687766" sldId="260"/>
            <ac:spMk id="2" creationId="{002E2CC7-570D-FDB3-3281-85D5D28B2E70}"/>
          </ac:spMkLst>
        </pc:spChg>
        <pc:spChg chg="mod">
          <ac:chgData name="Steve Mutrux" userId="4fa98d0c-dc66-4728-b09b-a88e22e95094" providerId="ADAL" clId="{421BD283-33D8-4C6C-821F-71755E863FA2}" dt="2026-09-16T11:58:01.971" v="3483" actId="14100"/>
          <ac:spMkLst>
            <pc:docMk/>
            <pc:sldMk cId="3444687766" sldId="260"/>
            <ac:spMk id="3" creationId="{F0AC75C3-D900-D841-B78D-2A1D1677A633}"/>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mod">
          <ac:chgData name="Steve Mutrux" userId="4fa98d0c-dc66-4728-b09b-a88e22e95094" providerId="ADAL" clId="{421BD283-33D8-4C6C-821F-71755E863FA2}" dt="2026-09-16T11:55:46.486" v="3460"/>
          <ac:spMkLst>
            <pc:docMk/>
            <pc:sldMk cId="3444687766" sldId="260"/>
            <ac:spMk id="7" creationId="{BF7235CB-A883-A271-6DE2-5F16525B620E}"/>
          </ac:spMkLst>
        </pc:spChg>
        <pc:spChg chg="mod">
          <ac:chgData name="Steve Mutrux" userId="4fa98d0c-dc66-4728-b09b-a88e22e95094" providerId="ADAL" clId="{421BD283-33D8-4C6C-821F-71755E863FA2}" dt="2026-09-16T11:55:46.486" v="3460"/>
          <ac:spMkLst>
            <pc:docMk/>
            <pc:sldMk cId="3444687766" sldId="260"/>
            <ac:spMk id="8" creationId="{FB8386EE-B837-D805-5371-59DFE3A39A54}"/>
          </ac:spMkLst>
        </pc:spChg>
        <pc:spChg chg="mod">
          <ac:chgData name="Steve Mutrux" userId="4fa98d0c-dc66-4728-b09b-a88e22e95094" providerId="ADAL" clId="{421BD283-33D8-4C6C-821F-71755E863FA2}" dt="2026-09-16T11:58:27.537" v="3488" actId="1076"/>
          <ac:spMkLst>
            <pc:docMk/>
            <pc:sldMk cId="3444687766" sldId="260"/>
            <ac:spMk id="9" creationId="{4BC384DA-B5A9-A2C3-80E9-6C83E5BF28BB}"/>
          </ac:spMkLst>
        </pc:spChg>
        <pc:spChg chg="mod">
          <ac:chgData name="Steve Mutrux" userId="4fa98d0c-dc66-4728-b09b-a88e22e95094" providerId="ADAL" clId="{421BD283-33D8-4C6C-821F-71755E863FA2}" dt="2026-09-16T11:58:24.099" v="3487" actId="1076"/>
          <ac:spMkLst>
            <pc:docMk/>
            <pc:sldMk cId="3444687766" sldId="260"/>
            <ac:spMk id="10" creationId="{6E43F294-A723-9C2D-9117-3EAFCB8D7DD4}"/>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del mod ord">
          <ac:chgData name="Steve Mutrux" userId="4fa98d0c-dc66-4728-b09b-a88e22e95094" providerId="ADAL" clId="{421BD283-33D8-4C6C-821F-71755E863FA2}" dt="2026-09-16T12:28:36.433" v="3715" actId="478"/>
          <ac:grpSpMkLst>
            <pc:docMk/>
            <pc:sldMk cId="3444687766" sldId="260"/>
            <ac:grpSpMk id="2" creationId="{B3BE51AA-CD21-FF1C-65C4-A34C48469377}"/>
          </ac:grpSpMkLst>
        </pc:grpChg>
        <pc:grpChg chg="mod">
          <ac:chgData name="Steve Mutrux" userId="4fa98d0c-dc66-4728-b09b-a88e22e95094" providerId="ADAL" clId="{421BD283-33D8-4C6C-821F-71755E863FA2}" dt="2026-09-16T11:55:46.486" v="3460"/>
          <ac:grpSpMkLst>
            <pc:docMk/>
            <pc:sldMk cId="3444687766" sldId="260"/>
            <ac:grpSpMk id="5" creationId="{8502D639-0220-4089-B432-B8558923B3C1}"/>
          </ac:grpSpMkLst>
        </pc:grpChg>
        <pc:grpChg chg="mod">
          <ac:chgData name="Steve Mutrux" userId="4fa98d0c-dc66-4728-b09b-a88e22e95094" providerId="ADAL" clId="{421BD283-33D8-4C6C-821F-71755E863FA2}" dt="2026-09-16T11:55:46.486" v="3460"/>
          <ac:grpSpMkLst>
            <pc:docMk/>
            <pc:sldMk cId="3444687766" sldId="260"/>
            <ac:grpSpMk id="6" creationId="{19E43BAC-DCCF-D719-04C1-CCDA01A414D3}"/>
          </ac:grpSpMkLst>
        </pc:gr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addAnim delAnim modAnim">
        <pc:chgData name="Steve Mutrux" userId="4fa98d0c-dc66-4728-b09b-a88e22e95094" providerId="ADAL" clId="{421BD283-33D8-4C6C-821F-71755E863FA2}" dt="2026-09-16T12:52:14.028" v="4053" actId="16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del">
          <ac:chgData name="Steve Mutrux" userId="4fa98d0c-dc66-4728-b09b-a88e22e95094" providerId="ADAL" clId="{421BD283-33D8-4C6C-821F-71755E863FA2}" dt="2026-09-16T00:46:11.904" v="914" actId="478"/>
          <ac:spMkLst>
            <pc:docMk/>
            <pc:sldMk cId="4190029259" sldId="261"/>
            <ac:spMk id="2" creationId="{EB45249E-3CD1-3B49-F9CF-AF33CD9279A1}"/>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add del">
          <ac:chgData name="Steve Mutrux" userId="4fa98d0c-dc66-4728-b09b-a88e22e95094" providerId="ADAL" clId="{421BD283-33D8-4C6C-821F-71755E863FA2}" dt="2026-09-16T00:42:24.116" v="855" actId="478"/>
          <ac:spMkLst>
            <pc:docMk/>
            <pc:sldMk cId="4190029259" sldId="261"/>
            <ac:spMk id="4" creationId="{86ABD23B-52C3-0A87-E606-1F99B12A92D7}"/>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add del mod">
          <ac:chgData name="Steve Mutrux" userId="4fa98d0c-dc66-4728-b09b-a88e22e95094" providerId="ADAL" clId="{421BD283-33D8-4C6C-821F-71755E863FA2}" dt="2026-09-16T12:37:31.420" v="3843" actId="478"/>
          <ac:spMkLst>
            <pc:docMk/>
            <pc:sldMk cId="4190029259" sldId="261"/>
            <ac:spMk id="6" creationId="{C26F907F-3A16-3C95-A3C0-1A0D83238263}"/>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del mod">
          <ac:chgData name="Steve Mutrux" userId="4fa98d0c-dc66-4728-b09b-a88e22e95094" providerId="ADAL" clId="{421BD283-33D8-4C6C-821F-71755E863FA2}" dt="2026-09-16T12:41:09.381" v="3879" actId="478"/>
          <ac:spMkLst>
            <pc:docMk/>
            <pc:sldMk cId="4190029259" sldId="261"/>
            <ac:spMk id="15" creationId="{E8AC0F8B-75D9-6940-D2C6-15D7200CBF96}"/>
          </ac:spMkLst>
        </pc:spChg>
        <pc:spChg chg="add del mod">
          <ac:chgData name="Steve Mutrux" userId="4fa98d0c-dc66-4728-b09b-a88e22e95094" providerId="ADAL" clId="{421BD283-33D8-4C6C-821F-71755E863FA2}" dt="2026-09-16T12:41:10.088" v="3880" actId="478"/>
          <ac:spMkLst>
            <pc:docMk/>
            <pc:sldMk cId="4190029259" sldId="261"/>
            <ac:spMk id="17" creationId="{B77C07AD-A18F-C228-4CB7-289C48CC9D50}"/>
          </ac:spMkLst>
        </pc:spChg>
        <pc:spChg chg="add del mod">
          <ac:chgData name="Steve Mutrux" userId="4fa98d0c-dc66-4728-b09b-a88e22e95094" providerId="ADAL" clId="{421BD283-33D8-4C6C-821F-71755E863FA2}" dt="2026-09-16T12:41:12.820" v="3882" actId="478"/>
          <ac:spMkLst>
            <pc:docMk/>
            <pc:sldMk cId="4190029259" sldId="261"/>
            <ac:spMk id="19" creationId="{6025D1BC-186D-5E9A-8EFC-D3D3544AC95C}"/>
          </ac:spMkLst>
        </pc:spChg>
        <pc:spChg chg="add del mod">
          <ac:chgData name="Steve Mutrux" userId="4fa98d0c-dc66-4728-b09b-a88e22e95094" providerId="ADAL" clId="{421BD283-33D8-4C6C-821F-71755E863FA2}" dt="2026-09-16T12:41:11.370" v="3881" actId="478"/>
          <ac:spMkLst>
            <pc:docMk/>
            <pc:sldMk cId="4190029259" sldId="261"/>
            <ac:spMk id="21" creationId="{C56B7234-588E-45B2-37AF-971B195666C1}"/>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spChg chg="mod">
          <ac:chgData name="Steve Mutrux" userId="4fa98d0c-dc66-4728-b09b-a88e22e95094" providerId="ADAL" clId="{421BD283-33D8-4C6C-821F-71755E863FA2}" dt="2026-09-16T12:45:45.433" v="3916"/>
          <ac:spMkLst>
            <pc:docMk/>
            <pc:sldMk cId="4190029259" sldId="261"/>
            <ac:spMk id="37" creationId="{E14BB88B-0E96-59B3-6EF0-279E58A2B8ED}"/>
          </ac:spMkLst>
        </pc:spChg>
        <pc:spChg chg="mod">
          <ac:chgData name="Steve Mutrux" userId="4fa98d0c-dc66-4728-b09b-a88e22e95094" providerId="ADAL" clId="{421BD283-33D8-4C6C-821F-71755E863FA2}" dt="2026-09-16T12:45:45.433" v="3916"/>
          <ac:spMkLst>
            <pc:docMk/>
            <pc:sldMk cId="4190029259" sldId="261"/>
            <ac:spMk id="40" creationId="{34B31535-460B-ADF4-80F4-ACC7134B73F9}"/>
          </ac:spMkLst>
        </pc:spChg>
        <pc:spChg chg="mod">
          <ac:chgData name="Steve Mutrux" userId="4fa98d0c-dc66-4728-b09b-a88e22e95094" providerId="ADAL" clId="{421BD283-33D8-4C6C-821F-71755E863FA2}" dt="2026-09-16T12:45:45.433" v="3916"/>
          <ac:spMkLst>
            <pc:docMk/>
            <pc:sldMk cId="4190029259" sldId="261"/>
            <ac:spMk id="41" creationId="{27FEF0EB-867D-16D0-15C2-CD3994E3BBDE}"/>
          </ac:spMkLst>
        </pc:spChg>
        <pc:spChg chg="mod">
          <ac:chgData name="Steve Mutrux" userId="4fa98d0c-dc66-4728-b09b-a88e22e95094" providerId="ADAL" clId="{421BD283-33D8-4C6C-821F-71755E863FA2}" dt="2026-09-16T12:45:45.433" v="3916"/>
          <ac:spMkLst>
            <pc:docMk/>
            <pc:sldMk cId="4190029259" sldId="261"/>
            <ac:spMk id="42" creationId="{647F243E-B534-9042-3F18-1A8B8362CD16}"/>
          </ac:spMkLst>
        </pc:spChg>
        <pc:spChg chg="mod">
          <ac:chgData name="Steve Mutrux" userId="4fa98d0c-dc66-4728-b09b-a88e22e95094" providerId="ADAL" clId="{421BD283-33D8-4C6C-821F-71755E863FA2}" dt="2026-09-16T12:45:45.433" v="3916"/>
          <ac:spMkLst>
            <pc:docMk/>
            <pc:sldMk cId="4190029259" sldId="261"/>
            <ac:spMk id="43" creationId="{E3193F3F-9BF7-FAB2-D152-4360CC438B1F}"/>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grpChg chg="add mod ord">
          <ac:chgData name="Steve Mutrux" userId="4fa98d0c-dc66-4728-b09b-a88e22e95094" providerId="ADAL" clId="{421BD283-33D8-4C6C-821F-71755E863FA2}" dt="2026-09-16T12:46:41.590" v="3946" actId="1035"/>
          <ac:grpSpMkLst>
            <pc:docMk/>
            <pc:sldMk cId="4190029259" sldId="261"/>
            <ac:grpSpMk id="36" creationId="{678ED05D-2A4B-61AA-076B-C0C666BA3F7F}"/>
          </ac:grpSpMkLst>
        </pc:grpChg>
        <pc:grpChg chg="mod">
          <ac:chgData name="Steve Mutrux" userId="4fa98d0c-dc66-4728-b09b-a88e22e95094" providerId="ADAL" clId="{421BD283-33D8-4C6C-821F-71755E863FA2}" dt="2026-09-16T12:45:45.433" v="3916"/>
          <ac:grpSpMkLst>
            <pc:docMk/>
            <pc:sldMk cId="4190029259" sldId="261"/>
            <ac:grpSpMk id="38" creationId="{927BA3C9-6617-CB9C-8987-32C8B8373228}"/>
          </ac:grpSpMkLst>
        </pc:grpChg>
        <pc:grpChg chg="mod">
          <ac:chgData name="Steve Mutrux" userId="4fa98d0c-dc66-4728-b09b-a88e22e95094" providerId="ADAL" clId="{421BD283-33D8-4C6C-821F-71755E863FA2}" dt="2026-09-16T12:45:45.433" v="3916"/>
          <ac:grpSpMkLst>
            <pc:docMk/>
            <pc:sldMk cId="4190029259" sldId="261"/>
            <ac:grpSpMk id="39" creationId="{7C9560F7-8264-7EF2-E259-3151A7DA378D}"/>
          </ac:grpSpMkLst>
        </pc:grpChg>
      </pc:sldChg>
      <pc:sldChg chg="addSp delSp modSp add mod modAnim">
        <pc:chgData name="Steve Mutrux" userId="4fa98d0c-dc66-4728-b09b-a88e22e95094" providerId="ADAL" clId="{421BD283-33D8-4C6C-821F-71755E863FA2}" dt="2026-09-16T13:07:10.390" v="4166"/>
        <pc:sldMkLst>
          <pc:docMk/>
          <pc:sldMk cId="1179066660" sldId="262"/>
        </pc:sldMkLst>
        <pc:spChg chg="add mod">
          <ac:chgData name="Steve Mutrux" userId="4fa98d0c-dc66-4728-b09b-a88e22e95094" providerId="ADAL" clId="{421BD283-33D8-4C6C-821F-71755E863FA2}" dt="2026-09-16T12:54:11.577" v="4060" actId="207"/>
          <ac:spMkLst>
            <pc:docMk/>
            <pc:sldMk cId="1179066660" sldId="262"/>
            <ac:spMk id="2" creationId="{0BF92EDD-8888-E08D-FA4D-6A5E72D683AA}"/>
          </ac:spMkLst>
        </pc:spChg>
        <pc:spChg chg="del">
          <ac:chgData name="Steve Mutrux" userId="4fa98d0c-dc66-4728-b09b-a88e22e95094" providerId="ADAL" clId="{421BD283-33D8-4C6C-821F-71755E863FA2}" dt="2026-09-16T00:46:09.571" v="913" actId="478"/>
          <ac:spMkLst>
            <pc:docMk/>
            <pc:sldMk cId="1179066660" sldId="262"/>
            <ac:spMk id="2" creationId="{FB7C1DAA-388D-15E8-746C-4763F989A8BD}"/>
          </ac:spMkLst>
        </pc:spChg>
        <pc:spChg chg="add del">
          <ac:chgData name="Steve Mutrux" userId="4fa98d0c-dc66-4728-b09b-a88e22e95094" providerId="ADAL" clId="{421BD283-33D8-4C6C-821F-71755E863FA2}" dt="2026-09-16T00:42:27.997" v="857" actId="478"/>
          <ac:spMkLst>
            <pc:docMk/>
            <pc:sldMk cId="1179066660" sldId="262"/>
            <ac:spMk id="4" creationId="{454DAE8C-0239-F0A4-BA7E-4FE0FF2D9897}"/>
          </ac:spMkLst>
        </pc:spChg>
        <pc:spChg chg="mod">
          <ac:chgData name="Steve Mutrux" userId="4fa98d0c-dc66-4728-b09b-a88e22e95094" providerId="ADAL" clId="{421BD283-33D8-4C6C-821F-71755E863FA2}" dt="2026-09-16T12:53:48.110" v="4054"/>
          <ac:spMkLst>
            <pc:docMk/>
            <pc:sldMk cId="1179066660" sldId="262"/>
            <ac:spMk id="4" creationId="{7B5338A2-686D-30BB-18B5-63EF3F6596C5}"/>
          </ac:spMkLst>
        </pc:spChg>
        <pc:spChg chg="add del mod">
          <ac:chgData name="Steve Mutrux" userId="4fa98d0c-dc66-4728-b09b-a88e22e95094" providerId="ADAL" clId="{421BD283-33D8-4C6C-821F-71755E863FA2}" dt="2026-09-16T12:37:36.048" v="3845" actId="478"/>
          <ac:spMkLst>
            <pc:docMk/>
            <pc:sldMk cId="1179066660" sldId="262"/>
            <ac:spMk id="6" creationId="{0CDADB92-84C5-A652-539F-1C8F5047D3A6}"/>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grpChg chg="add mod ord">
          <ac:chgData name="Steve Mutrux" userId="4fa98d0c-dc66-4728-b09b-a88e22e95094" providerId="ADAL" clId="{421BD283-33D8-4C6C-821F-71755E863FA2}" dt="2026-09-16T12:55:19.955" v="4069" actId="1036"/>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sldChg>
      <pc:sldChg chg="addSp delSp modSp add mod">
        <pc:chgData name="Steve Mutrux" userId="4fa98d0c-dc66-4728-b09b-a88e22e95094" providerId="ADAL" clId="{421BD283-33D8-4C6C-821F-71755E863FA2}" dt="2026-09-16T00:46:05.458" v="912" actId="207"/>
        <pc:sldMkLst>
          <pc:docMk/>
          <pc:sldMk cId="2229155277" sldId="263"/>
        </pc:sldMkLst>
        <pc:spChg chg="del">
          <ac:chgData name="Steve Mutrux" userId="4fa98d0c-dc66-4728-b09b-a88e22e95094" providerId="ADAL" clId="{421BD283-33D8-4C6C-821F-71755E863FA2}" dt="2026-09-16T00:43:06.714" v="871" actId="478"/>
          <ac:spMkLst>
            <pc:docMk/>
            <pc:sldMk cId="2229155277" sldId="263"/>
            <ac:spMk id="2" creationId="{9E689793-48BC-E89A-D94F-DE97837489B8}"/>
          </ac:spMkLst>
        </pc:spChg>
        <pc:spChg chg="add del">
          <ac:chgData name="Steve Mutrux" userId="4fa98d0c-dc66-4728-b09b-a88e22e95094" providerId="ADAL" clId="{421BD283-33D8-4C6C-821F-71755E863FA2}" dt="2026-09-16T00:42:33.831" v="861" actId="478"/>
          <ac:spMkLst>
            <pc:docMk/>
            <pc:sldMk cId="2229155277" sldId="263"/>
            <ac:spMk id="4" creationId="{202A19DB-42DD-70EE-502D-F38B63917B61}"/>
          </ac:spMkLst>
        </pc:spChg>
        <pc:spChg chg="add mod">
          <ac:chgData name="Steve Mutrux" userId="4fa98d0c-dc66-4728-b09b-a88e22e95094" providerId="ADAL" clId="{421BD283-33D8-4C6C-821F-71755E863FA2}" dt="2026-09-16T00:46:05.458" v="912" actId="207"/>
          <ac:spMkLst>
            <pc:docMk/>
            <pc:sldMk cId="2229155277" sldId="263"/>
            <ac:spMk id="6" creationId="{3781749F-2DE4-6052-FCC1-9E1C1554116A}"/>
          </ac:spMkLst>
        </pc:spChg>
      </pc:sldChg>
      <pc:sldChg chg="addSp modSp add del mod ord">
        <pc:chgData name="Steve Mutrux" userId="4fa98d0c-dc66-4728-b09b-a88e22e95094" providerId="ADAL" clId="{421BD283-33D8-4C6C-821F-71755E863FA2}" dt="2026-09-15T17:32:59.196" v="205" actId="47"/>
        <pc:sldMkLst>
          <pc:docMk/>
          <pc:sldMk cId="3784798508" sldId="264"/>
        </pc:sldMkLst>
        <pc:graphicFrameChg chg="add mod modGraphic">
          <ac:chgData name="Steve Mutrux" userId="4fa98d0c-dc66-4728-b09b-a88e22e95094" providerId="ADAL" clId="{421BD283-33D8-4C6C-821F-71755E863FA2}" dt="2026-09-15T17:26:50.371" v="149" actId="21"/>
          <ac:graphicFrameMkLst>
            <pc:docMk/>
            <pc:sldMk cId="3784798508" sldId="264"/>
            <ac:graphicFrameMk id="3" creationId="{FA98907C-FF05-F27C-6580-F7DFB5B2FA79}"/>
          </ac:graphicFrameMkLst>
        </pc:graphicFrameChg>
      </pc:sldChg>
      <pc:sldChg chg="addSp delSp modSp add del mod addAnim delAnim modAnim">
        <pc:chgData name="Steve Mutrux" userId="4fa98d0c-dc66-4728-b09b-a88e22e95094" providerId="ADAL" clId="{421BD283-33D8-4C6C-821F-71755E863FA2}" dt="2026-09-16T02:08:34.656" v="2886" actId="47"/>
        <pc:sldMkLst>
          <pc:docMk/>
          <pc:sldMk cId="2553109476" sldId="265"/>
        </pc:sldMkLst>
        <pc:spChg chg="del mod">
          <ac:chgData name="Steve Mutrux" userId="4fa98d0c-dc66-4728-b09b-a88e22e95094" providerId="ADAL" clId="{421BD283-33D8-4C6C-821F-71755E863FA2}" dt="2026-09-16T00:46:27.819" v="920" actId="478"/>
          <ac:spMkLst>
            <pc:docMk/>
            <pc:sldMk cId="2553109476" sldId="265"/>
            <ac:spMk id="2" creationId="{9019CA75-AE86-96E8-F266-96497A23FD87}"/>
          </ac:spMkLst>
        </pc:spChg>
        <pc:spChg chg="add del mod">
          <ac:chgData name="Steve Mutrux" userId="4fa98d0c-dc66-4728-b09b-a88e22e95094" providerId="ADAL" clId="{421BD283-33D8-4C6C-821F-71755E863FA2}" dt="2026-09-16T01:46:29.971" v="2655" actId="478"/>
          <ac:spMkLst>
            <pc:docMk/>
            <pc:sldMk cId="2553109476" sldId="265"/>
            <ac:spMk id="4" creationId="{487D995F-8AAC-6993-74EB-723E6B5C0BFF}"/>
          </ac:spMkLst>
        </pc:spChg>
        <pc:spChg chg="add del mod">
          <ac:chgData name="Steve Mutrux" userId="4fa98d0c-dc66-4728-b09b-a88e22e95094" providerId="ADAL" clId="{421BD283-33D8-4C6C-821F-71755E863FA2}" dt="2026-09-16T01:46:31.802" v="2656" actId="478"/>
          <ac:spMkLst>
            <pc:docMk/>
            <pc:sldMk cId="2553109476" sldId="265"/>
            <ac:spMk id="5" creationId="{CC915FDB-49B9-2B7E-78DD-B03D9C91E7BB}"/>
          </ac:spMkLst>
        </pc:spChg>
        <pc:spChg chg="add mod">
          <ac:chgData name="Steve Mutrux" userId="4fa98d0c-dc66-4728-b09b-a88e22e95094" providerId="ADAL" clId="{421BD283-33D8-4C6C-821F-71755E863FA2}" dt="2026-09-16T01:48:58.599" v="2674" actId="1076"/>
          <ac:spMkLst>
            <pc:docMk/>
            <pc:sldMk cId="2553109476" sldId="265"/>
            <ac:spMk id="6" creationId="{61D39F87-CA97-9841-1740-3A707FCB0820}"/>
          </ac:spMkLst>
        </pc:spChg>
        <pc:spChg chg="add mod">
          <ac:chgData name="Steve Mutrux" userId="4fa98d0c-dc66-4728-b09b-a88e22e95094" providerId="ADAL" clId="{421BD283-33D8-4C6C-821F-71755E863FA2}" dt="2026-09-16T01:48:58.599" v="2674" actId="1076"/>
          <ac:spMkLst>
            <pc:docMk/>
            <pc:sldMk cId="2553109476" sldId="265"/>
            <ac:spMk id="8" creationId="{D2CAF332-5168-1014-A2BD-160BABC51106}"/>
          </ac:spMkLst>
        </pc:spChg>
        <pc:spChg chg="add mod">
          <ac:chgData name="Steve Mutrux" userId="4fa98d0c-dc66-4728-b09b-a88e22e95094" providerId="ADAL" clId="{421BD283-33D8-4C6C-821F-71755E863FA2}" dt="2026-09-16T02:05:29.497" v="2880" actId="1076"/>
          <ac:spMkLst>
            <pc:docMk/>
            <pc:sldMk cId="2553109476" sldId="265"/>
            <ac:spMk id="9" creationId="{C08C61C3-61B5-0EF2-19EE-F7A6E4779A21}"/>
          </ac:spMkLst>
        </pc:spChg>
        <pc:spChg chg="add mod">
          <ac:chgData name="Steve Mutrux" userId="4fa98d0c-dc66-4728-b09b-a88e22e95094" providerId="ADAL" clId="{421BD283-33D8-4C6C-821F-71755E863FA2}" dt="2026-09-16T02:05:29.497" v="2880" actId="1076"/>
          <ac:spMkLst>
            <pc:docMk/>
            <pc:sldMk cId="2553109476" sldId="265"/>
            <ac:spMk id="11" creationId="{EFE92541-AAEA-62B9-4C58-46C0C2B56148}"/>
          </ac:spMkLst>
        </pc:spChg>
        <pc:spChg chg="add mod">
          <ac:chgData name="Steve Mutrux" userId="4fa98d0c-dc66-4728-b09b-a88e22e95094" providerId="ADAL" clId="{421BD283-33D8-4C6C-821F-71755E863FA2}" dt="2026-09-16T02:05:29.497" v="2880" actId="1076"/>
          <ac:spMkLst>
            <pc:docMk/>
            <pc:sldMk cId="2553109476" sldId="265"/>
            <ac:spMk id="13" creationId="{C70B50C0-42DE-9FB3-0CDD-78007CFF07ED}"/>
          </ac:spMkLst>
        </pc:spChg>
        <pc:spChg chg="add mod">
          <ac:chgData name="Steve Mutrux" userId="4fa98d0c-dc66-4728-b09b-a88e22e95094" providerId="ADAL" clId="{421BD283-33D8-4C6C-821F-71755E863FA2}" dt="2026-09-16T02:05:29.497" v="2880" actId="1076"/>
          <ac:spMkLst>
            <pc:docMk/>
            <pc:sldMk cId="2553109476" sldId="265"/>
            <ac:spMk id="15" creationId="{37045FA2-1A16-FF5A-C8E5-885FD071F442}"/>
          </ac:spMkLst>
        </pc:spChg>
        <pc:spChg chg="add mod">
          <ac:chgData name="Steve Mutrux" userId="4fa98d0c-dc66-4728-b09b-a88e22e95094" providerId="ADAL" clId="{421BD283-33D8-4C6C-821F-71755E863FA2}" dt="2026-09-16T02:05:29.497" v="2880" actId="1076"/>
          <ac:spMkLst>
            <pc:docMk/>
            <pc:sldMk cId="2553109476" sldId="265"/>
            <ac:spMk id="17" creationId="{23F0DB1B-0A97-0CF7-C61A-82BBCBC2417E}"/>
          </ac:spMkLst>
        </pc:spChg>
      </pc:sldChg>
      <pc:sldChg chg="add del">
        <pc:chgData name="Steve Mutrux" userId="4fa98d0c-dc66-4728-b09b-a88e22e95094" providerId="ADAL" clId="{421BD283-33D8-4C6C-821F-71755E863FA2}" dt="2026-09-15T16:17:28.694" v="10"/>
        <pc:sldMkLst>
          <pc:docMk/>
          <pc:sldMk cId="3540047338" sldId="265"/>
        </pc:sldMkLst>
      </pc:sldChg>
      <pc:sldChg chg="addSp delSp modSp add mod modAnim modNotesTx">
        <pc:chgData name="Steve Mutrux" userId="4fa98d0c-dc66-4728-b09b-a88e22e95094" providerId="ADAL" clId="{421BD283-33D8-4C6C-821F-71755E863FA2}" dt="2026-09-16T11:20:21.614" v="3204" actId="1035"/>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del mod">
          <ac:chgData name="Steve Mutrux" userId="4fa98d0c-dc66-4728-b09b-a88e22e95094" providerId="ADAL" clId="{421BD283-33D8-4C6C-821F-71755E863FA2}" dt="2026-09-16T00:46:26.334" v="919" actId="478"/>
          <ac:spMkLst>
            <pc:docMk/>
            <pc:sldMk cId="353601395" sldId="266"/>
            <ac:spMk id="2" creationId="{F8626D69-4F4F-76B2-E4FB-EA5B5DF367A4}"/>
          </ac:spMkLst>
        </pc:spChg>
        <pc:spChg chg="add mod">
          <ac:chgData name="Steve Mutrux" userId="4fa98d0c-dc66-4728-b09b-a88e22e95094" providerId="ADAL" clId="{421BD283-33D8-4C6C-821F-71755E863FA2}" dt="2026-09-16T00:47:55.663" v="927" actId="2711"/>
          <ac:spMkLst>
            <pc:docMk/>
            <pc:sldMk cId="353601395" sldId="266"/>
            <ac:spMk id="4" creationId="{62300D51-2B10-B557-82F3-8A6662DF3624}"/>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del mod">
          <ac:chgData name="Steve Mutrux" userId="4fa98d0c-dc66-4728-b09b-a88e22e95094" providerId="ADAL" clId="{421BD283-33D8-4C6C-821F-71755E863FA2}" dt="2026-09-16T00:36:14.750" v="705" actId="478"/>
          <ac:spMkLst>
            <pc:docMk/>
            <pc:sldMk cId="353601395" sldId="266"/>
            <ac:spMk id="5" creationId="{F48311E2-530A-88F3-A0F2-5F0110403BE1}"/>
          </ac:spMkLst>
        </pc:spChg>
        <pc:spChg chg="add mod">
          <ac:chgData name="Steve Mutrux" userId="4fa98d0c-dc66-4728-b09b-a88e22e95094" providerId="ADAL" clId="{421BD283-33D8-4C6C-821F-71755E863FA2}" dt="2026-09-16T00:48:53.540" v="932" actId="207"/>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ac:chgData name="Steve Mutrux" userId="4fa98d0c-dc66-4728-b09b-a88e22e95094" providerId="ADAL" clId="{421BD283-33D8-4C6C-821F-71755E863FA2}" dt="2026-09-16T10:49:43.544" v="3076" actId="164"/>
          <ac:grpSpMkLst>
            <pc:docMk/>
            <pc:sldMk cId="353601395" sldId="266"/>
            <ac:grpSpMk id="12" creationId="{9A540C8D-235A-5BDA-8C4D-4637D29BA67E}"/>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Anim modNotesTx">
        <pc:chgData name="Steve Mutrux" userId="4fa98d0c-dc66-4728-b09b-a88e22e95094" providerId="ADAL" clId="{421BD283-33D8-4C6C-821F-71755E863FA2}" dt="2026-09-16T11:20:54.556" v="3206" actId="1035"/>
        <pc:sldMkLst>
          <pc:docMk/>
          <pc:sldMk cId="557364214" sldId="267"/>
        </pc:sldMkLst>
        <pc:spChg chg="del mod">
          <ac:chgData name="Steve Mutrux" userId="4fa98d0c-dc66-4728-b09b-a88e22e95094" providerId="ADAL" clId="{421BD283-33D8-4C6C-821F-71755E863FA2}" dt="2026-09-16T00:46:24.274" v="918" actId="478"/>
          <ac:spMkLst>
            <pc:docMk/>
            <pc:sldMk cId="557364214" sldId="267"/>
            <ac:spMk id="2" creationId="{394BDA26-D74C-5390-5839-09EEB9016D38}"/>
          </ac:spMkLst>
        </pc:spChg>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6T00:48:02.005" v="929" actId="2711"/>
          <ac:spMkLst>
            <pc:docMk/>
            <pc:sldMk cId="557364214" sldId="267"/>
            <ac:spMk id="4" creationId="{D33647DA-DFAA-FEB8-E5A2-61DBE5F52AC1}"/>
          </ac:spMkLst>
        </pc:spChg>
        <pc:spChg chg="add del mod">
          <ac:chgData name="Steve Mutrux" userId="4fa98d0c-dc66-4728-b09b-a88e22e95094" providerId="ADAL" clId="{421BD283-33D8-4C6C-821F-71755E863FA2}" dt="2026-09-16T00:36:25.032" v="707" actId="478"/>
          <ac:spMkLst>
            <pc:docMk/>
            <pc:sldMk cId="557364214" sldId="267"/>
            <ac:spMk id="5" creationId="{12223178-2D4D-92AC-AE08-E324647AB193}"/>
          </ac:spMkLst>
        </pc:spChg>
        <pc:spChg chg="add mod">
          <ac:chgData name="Steve Mutrux" userId="4fa98d0c-dc66-4728-b09b-a88e22e95094" providerId="ADAL" clId="{421BD283-33D8-4C6C-821F-71755E863FA2}" dt="2026-09-16T00:48:56.149" v="933" actId="207"/>
          <ac:spMkLst>
            <pc:docMk/>
            <pc:sldMk cId="557364214" sldId="267"/>
            <ac:spMk id="6" creationId="{4B417B1F-4D76-94E6-39D5-BE8719071E14}"/>
          </ac:spMkLst>
        </pc:spChg>
        <pc:spChg chg="mod">
          <ac:chgData name="Steve Mutrux" userId="4fa98d0c-dc66-4728-b09b-a88e22e95094" providerId="ADAL" clId="{421BD283-33D8-4C6C-821F-71755E863FA2}" dt="2026-09-16T10:59:39.836" v="3123"/>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Anim modNotesTx">
        <pc:chgData name="Steve Mutrux" userId="4fa98d0c-dc66-4728-b09b-a88e22e95094" providerId="ADAL" clId="{421BD283-33D8-4C6C-821F-71755E863FA2}" dt="2026-09-16T11:54:25.710" v="3455" actId="1076"/>
        <pc:sldMkLst>
          <pc:docMk/>
          <pc:sldMk cId="3893094920" sldId="268"/>
        </pc:sldMkLst>
        <pc:spChg chg="del mod">
          <ac:chgData name="Steve Mutrux" userId="4fa98d0c-dc66-4728-b09b-a88e22e95094" providerId="ADAL" clId="{421BD283-33D8-4C6C-821F-71755E863FA2}" dt="2026-09-16T00:46:20.737" v="917" actId="478"/>
          <ac:spMkLst>
            <pc:docMk/>
            <pc:sldMk cId="3893094920" sldId="268"/>
            <ac:spMk id="2" creationId="{5745D002-DA86-69FC-73CA-295EFFA512FA}"/>
          </ac:spMkLst>
        </pc:spChg>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16T11:33:53.560" v="3332" actId="2710"/>
          <ac:spMkLst>
            <pc:docMk/>
            <pc:sldMk cId="3893094920" sldId="268"/>
            <ac:spMk id="4" creationId="{417B9F22-9B70-7974-674D-300CF5BE5CE0}"/>
          </ac:spMkLst>
        </pc:spChg>
        <pc:spChg chg="add del mod">
          <ac:chgData name="Steve Mutrux" userId="4fa98d0c-dc66-4728-b09b-a88e22e95094" providerId="ADAL" clId="{421BD283-33D8-4C6C-821F-71755E863FA2}" dt="2026-09-16T00:39:05.901" v="726" actId="478"/>
          <ac:spMkLst>
            <pc:docMk/>
            <pc:sldMk cId="3893094920" sldId="268"/>
            <ac:spMk id="5" creationId="{3F61CD58-FAF9-4198-A045-50D19461C2D1}"/>
          </ac:spMkLst>
        </pc:spChg>
        <pc:spChg chg="add mod">
          <ac:chgData name="Steve Mutrux" userId="4fa98d0c-dc66-4728-b09b-a88e22e95094" providerId="ADAL" clId="{421BD283-33D8-4C6C-821F-71755E863FA2}" dt="2026-09-16T00:48:58.410" v="934" actId="20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del mod">
          <ac:chgData name="Steve Mutrux" userId="4fa98d0c-dc66-4728-b09b-a88e22e95094" providerId="ADAL" clId="{421BD283-33D8-4C6C-821F-71755E863FA2}" dt="2026-09-16T11:43:35.324" v="3391" actId="478"/>
          <ac:spMkLst>
            <pc:docMk/>
            <pc:sldMk cId="3893094920" sldId="268"/>
            <ac:spMk id="16" creationId="{3743ACCA-66B3-D565-E029-33BBF5324BA0}"/>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picChg chg="add del mod">
          <ac:chgData name="Steve Mutrux" userId="4fa98d0c-dc66-4728-b09b-a88e22e95094" providerId="ADAL" clId="{421BD283-33D8-4C6C-821F-71755E863FA2}" dt="2026-09-16T11:39:51.178" v="3352" actId="478"/>
          <ac:picMkLst>
            <pc:docMk/>
            <pc:sldMk cId="3893094920" sldId="268"/>
            <ac:picMk id="14" creationId="{613D9C09-344F-A6FC-EACD-21A9CD75039B}"/>
          </ac:picMkLst>
        </pc:picChg>
      </pc:sldChg>
      <pc:sldChg chg="addSp delSp modSp add mod modAnim">
        <pc:chgData name="Steve Mutrux" userId="4fa98d0c-dc66-4728-b09b-a88e22e95094" providerId="ADAL" clId="{421BD283-33D8-4C6C-821F-71755E863FA2}" dt="2026-09-16T13:08:23.999" v="4176"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del mod">
          <ac:chgData name="Steve Mutrux" userId="4fa98d0c-dc66-4728-b09b-a88e22e95094" providerId="ADAL" clId="{421BD283-33D8-4C6C-821F-71755E863FA2}" dt="2026-09-16T00:43:08.967" v="872" actId="478"/>
          <ac:spMkLst>
            <pc:docMk/>
            <pc:sldMk cId="1755182162" sldId="269"/>
            <ac:spMk id="2" creationId="{98899C46-9E05-9DC8-C426-2C65F1A4E528}"/>
          </ac:spMkLst>
        </pc:spChg>
        <pc:spChg chg="mod">
          <ac:chgData name="Steve Mutrux" userId="4fa98d0c-dc66-4728-b09b-a88e22e95094" providerId="ADAL" clId="{421BD283-33D8-4C6C-821F-71755E863FA2}" dt="2026-09-16T13:07:27.413" v="4167"/>
          <ac:spMkLst>
            <pc:docMk/>
            <pc:sldMk cId="1755182162" sldId="269"/>
            <ac:spMk id="4" creationId="{17E330E2-C7BB-9957-1BD0-BD5B3A2EA6C8}"/>
          </ac:spMkLst>
        </pc:spChg>
        <pc:spChg chg="add del">
          <ac:chgData name="Steve Mutrux" userId="4fa98d0c-dc66-4728-b09b-a88e22e95094" providerId="ADAL" clId="{421BD283-33D8-4C6C-821F-71755E863FA2}" dt="2026-09-16T00:42:30.834" v="859" actId="478"/>
          <ac:spMkLst>
            <pc:docMk/>
            <pc:sldMk cId="1755182162" sldId="269"/>
            <ac:spMk id="4" creationId="{9D074477-3D77-AC6D-5F95-C6900C660E61}"/>
          </ac:spMkLst>
        </pc:spChg>
        <pc:spChg chg="add del mod">
          <ac:chgData name="Steve Mutrux" userId="4fa98d0c-dc66-4728-b09b-a88e22e95094" providerId="ADAL" clId="{421BD283-33D8-4C6C-821F-71755E863FA2}" dt="2026-09-16T12:37:52.508" v="3848" actId="478"/>
          <ac:spMkLst>
            <pc:docMk/>
            <pc:sldMk cId="1755182162" sldId="269"/>
            <ac:spMk id="6" creationId="{DE0AABFC-72E2-9D06-FC3C-5D2C8EFA51D3}"/>
          </ac:spMkLst>
        </pc:spChg>
        <pc:spChg chg="add del mod">
          <ac:chgData name="Steve Mutrux" userId="4fa98d0c-dc66-4728-b09b-a88e22e95094" providerId="ADAL" clId="{421BD283-33D8-4C6C-821F-71755E863FA2}" dt="2026-09-16T12:37:54.125" v="3850" actId="478"/>
          <ac:spMkLst>
            <pc:docMk/>
            <pc:sldMk cId="1755182162" sldId="269"/>
            <ac:spMk id="8" creationId="{99DF9151-06C6-FF03-633D-97C04C35ADF6}"/>
          </ac:spMkLst>
        </pc:spChg>
        <pc:spChg chg="mod">
          <ac:chgData name="Steve Mutrux" userId="4fa98d0c-dc66-4728-b09b-a88e22e95094" providerId="ADAL" clId="{421BD283-33D8-4C6C-821F-71755E863FA2}" dt="2026-09-16T13:07:27.413" v="4167"/>
          <ac:spMkLst>
            <pc:docMk/>
            <pc:sldMk cId="1755182162" sldId="269"/>
            <ac:spMk id="9" creationId="{8FB2219D-8984-6D14-3575-2AC897E844C2}"/>
          </ac:spMkLst>
        </pc:spChg>
        <pc:spChg chg="mod">
          <ac:chgData name="Steve Mutrux" userId="4fa98d0c-dc66-4728-b09b-a88e22e95094" providerId="ADAL" clId="{421BD283-33D8-4C6C-821F-71755E863FA2}" dt="2026-09-16T13:07:27.413" v="4167"/>
          <ac:spMkLst>
            <pc:docMk/>
            <pc:sldMk cId="1755182162" sldId="269"/>
            <ac:spMk id="10" creationId="{864B431D-FFF2-BAF2-ECD8-1A79B480132A}"/>
          </ac:spMkLst>
        </pc:spChg>
        <pc:spChg chg="mod">
          <ac:chgData name="Steve Mutrux" userId="4fa98d0c-dc66-4728-b09b-a88e22e95094" providerId="ADAL" clId="{421BD283-33D8-4C6C-821F-71755E863FA2}" dt="2026-09-16T13:07:27.413" v="4167"/>
          <ac:spMkLst>
            <pc:docMk/>
            <pc:sldMk cId="1755182162" sldId="269"/>
            <ac:spMk id="11" creationId="{2E0C468E-BF5D-E9DD-8973-2FFF3345D124}"/>
          </ac:spMkLst>
        </pc:spChg>
        <pc:spChg chg="mod">
          <ac:chgData name="Steve Mutrux" userId="4fa98d0c-dc66-4728-b09b-a88e22e95094" providerId="ADAL" clId="{421BD283-33D8-4C6C-821F-71755E863FA2}" dt="2026-09-16T13:07:27.413" v="4167"/>
          <ac:spMkLst>
            <pc:docMk/>
            <pc:sldMk cId="1755182162" sldId="269"/>
            <ac:spMk id="12" creationId="{BF9A3129-E99F-6B05-03CD-19E31BE66FC7}"/>
          </ac:spMkLst>
        </pc:spChg>
        <pc:spChg chg="add mod">
          <ac:chgData name="Steve Mutrux" userId="4fa98d0c-dc66-4728-b09b-a88e22e95094" providerId="ADAL" clId="{421BD283-33D8-4C6C-821F-71755E863FA2}" dt="2026-09-16T13:07:27.413" v="4167"/>
          <ac:spMkLst>
            <pc:docMk/>
            <pc:sldMk cId="1755182162" sldId="269"/>
            <ac:spMk id="13" creationId="{B324D36C-FBFE-738A-83C4-97AE78C8DC8D}"/>
          </ac:spMkLst>
        </pc:spChg>
        <pc:grpChg chg="add mod ord">
          <ac:chgData name="Steve Mutrux" userId="4fa98d0c-dc66-4728-b09b-a88e22e95094" providerId="ADAL" clId="{421BD283-33D8-4C6C-821F-71755E863FA2}" dt="2026-09-16T13:08:23.999" v="4176" actId="1036"/>
          <ac:grpSpMkLst>
            <pc:docMk/>
            <pc:sldMk cId="1755182162" sldId="269"/>
            <ac:grpSpMk id="3" creationId="{4AE5FAE7-F862-FFE2-1177-1977843DEE5E}"/>
          </ac:grpSpMkLst>
        </pc:grpChg>
        <pc:grpChg chg="mod">
          <ac:chgData name="Steve Mutrux" userId="4fa98d0c-dc66-4728-b09b-a88e22e95094" providerId="ADAL" clId="{421BD283-33D8-4C6C-821F-71755E863FA2}" dt="2026-09-16T13:07:27.413" v="4167"/>
          <ac:grpSpMkLst>
            <pc:docMk/>
            <pc:sldMk cId="1755182162" sldId="269"/>
            <ac:grpSpMk id="5" creationId="{C966A62F-07A6-3C53-CA5D-26D82C71F993}"/>
          </ac:grpSpMkLst>
        </pc:grpChg>
        <pc:grpChg chg="mod">
          <ac:chgData name="Steve Mutrux" userId="4fa98d0c-dc66-4728-b09b-a88e22e95094" providerId="ADAL" clId="{421BD283-33D8-4C6C-821F-71755E863FA2}" dt="2026-09-16T13:07:27.413" v="4167"/>
          <ac:grpSpMkLst>
            <pc:docMk/>
            <pc:sldMk cId="1755182162" sldId="269"/>
            <ac:grpSpMk id="7" creationId="{BE6D4B4F-EA40-EFCE-3EBE-A6B9E3703E70}"/>
          </ac:grpSpMkLst>
        </pc:grpChg>
      </pc:sldChg>
      <pc:sldChg chg="addSp delSp modSp add del mod ord">
        <pc:chgData name="Steve Mutrux" userId="4fa98d0c-dc66-4728-b09b-a88e22e95094" providerId="ADAL" clId="{421BD283-33D8-4C6C-821F-71755E863FA2}" dt="2026-09-16T11:55:24.750" v="3457" actId="47"/>
        <pc:sldMkLst>
          <pc:docMk/>
          <pc:sldMk cId="2049535269" sldId="270"/>
        </pc:sldMkLst>
        <pc:spChg chg="del mod">
          <ac:chgData name="Steve Mutrux" userId="4fa98d0c-dc66-4728-b09b-a88e22e95094" providerId="ADAL" clId="{421BD283-33D8-4C6C-821F-71755E863FA2}" dt="2026-09-16T00:39:08.755" v="728" actId="478"/>
          <ac:spMkLst>
            <pc:docMk/>
            <pc:sldMk cId="2049535269" sldId="270"/>
            <ac:spMk id="2" creationId="{28A7DA79-A174-410A-3A18-3A2891D7BA9C}"/>
          </ac:spMkLst>
        </pc:spChg>
        <pc:spChg chg="add del mod">
          <ac:chgData name="Steve Mutrux" userId="4fa98d0c-dc66-4728-b09b-a88e22e95094" providerId="ADAL" clId="{421BD283-33D8-4C6C-821F-71755E863FA2}" dt="2026-09-15T18:22:48.964" v="602" actId="478"/>
          <ac:spMkLst>
            <pc:docMk/>
            <pc:sldMk cId="2049535269" sldId="270"/>
            <ac:spMk id="3" creationId="{96714B1E-886B-EC76-37F9-55D406CB28A0}"/>
          </ac:spMkLst>
        </pc:spChg>
        <pc:spChg chg="add del mod">
          <ac:chgData name="Steve Mutrux" userId="4fa98d0c-dc66-4728-b09b-a88e22e95094" providerId="ADAL" clId="{421BD283-33D8-4C6C-821F-71755E863FA2}" dt="2026-09-16T11:55:21.524" v="3456" actId="478"/>
          <ac:spMkLst>
            <pc:docMk/>
            <pc:sldMk cId="2049535269" sldId="270"/>
            <ac:spMk id="4" creationId="{93D1B975-23AA-D332-2B01-31BE712CDC3A}"/>
          </ac:spMkLst>
        </pc:spChg>
        <pc:spChg chg="add mod">
          <ac:chgData name="Steve Mutrux" userId="4fa98d0c-dc66-4728-b09b-a88e22e95094" providerId="ADAL" clId="{421BD283-33D8-4C6C-821F-71755E863FA2}" dt="2026-09-16T00:49:00.986" v="935" actId="207"/>
          <ac:spMkLst>
            <pc:docMk/>
            <pc:sldMk cId="2049535269" sldId="270"/>
            <ac:spMk id="5" creationId="{C0C4D05C-8AD1-4702-C50E-A96CC6F600F5}"/>
          </ac:spMkLst>
        </pc:spChg>
      </pc:sldChg>
      <pc:sldChg chg="delSp modSp add mod">
        <pc:chgData name="Steve Mutrux" userId="4fa98d0c-dc66-4728-b09b-a88e22e95094" providerId="ADAL" clId="{421BD283-33D8-4C6C-821F-71755E863FA2}" dt="2026-09-16T00:43:04.454" v="870" actId="478"/>
        <pc:sldMkLst>
          <pc:docMk/>
          <pc:sldMk cId="1557603729" sldId="271"/>
        </pc:sldMkLst>
        <pc:spChg chg="del mod">
          <ac:chgData name="Steve Mutrux" userId="4fa98d0c-dc66-4728-b09b-a88e22e95094" providerId="ADAL" clId="{421BD283-33D8-4C6C-821F-71755E863FA2}" dt="2026-09-16T00:43:04.454" v="870" actId="478"/>
          <ac:spMkLst>
            <pc:docMk/>
            <pc:sldMk cId="1557603729" sldId="271"/>
            <ac:spMk id="2" creationId="{5B048899-C536-5880-E201-0706C75C8AF2}"/>
          </ac:spMkLst>
        </pc:spChg>
      </pc:sldChg>
      <pc:sldChg chg="addSp delSp modSp add mod ord modAnim">
        <pc:chgData name="Steve Mutrux" userId="4fa98d0c-dc66-4728-b09b-a88e22e95094" providerId="ADAL" clId="{421BD283-33D8-4C6C-821F-71755E863FA2}" dt="2026-09-16T12:38:37.651" v="3859"/>
        <pc:sldMkLst>
          <pc:docMk/>
          <pc:sldMk cId="1194673410" sldId="272"/>
        </pc:sldMkLst>
        <pc:spChg chg="del">
          <ac:chgData name="Steve Mutrux" userId="4fa98d0c-dc66-4728-b09b-a88e22e95094" providerId="ADAL" clId="{421BD283-33D8-4C6C-821F-71755E863FA2}" dt="2026-09-16T00:46:14.001" v="915" actId="478"/>
          <ac:spMkLst>
            <pc:docMk/>
            <pc:sldMk cId="1194673410" sldId="272"/>
            <ac:spMk id="2" creationId="{939024A9-D0D1-B303-54D7-9B51CE76A009}"/>
          </ac:spMkLst>
        </pc:spChg>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add del mod">
          <ac:chgData name="Steve Mutrux" userId="4fa98d0c-dc66-4728-b09b-a88e22e95094" providerId="ADAL" clId="{421BD283-33D8-4C6C-821F-71755E863FA2}" dt="2026-09-16T00:42:19.867" v="853" actId="478"/>
          <ac:spMkLst>
            <pc:docMk/>
            <pc:sldMk cId="1194673410" sldId="272"/>
            <ac:spMk id="4" creationId="{64A8FB32-00B1-B038-6ABD-C376D8B9CD8A}"/>
          </ac:spMkLst>
        </pc:spChg>
        <pc:spChg chg="add del">
          <ac:chgData name="Steve Mutrux" userId="4fa98d0c-dc66-4728-b09b-a88e22e95094" providerId="ADAL" clId="{421BD283-33D8-4C6C-821F-71755E863FA2}" dt="2026-09-16T00:39:13.953" v="733" actId="22"/>
          <ac:spMkLst>
            <pc:docMk/>
            <pc:sldMk cId="1194673410" sldId="272"/>
            <ac:spMk id="6" creationId="{6B180316-7B74-BE2C-6203-1CA10C2658D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del mod">
          <ac:chgData name="Steve Mutrux" userId="4fa98d0c-dc66-4728-b09b-a88e22e95094" providerId="ADAL" clId="{421BD283-33D8-4C6C-821F-71755E863FA2}" dt="2026-09-16T12:37:24.303" v="3841" actId="478"/>
          <ac:spMkLst>
            <pc:docMk/>
            <pc:sldMk cId="1194673410" sldId="272"/>
            <ac:spMk id="8" creationId="{6D7F7FB9-948B-2F04-F5F0-3961BF3B13D4}"/>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Anim modNotesTx">
        <pc:chgData name="Steve Mutrux" userId="4fa98d0c-dc66-4728-b09b-a88e22e95094" providerId="ADAL" clId="{421BD283-33D8-4C6C-821F-71755E863FA2}" dt="2026-09-16T11:19:32.067" v="3202" actId="1035"/>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ac:chgData name="Steve Mutrux" userId="4fa98d0c-dc66-4728-b09b-a88e22e95094" providerId="ADAL" clId="{421BD283-33D8-4C6C-821F-71755E863FA2}" dt="2026-09-16T10:59:01.665" v="3121" actId="22"/>
          <ac:spMkLst>
            <pc:docMk/>
            <pc:sldMk cId="3925825761" sldId="273"/>
            <ac:spMk id="13" creationId="{A83B4F55-9AA6-B35F-8AE6-E69B5CA807AD}"/>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6T10:59:03.334" v="3122" actId="22"/>
        <pc:sldMkLst>
          <pc:docMk/>
          <pc:sldMk cId="859702855" sldId="274"/>
        </pc:sldMkLst>
        <pc:spChg chg="add ord">
          <ac:chgData name="Steve Mutrux" userId="4fa98d0c-dc66-4728-b09b-a88e22e95094" providerId="ADAL" clId="{421BD283-33D8-4C6C-821F-71755E863FA2}" dt="2026-09-16T02:09:26.719" v="2900" actId="16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add">
          <ac:chgData name="Steve Mutrux" userId="4fa98d0c-dc66-4728-b09b-a88e22e95094" providerId="ADAL" clId="{421BD283-33D8-4C6C-821F-71755E863FA2}" dt="2026-09-16T10:59:03.334" v="3122" actId="22"/>
          <ac:spMkLst>
            <pc:docMk/>
            <pc:sldMk cId="859702855" sldId="274"/>
            <ac:spMk id="8" creationId="{34A4E6D7-12E2-CDB7-3EAA-1C672D1D7E69}"/>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spChg chg="del mod">
          <ac:chgData name="Steve Mutrux" userId="4fa98d0c-dc66-4728-b09b-a88e22e95094" providerId="ADAL" clId="{421BD283-33D8-4C6C-821F-71755E863FA2}" dt="2026-09-16T02:08:39.108" v="2889" actId="478"/>
          <ac:spMkLst>
            <pc:docMk/>
            <pc:sldMk cId="859702855" sldId="274"/>
            <ac:spMk id="18" creationId="{3288F7ED-2806-9B1F-B32B-CB7C59B37C2B}"/>
          </ac:spMkLst>
        </pc:spChg>
        <pc:spChg chg="del">
          <ac:chgData name="Steve Mutrux" userId="4fa98d0c-dc66-4728-b09b-a88e22e95094" providerId="ADAL" clId="{421BD283-33D8-4C6C-821F-71755E863FA2}" dt="2026-09-16T02:08:41.758" v="2892" actId="478"/>
          <ac:spMkLst>
            <pc:docMk/>
            <pc:sldMk cId="859702855" sldId="274"/>
            <ac:spMk id="19" creationId="{C94A94E7-DDB7-3325-1AEA-1A201F538B5C}"/>
          </ac:spMkLst>
        </pc:spChg>
        <pc:spChg chg="del">
          <ac:chgData name="Steve Mutrux" userId="4fa98d0c-dc66-4728-b09b-a88e22e95094" providerId="ADAL" clId="{421BD283-33D8-4C6C-821F-71755E863FA2}" dt="2026-09-16T02:08:41.051" v="2891" actId="478"/>
          <ac:spMkLst>
            <pc:docMk/>
            <pc:sldMk cId="859702855" sldId="274"/>
            <ac:spMk id="20" creationId="{5980DB84-AECE-13E2-9066-0C115732599E}"/>
          </ac:spMkLst>
        </pc:spChg>
        <pc:spChg chg="del">
          <ac:chgData name="Steve Mutrux" userId="4fa98d0c-dc66-4728-b09b-a88e22e95094" providerId="ADAL" clId="{421BD283-33D8-4C6C-821F-71755E863FA2}" dt="2026-09-16T02:08:43.032" v="2893" actId="478"/>
          <ac:spMkLst>
            <pc:docMk/>
            <pc:sldMk cId="859702855" sldId="274"/>
            <ac:spMk id="21" creationId="{095E80ED-3582-BEB8-866C-476BD40548A5}"/>
          </ac:spMkLst>
        </pc:spChg>
        <pc:spChg chg="del">
          <ac:chgData name="Steve Mutrux" userId="4fa98d0c-dc66-4728-b09b-a88e22e95094" providerId="ADAL" clId="{421BD283-33D8-4C6C-821F-71755E863FA2}" dt="2026-09-16T02:08:44.321" v="2895" actId="478"/>
          <ac:spMkLst>
            <pc:docMk/>
            <pc:sldMk cId="859702855" sldId="274"/>
            <ac:spMk id="22" creationId="{C2BB10E2-8380-7431-56F7-929B0BDA422C}"/>
          </ac:spMkLst>
        </pc:spChg>
        <pc:spChg chg="del">
          <ac:chgData name="Steve Mutrux" userId="4fa98d0c-dc66-4728-b09b-a88e22e95094" providerId="ADAL" clId="{421BD283-33D8-4C6C-821F-71755E863FA2}" dt="2026-09-16T02:08:40.108" v="2890" actId="478"/>
          <ac:spMkLst>
            <pc:docMk/>
            <pc:sldMk cId="859702855" sldId="274"/>
            <ac:spMk id="23" creationId="{B456D9DD-B0E7-2CC1-7A73-32F948777BEE}"/>
          </ac:spMkLst>
        </pc:spChg>
        <pc:spChg chg="del">
          <ac:chgData name="Steve Mutrux" userId="4fa98d0c-dc66-4728-b09b-a88e22e95094" providerId="ADAL" clId="{421BD283-33D8-4C6C-821F-71755E863FA2}" dt="2026-09-16T02:08:43.717" v="2894" actId="478"/>
          <ac:spMkLst>
            <pc:docMk/>
            <pc:sldMk cId="859702855" sldId="274"/>
            <ac:spMk id="24" creationId="{E1864E2E-F8F9-C970-D221-B315584E2BE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16T12:27:36.526" v="3714"/>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del">
          <ac:chgData name="Steve Mutrux" userId="4fa98d0c-dc66-4728-b09b-a88e22e95094" providerId="ADAL" clId="{421BD283-33D8-4C6C-821F-71755E863FA2}" dt="2026-09-16T12:00:20.735" v="3516" actId="22"/>
          <ac:spMkLst>
            <pc:docMk/>
            <pc:sldMk cId="1282376480" sldId="275"/>
            <ac:spMk id="13" creationId="{2990AC67-FCBD-4F2C-5BAF-E46B8946B354}"/>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del mod ord">
          <ac:chgData name="Steve Mutrux" userId="4fa98d0c-dc66-4728-b09b-a88e22e95094" providerId="ADAL" clId="{421BD283-33D8-4C6C-821F-71755E863FA2}" dt="2026-09-16T12:23:55.409" v="3690" actId="478"/>
          <ac:spMkLst>
            <pc:docMk/>
            <pc:sldMk cId="1282376480" sldId="275"/>
            <ac:spMk id="16" creationId="{C2C564DB-1FBC-25D3-A6AE-EA74E62E6576}"/>
          </ac:spMkLst>
        </pc:spChg>
        <pc:spChg chg="mod">
          <ac:chgData name="Steve Mutrux" userId="4fa98d0c-dc66-4728-b09b-a88e22e95094" providerId="ADAL" clId="{421BD283-33D8-4C6C-821F-71755E863FA2}" dt="2026-09-16T12:11:17.292" v="3597"/>
          <ac:spMkLst>
            <pc:docMk/>
            <pc:sldMk cId="1282376480" sldId="275"/>
            <ac:spMk id="18" creationId="{2810B617-BD47-182C-8C87-AFAF91D9166A}"/>
          </ac:spMkLst>
        </pc:spChg>
        <pc:spChg chg="mod">
          <ac:chgData name="Steve Mutrux" userId="4fa98d0c-dc66-4728-b09b-a88e22e95094" providerId="ADAL" clId="{421BD283-33D8-4C6C-821F-71755E863FA2}" dt="2026-09-16T12:11:17.292" v="3597"/>
          <ac:spMkLst>
            <pc:docMk/>
            <pc:sldMk cId="1282376480" sldId="275"/>
            <ac:spMk id="19" creationId="{73B48DB9-038F-C992-748E-1D496A439FF8}"/>
          </ac:spMkLst>
        </pc:spChg>
        <pc:spChg chg="mod">
          <ac:chgData name="Steve Mutrux" userId="4fa98d0c-dc66-4728-b09b-a88e22e95094" providerId="ADAL" clId="{421BD283-33D8-4C6C-821F-71755E863FA2}" dt="2026-09-16T12:11:17.292" v="3597"/>
          <ac:spMkLst>
            <pc:docMk/>
            <pc:sldMk cId="1282376480" sldId="275"/>
            <ac:spMk id="21" creationId="{D12486B1-1989-A189-8D57-ECAA2EE48907}"/>
          </ac:spMkLst>
        </pc:spChg>
        <pc:spChg chg="mod">
          <ac:chgData name="Steve Mutrux" userId="4fa98d0c-dc66-4728-b09b-a88e22e95094" providerId="ADAL" clId="{421BD283-33D8-4C6C-821F-71755E863FA2}" dt="2026-09-16T12:11:17.292" v="3597"/>
          <ac:spMkLst>
            <pc:docMk/>
            <pc:sldMk cId="1282376480" sldId="275"/>
            <ac:spMk id="22" creationId="{59F01C92-0195-6DB9-FB70-BF6565E25C5C}"/>
          </ac:spMkLst>
        </pc:spChg>
        <pc:spChg chg="add mod ord">
          <ac:chgData name="Steve Mutrux" userId="4fa98d0c-dc66-4728-b09b-a88e22e95094" providerId="ADAL" clId="{421BD283-33D8-4C6C-821F-71755E863FA2}" dt="2026-09-16T12:22:16.495" v="3681" actId="1076"/>
          <ac:spMkLst>
            <pc:docMk/>
            <pc:sldMk cId="1282376480" sldId="275"/>
            <ac:spMk id="23" creationId="{E436A718-8358-EAE3-992C-1ECF351B3D76}"/>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mod">
          <ac:chgData name="Steve Mutrux" userId="4fa98d0c-dc66-4728-b09b-a88e22e95094" providerId="ADAL" clId="{421BD283-33D8-4C6C-821F-71755E863FA2}" dt="2026-09-16T12:24:58.707" v="3699"/>
          <ac:spMkLst>
            <pc:docMk/>
            <pc:sldMk cId="1282376480" sldId="275"/>
            <ac:spMk id="32" creationId="{9EA8A073-09E8-0C56-5722-A0079B637CBC}"/>
          </ac:spMkLst>
        </pc:spChg>
        <pc:spChg chg="mod">
          <ac:chgData name="Steve Mutrux" userId="4fa98d0c-dc66-4728-b09b-a88e22e95094" providerId="ADAL" clId="{421BD283-33D8-4C6C-821F-71755E863FA2}" dt="2026-09-16T12:24:58.707" v="3699"/>
          <ac:spMkLst>
            <pc:docMk/>
            <pc:sldMk cId="1282376480" sldId="275"/>
            <ac:spMk id="35" creationId="{F3381747-274F-E391-0C0E-7F24940037C7}"/>
          </ac:spMkLst>
        </pc:spChg>
        <pc:spChg chg="mod">
          <ac:chgData name="Steve Mutrux" userId="4fa98d0c-dc66-4728-b09b-a88e22e95094" providerId="ADAL" clId="{421BD283-33D8-4C6C-821F-71755E863FA2}" dt="2026-09-16T12:24:58.707" v="3699"/>
          <ac:spMkLst>
            <pc:docMk/>
            <pc:sldMk cId="1282376480" sldId="275"/>
            <ac:spMk id="36" creationId="{07732835-D478-6AED-CFD5-49483D5C18FC}"/>
          </ac:spMkLst>
        </pc:spChg>
        <pc:spChg chg="mod">
          <ac:chgData name="Steve Mutrux" userId="4fa98d0c-dc66-4728-b09b-a88e22e95094" providerId="ADAL" clId="{421BD283-33D8-4C6C-821F-71755E863FA2}" dt="2026-09-16T12:24:58.707" v="3699"/>
          <ac:spMkLst>
            <pc:docMk/>
            <pc:sldMk cId="1282376480" sldId="275"/>
            <ac:spMk id="37" creationId="{592D5ECC-9393-CD51-1B41-31CFF0C8BED4}"/>
          </ac:spMkLst>
        </pc:spChg>
        <pc:spChg chg="mod">
          <ac:chgData name="Steve Mutrux" userId="4fa98d0c-dc66-4728-b09b-a88e22e95094" providerId="ADAL" clId="{421BD283-33D8-4C6C-821F-71755E863FA2}" dt="2026-09-16T12:24:58.707" v="3699"/>
          <ac:spMkLst>
            <pc:docMk/>
            <pc:sldMk cId="1282376480" sldId="275"/>
            <ac:spMk id="38" creationId="{1C50DB5E-EB88-8BCE-9F19-DD7D53E314AE}"/>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del mod ord">
          <ac:chgData name="Steve Mutrux" userId="4fa98d0c-dc66-4728-b09b-a88e22e95094" providerId="ADAL" clId="{421BD283-33D8-4C6C-821F-71755E863FA2}" dt="2026-09-16T12:23:55.409" v="3690" actId="478"/>
          <ac:grpSpMkLst>
            <pc:docMk/>
            <pc:sldMk cId="1282376480" sldId="275"/>
            <ac:grpSpMk id="17" creationId="{BF539E30-565E-CF84-2687-8CEFE76F5106}"/>
          </ac:grpSpMkLst>
        </pc:grpChg>
        <pc:grpChg chg="add del mod ord">
          <ac:chgData name="Steve Mutrux" userId="4fa98d0c-dc66-4728-b09b-a88e22e95094" providerId="ADAL" clId="{421BD283-33D8-4C6C-821F-71755E863FA2}" dt="2026-09-16T12:23:55.409" v="3690" actId="478"/>
          <ac:grpSpMkLst>
            <pc:docMk/>
            <pc:sldMk cId="1282376480" sldId="275"/>
            <ac:grpSpMk id="20" creationId="{7F01BE72-3A0B-8F2A-A6E2-8EED937232C1}"/>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grpChg chg="add del mod">
          <ac:chgData name="Steve Mutrux" userId="4fa98d0c-dc66-4728-b09b-a88e22e95094" providerId="ADAL" clId="{421BD283-33D8-4C6C-821F-71755E863FA2}" dt="2026-09-16T12:25:08.750" v="3701" actId="478"/>
          <ac:grpSpMkLst>
            <pc:docMk/>
            <pc:sldMk cId="1282376480" sldId="275"/>
            <ac:grpSpMk id="31" creationId="{3D8FAB52-3D18-E0B2-3D74-BA5D5C52AD4C}"/>
          </ac:grpSpMkLst>
        </pc:grpChg>
        <pc:grpChg chg="mod">
          <ac:chgData name="Steve Mutrux" userId="4fa98d0c-dc66-4728-b09b-a88e22e95094" providerId="ADAL" clId="{421BD283-33D8-4C6C-821F-71755E863FA2}" dt="2026-09-16T12:24:58.707" v="3699"/>
          <ac:grpSpMkLst>
            <pc:docMk/>
            <pc:sldMk cId="1282376480" sldId="275"/>
            <ac:grpSpMk id="33" creationId="{84E88F88-5CC0-31C2-113D-12B3B4F64E90}"/>
          </ac:grpSpMkLst>
        </pc:grpChg>
        <pc:grpChg chg="mod">
          <ac:chgData name="Steve Mutrux" userId="4fa98d0c-dc66-4728-b09b-a88e22e95094" providerId="ADAL" clId="{421BD283-33D8-4C6C-821F-71755E863FA2}" dt="2026-09-16T12:24:58.707" v="3699"/>
          <ac:grpSpMkLst>
            <pc:docMk/>
            <pc:sldMk cId="1282376480" sldId="275"/>
            <ac:grpSpMk id="34" creationId="{60BE5842-29D4-7D9A-B0A8-9F8E433669E9}"/>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r>
              <a:rPr lang="en-CA" dirty="0"/>
              <a:t>Blurb about Jack</a:t>
            </a:r>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Kayla</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Edin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Jake</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situation/needs</a:t>
            </a:r>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29859783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694464" y="1240972"/>
            <a:ext cx="2754280" cy="369332"/>
          </a:xfrm>
          <a:prstGeom prst="rect">
            <a:avLst/>
          </a:prstGeom>
          <a:noFill/>
        </p:spPr>
        <p:txBody>
          <a:bodyPr wrap="none" rtlCol="0">
            <a:spAutoFit/>
          </a:bodyPr>
          <a:lstStyle/>
          <a:p>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585607" y="5344886"/>
            <a:ext cx="3462807" cy="369332"/>
          </a:xfrm>
          <a:prstGeom prst="rect">
            <a:avLst/>
          </a:prstGeom>
          <a:noFill/>
        </p:spPr>
        <p:txBody>
          <a:bodyPr wrap="none" rtlCol="0">
            <a:spAutoFit/>
          </a:bodyPr>
          <a:lstStyle/>
          <a:p>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694463" y="3244334"/>
            <a:ext cx="4466287" cy="707886"/>
          </a:xfrm>
          <a:prstGeom prst="rect">
            <a:avLst/>
          </a:prstGeom>
          <a:noFill/>
        </p:spPr>
        <p:txBody>
          <a:bodyPr wrap="none" rtlCol="0">
            <a:spAutoFit/>
          </a:bodyPr>
          <a:lstStyle/>
          <a:p>
            <a:r>
              <a:rPr lang="en-CA" sz="4000" dirty="0">
                <a:latin typeface="Kumbh Sans" pitchFamily="2" charset="0"/>
                <a:cs typeface="Kumbh Sans" pitchFamily="2" charset="0"/>
              </a:rPr>
              <a:t>Name of software</a:t>
            </a:r>
          </a:p>
        </p:txBody>
      </p:sp>
    </p:spTree>
    <p:extLst>
      <p:ext uri="{BB962C8B-B14F-4D97-AF65-F5344CB8AC3E}">
        <p14:creationId xmlns:p14="http://schemas.microsoft.com/office/powerpoint/2010/main" val="1072592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Tree>
    <p:extLst>
      <p:ext uri="{BB962C8B-B14F-4D97-AF65-F5344CB8AC3E}">
        <p14:creationId xmlns:p14="http://schemas.microsoft.com/office/powerpoint/2010/main" val="2816041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xEl>
                                              <p:pRg st="0" end="0"/>
                                            </p:txEl>
                                          </p:spTgt>
                                        </p:tgtEl>
                                        <p:attrNameLst>
                                          <p:attrName>style.visibility</p:attrName>
                                        </p:attrNameLst>
                                      </p:cBhvr>
                                      <p:to>
                                        <p:strVal val="visible"/>
                                      </p:to>
                                    </p:set>
                                    <p:animEffect transition="in" filter="fade">
                                      <p:cBhvr>
                                        <p:cTn id="15" dur="500"/>
                                        <p:tgtEl>
                                          <p:spTgt spid="16">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6">
                                            <p:txEl>
                                              <p:pRg st="1" end="1"/>
                                            </p:txEl>
                                          </p:spTgt>
                                        </p:tgtEl>
                                        <p:attrNameLst>
                                          <p:attrName>style.visibility</p:attrName>
                                        </p:attrNameLst>
                                      </p:cBhvr>
                                      <p:to>
                                        <p:strVal val="visible"/>
                                      </p:to>
                                    </p:set>
                                    <p:animEffect transition="in" filter="fade">
                                      <p:cBhvr>
                                        <p:cTn id="20" dur="500"/>
                                        <p:tgtEl>
                                          <p:spTgt spid="16">
                                            <p:txEl>
                                              <p:pRg st="1" end="1"/>
                                            </p:txEl>
                                          </p:spTgt>
                                        </p:tgtEl>
                                      </p:cBhvr>
                                    </p:animEffect>
                                  </p:childTnLst>
                                </p:cTn>
                              </p:par>
                              <p:par>
                                <p:cTn id="21" presetID="19" presetClass="emph" presetSubtype="0" fill="hold" nodeType="withEffect">
                                  <p:stCondLst>
                                    <p:cond delay="0"/>
                                  </p:stCondLst>
                                  <p:childTnLst>
                                    <p:animClr clrSpc="rgb" dir="cw">
                                      <p:cBhvr override="childStyle">
                                        <p:cTn id="22" dur="500" fill="hold"/>
                                        <p:tgtEl>
                                          <p:spTgt spid="16">
                                            <p:txEl>
                                              <p:pRg st="0" end="0"/>
                                            </p:txEl>
                                          </p:spTgt>
                                        </p:tgtEl>
                                        <p:attrNameLst>
                                          <p:attrName>style.color</p:attrName>
                                        </p:attrNameLst>
                                      </p:cBhvr>
                                      <p:to>
                                        <a:srgbClr val="96CDF8"/>
                                      </p:to>
                                    </p:animClr>
                                    <p:animClr clrSpc="rgb" dir="cw">
                                      <p:cBhvr>
                                        <p:cTn id="23" dur="500" fill="hold"/>
                                        <p:tgtEl>
                                          <p:spTgt spid="16">
                                            <p:txEl>
                                              <p:pRg st="0" end="0"/>
                                            </p:txEl>
                                          </p:spTgt>
                                        </p:tgtEl>
                                        <p:attrNameLst>
                                          <p:attrName>fillcolor</p:attrName>
                                        </p:attrNameLst>
                                      </p:cBhvr>
                                      <p:to>
                                        <a:srgbClr val="96CDF8"/>
                                      </p:to>
                                    </p:animClr>
                                    <p:set>
                                      <p:cBhvr>
                                        <p:cTn id="24" dur="500" fill="hold"/>
                                        <p:tgtEl>
                                          <p:spTgt spid="16">
                                            <p:txEl>
                                              <p:pRg st="0" end="0"/>
                                            </p:txEl>
                                          </p:spTgt>
                                        </p:tgtEl>
                                        <p:attrNameLst>
                                          <p:attrName>fill.type</p:attrName>
                                        </p:attrNameLst>
                                      </p:cBhvr>
                                      <p:to>
                                        <p:strVal val="solid"/>
                                      </p:to>
                                    </p:set>
                                    <p:set>
                                      <p:cBhvr>
                                        <p:cTn id="25" dur="500" fill="hold"/>
                                        <p:tgtEl>
                                          <p:spTgt spid="16">
                                            <p:txEl>
                                              <p:pRg st="0" end="0"/>
                                            </p:txEl>
                                          </p:spTgt>
                                        </p:tgtEl>
                                        <p:attrNameLst>
                                          <p:attrName>fill.on</p:attrName>
                                        </p:attrNameLst>
                                      </p:cBhvr>
                                      <p:to>
                                        <p:strVal val="true"/>
                                      </p:to>
                                    </p:se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6">
                                            <p:txEl>
                                              <p:pRg st="2" end="2"/>
                                            </p:txEl>
                                          </p:spTgt>
                                        </p:tgtEl>
                                        <p:attrNameLst>
                                          <p:attrName>style.visibility</p:attrName>
                                        </p:attrNameLst>
                                      </p:cBhvr>
                                      <p:to>
                                        <p:strVal val="visible"/>
                                      </p:to>
                                    </p:set>
                                    <p:animEffect transition="in" filter="fade">
                                      <p:cBhvr>
                                        <p:cTn id="30" dur="500"/>
                                        <p:tgtEl>
                                          <p:spTgt spid="16">
                                            <p:txEl>
                                              <p:pRg st="2" end="2"/>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6">
                                            <p:txEl>
                                              <p:pRg st="1" end="1"/>
                                            </p:txEl>
                                          </p:spTgt>
                                        </p:tgtEl>
                                        <p:attrNameLst>
                                          <p:attrName>style.color</p:attrName>
                                        </p:attrNameLst>
                                      </p:cBhvr>
                                      <p:to>
                                        <a:srgbClr val="96CDF8"/>
                                      </p:to>
                                    </p:animClr>
                                    <p:animClr clrSpc="rgb" dir="cw">
                                      <p:cBhvr>
                                        <p:cTn id="33" dur="500" fill="hold"/>
                                        <p:tgtEl>
                                          <p:spTgt spid="16">
                                            <p:txEl>
                                              <p:pRg st="1" end="1"/>
                                            </p:txEl>
                                          </p:spTgt>
                                        </p:tgtEl>
                                        <p:attrNameLst>
                                          <p:attrName>fillcolor</p:attrName>
                                        </p:attrNameLst>
                                      </p:cBhvr>
                                      <p:to>
                                        <a:srgbClr val="96CDF8"/>
                                      </p:to>
                                    </p:animClr>
                                    <p:set>
                                      <p:cBhvr>
                                        <p:cTn id="34" dur="500" fill="hold"/>
                                        <p:tgtEl>
                                          <p:spTgt spid="16">
                                            <p:txEl>
                                              <p:pRg st="1" end="1"/>
                                            </p:txEl>
                                          </p:spTgt>
                                        </p:tgtEl>
                                        <p:attrNameLst>
                                          <p:attrName>fill.type</p:attrName>
                                        </p:attrNameLst>
                                      </p:cBhvr>
                                      <p:to>
                                        <p:strVal val="solid"/>
                                      </p:to>
                                    </p:set>
                                    <p:set>
                                      <p:cBhvr>
                                        <p:cTn id="35" dur="500" fill="hold"/>
                                        <p:tgtEl>
                                          <p:spTgt spid="16">
                                            <p:txEl>
                                              <p:pRg st="1" end="1"/>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9" presetClass="emph" presetSubtype="0" fill="hold" nodeType="clickEffect">
                                  <p:stCondLst>
                                    <p:cond delay="0"/>
                                  </p:stCondLst>
                                  <p:childTnLst>
                                    <p:animClr clrSpc="rgb" dir="cw">
                                      <p:cBhvr override="childStyle">
                                        <p:cTn id="39" dur="500" fill="hold"/>
                                        <p:tgtEl>
                                          <p:spTgt spid="16">
                                            <p:txEl>
                                              <p:pRg st="2" end="2"/>
                                            </p:txEl>
                                          </p:spTgt>
                                        </p:tgtEl>
                                        <p:attrNameLst>
                                          <p:attrName>style.color</p:attrName>
                                        </p:attrNameLst>
                                      </p:cBhvr>
                                      <p:to>
                                        <a:srgbClr val="96CDF8"/>
                                      </p:to>
                                    </p:animClr>
                                    <p:animClr clrSpc="rgb" dir="cw">
                                      <p:cBhvr>
                                        <p:cTn id="40" dur="500" fill="hold"/>
                                        <p:tgtEl>
                                          <p:spTgt spid="16">
                                            <p:txEl>
                                              <p:pRg st="2" end="2"/>
                                            </p:txEl>
                                          </p:spTgt>
                                        </p:tgtEl>
                                        <p:attrNameLst>
                                          <p:attrName>fillcolor</p:attrName>
                                        </p:attrNameLst>
                                      </p:cBhvr>
                                      <p:to>
                                        <a:srgbClr val="96CDF8"/>
                                      </p:to>
                                    </p:animClr>
                                    <p:set>
                                      <p:cBhvr>
                                        <p:cTn id="41" dur="500" fill="hold"/>
                                        <p:tgtEl>
                                          <p:spTgt spid="16">
                                            <p:txEl>
                                              <p:pRg st="2" end="2"/>
                                            </p:txEl>
                                          </p:spTgt>
                                        </p:tgtEl>
                                        <p:attrNameLst>
                                          <p:attrName>fill.type</p:attrName>
                                        </p:attrNameLst>
                                      </p:cBhvr>
                                      <p:to>
                                        <p:strVal val="solid"/>
                                      </p:to>
                                    </p:set>
                                    <p:set>
                                      <p:cBhvr>
                                        <p:cTn id="42" dur="500" fill="hold"/>
                                        <p:tgtEl>
                                          <p:spTgt spid="16">
                                            <p:txEl>
                                              <p:pRg st="2" end="2"/>
                                            </p:txEl>
                                          </p:spTgt>
                                        </p:tgtEl>
                                        <p:attrNameLst>
                                          <p:attrName>fill.on</p:attrName>
                                        </p:attrNameLst>
                                      </p:cBhvr>
                                      <p:to>
                                        <p:strVal val="true"/>
                                      </p:to>
                                    </p:se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par>
                                <p:cTn id="46" presetID="10" presetClass="exit" presetSubtype="0" fill="hold" grpId="0" nodeType="withEffect">
                                  <p:stCondLst>
                                    <p:cond delay="0"/>
                                  </p:stCondLst>
                                  <p:childTnLst>
                                    <p:animEffect transition="out" filter="fade">
                                      <p:cBhvr>
                                        <p:cTn id="47" dur="500"/>
                                        <p:tgtEl>
                                          <p:spTgt spid="16">
                                            <p:txEl>
                                              <p:pRg st="0" end="0"/>
                                            </p:txEl>
                                          </p:spTgt>
                                        </p:tgtEl>
                                      </p:cBhvr>
                                    </p:animEffect>
                                    <p:set>
                                      <p:cBhvr>
                                        <p:cTn id="48" dur="1" fill="hold">
                                          <p:stCondLst>
                                            <p:cond delay="499"/>
                                          </p:stCondLst>
                                        </p:cTn>
                                        <p:tgtEl>
                                          <p:spTgt spid="16">
                                            <p:txEl>
                                              <p:pRg st="0" end="0"/>
                                            </p:txEl>
                                          </p:spTgt>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50" dur="500"/>
                                        <p:tgtEl>
                                          <p:spTgt spid="16">
                                            <p:txEl>
                                              <p:pRg st="1" end="1"/>
                                            </p:txEl>
                                          </p:spTgt>
                                        </p:tgtEl>
                                      </p:cBhvr>
                                    </p:animEffect>
                                    <p:set>
                                      <p:cBhvr>
                                        <p:cTn id="51" dur="1" fill="hold">
                                          <p:stCondLst>
                                            <p:cond delay="499"/>
                                          </p:stCondLst>
                                        </p:cTn>
                                        <p:tgtEl>
                                          <p:spTgt spid="16">
                                            <p:txEl>
                                              <p:pRg st="1" end="1"/>
                                            </p:txEl>
                                          </p:spTgt>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3" dur="500"/>
                                        <p:tgtEl>
                                          <p:spTgt spid="16">
                                            <p:txEl>
                                              <p:pRg st="2" end="2"/>
                                            </p:txEl>
                                          </p:spTgt>
                                        </p:tgtEl>
                                      </p:cBhvr>
                                    </p:animEffect>
                                    <p:set>
                                      <p:cBhvr>
                                        <p:cTn id="54" dur="1" fill="hold">
                                          <p:stCondLst>
                                            <p:cond delay="499"/>
                                          </p:stCondLst>
                                        </p:cTn>
                                        <p:tgtEl>
                                          <p:spTgt spid="16">
                                            <p:txEl>
                                              <p:pRg st="2" end="2"/>
                                            </p:txEl>
                                          </p:spTgt>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6" dur="500"/>
                                        <p:tgtEl>
                                          <p:spTgt spid="16">
                                            <p:bg/>
                                          </p:spTgt>
                                        </p:tgtEl>
                                      </p:cBhvr>
                                    </p:animEffect>
                                    <p:set>
                                      <p:cBhvr>
                                        <p:cTn id="57" dur="1" fill="hold">
                                          <p:stCondLst>
                                            <p:cond delay="499"/>
                                          </p:stCondLst>
                                        </p:cTn>
                                        <p:tgtEl>
                                          <p:spTgt spid="16">
                                            <p:bg/>
                                          </p:spTgt>
                                        </p:tgtEl>
                                        <p:attrNameLst>
                                          <p:attrName>style.visibility</p:attrName>
                                        </p:attrNameLst>
                                      </p:cBhvr>
                                      <p:to>
                                        <p:strVal val="hidden"/>
                                      </p:to>
                                    </p:set>
                                  </p:childTnLst>
                                </p:cTn>
                              </p:par>
                            </p:childTnLst>
                          </p:cTn>
                        </p:par>
                        <p:par>
                          <p:cTn id="58" fill="hold">
                            <p:stCondLst>
                              <p:cond delay="500"/>
                            </p:stCondLst>
                            <p:childTnLst>
                              <p:par>
                                <p:cTn id="59" presetID="42" presetClass="path" presetSubtype="0" accel="20000" decel="75000" fill="hold" nodeType="afterEffect">
                                  <p:stCondLst>
                                    <p:cond delay="0"/>
                                  </p:stCondLst>
                                  <p:childTnLst>
                                    <p:animMotion origin="layout" path="M -1.45833E-6 3.33333E-6 L -0.39857 -0.25949 " pathEditMode="relative" rAng="0" ptsTypes="AA">
                                      <p:cBhvr>
                                        <p:cTn id="60" dur="2000" fill="hold"/>
                                        <p:tgtEl>
                                          <p:spTgt spid="18"/>
                                        </p:tgtEl>
                                        <p:attrNameLst>
                                          <p:attrName>ppt_x</p:attrName>
                                          <p:attrName>ppt_y</p:attrName>
                                        </p:attrNameLst>
                                      </p:cBhvr>
                                      <p:rCtr x="-19935" y="-12986"/>
                                    </p:animMotion>
                                  </p:childTnLst>
                                </p:cTn>
                              </p:par>
                            </p:childTnLst>
                          </p:cTn>
                        </p:par>
                        <p:par>
                          <p:cTn id="61" fill="hold">
                            <p:stCondLst>
                              <p:cond delay="2500"/>
                            </p:stCondLst>
                            <p:childTnLst>
                              <p:par>
                                <p:cTn id="62" presetID="10" presetClass="entr" presetSubtype="0" fill="hold" grpId="1" nodeType="afterEffect">
                                  <p:stCondLst>
                                    <p:cond delay="0"/>
                                  </p:stCondLst>
                                  <p:childTnLst>
                                    <p:set>
                                      <p:cBhvr>
                                        <p:cTn id="63" dur="1" fill="hold">
                                          <p:stCondLst>
                                            <p:cond delay="0"/>
                                          </p:stCondLst>
                                        </p:cTn>
                                        <p:tgtEl>
                                          <p:spTgt spid="4">
                                            <p:txEl>
                                              <p:pRg st="0" end="0"/>
                                            </p:txEl>
                                          </p:spTgt>
                                        </p:tgtEl>
                                        <p:attrNameLst>
                                          <p:attrName>style.visibility</p:attrName>
                                        </p:attrNameLst>
                                      </p:cBhvr>
                                      <p:to>
                                        <p:strVal val="visible"/>
                                      </p:to>
                                    </p:set>
                                    <p:animEffect transition="in" filter="fade">
                                      <p:cBhvr>
                                        <p:cTn id="64" dur="500"/>
                                        <p:tgtEl>
                                          <p:spTgt spid="4">
                                            <p:txEl>
                                              <p:pRg st="0" end="0"/>
                                            </p:txEl>
                                          </p:spTgt>
                                        </p:tgtEl>
                                      </p:cBhvr>
                                    </p:animEffect>
                                  </p:childTnLst>
                                </p:cTn>
                              </p:par>
                              <p:par>
                                <p:cTn id="65" presetID="10" presetClass="entr" presetSubtype="0" fill="hold" grpId="1" nodeType="withEffect">
                                  <p:stCondLst>
                                    <p:cond delay="0"/>
                                  </p:stCondLst>
                                  <p:childTnLst>
                                    <p:set>
                                      <p:cBhvr>
                                        <p:cTn id="66" dur="1" fill="hold">
                                          <p:stCondLst>
                                            <p:cond delay="0"/>
                                          </p:stCondLst>
                                        </p:cTn>
                                        <p:tgtEl>
                                          <p:spTgt spid="4">
                                            <p:txEl>
                                              <p:pRg st="1" end="1"/>
                                            </p:txEl>
                                          </p:spTgt>
                                        </p:tgtEl>
                                        <p:attrNameLst>
                                          <p:attrName>style.visibility</p:attrName>
                                        </p:attrNameLst>
                                      </p:cBhvr>
                                      <p:to>
                                        <p:strVal val="visible"/>
                                      </p:to>
                                    </p:set>
                                    <p:animEffect transition="in" filter="fade">
                                      <p:cBhvr>
                                        <p:cTn id="67" dur="500"/>
                                        <p:tgtEl>
                                          <p:spTgt spid="4">
                                            <p:txEl>
                                              <p:pRg st="1" end="1"/>
                                            </p:txEl>
                                          </p:spTgt>
                                        </p:tgtEl>
                                      </p:cBhvr>
                                    </p:animEffect>
                                  </p:childTnLst>
                                </p:cTn>
                              </p:par>
                              <p:par>
                                <p:cTn id="68" presetID="10" presetClass="entr" presetSubtype="0" fill="hold" grpId="1" nodeType="withEffect">
                                  <p:stCondLst>
                                    <p:cond delay="0"/>
                                  </p:stCondLst>
                                  <p:childTnLst>
                                    <p:set>
                                      <p:cBhvr>
                                        <p:cTn id="69" dur="1" fill="hold">
                                          <p:stCondLst>
                                            <p:cond delay="0"/>
                                          </p:stCondLst>
                                        </p:cTn>
                                        <p:tgtEl>
                                          <p:spTgt spid="4">
                                            <p:txEl>
                                              <p:pRg st="2" end="2"/>
                                            </p:txEl>
                                          </p:spTgt>
                                        </p:tgtEl>
                                        <p:attrNameLst>
                                          <p:attrName>style.visibility</p:attrName>
                                        </p:attrNameLst>
                                      </p:cBhvr>
                                      <p:to>
                                        <p:strVal val="visible"/>
                                      </p:to>
                                    </p:set>
                                    <p:animEffect transition="in" filter="fade">
                                      <p:cBhvr>
                                        <p:cTn id="70" dur="500"/>
                                        <p:tgtEl>
                                          <p:spTgt spid="4">
                                            <p:txEl>
                                              <p:pRg st="2" end="2"/>
                                            </p:txEl>
                                          </p:spTgt>
                                        </p:tgtEl>
                                      </p:cBhvr>
                                    </p:animEffect>
                                  </p:childTnLst>
                                </p:cTn>
                              </p:par>
                            </p:childTnLst>
                          </p:cTn>
                        </p:par>
                        <p:par>
                          <p:cTn id="71" fill="hold">
                            <p:stCondLst>
                              <p:cond delay="3000"/>
                            </p:stCondLst>
                            <p:childTnLst>
                              <p:par>
                                <p:cTn id="72" presetID="1" presetClass="exit" presetSubtype="0" fill="hold" nodeType="afterEffect">
                                  <p:stCondLst>
                                    <p:cond delay="0"/>
                                  </p:stCondLst>
                                  <p:childTnLst>
                                    <p:set>
                                      <p:cBhvr>
                                        <p:cTn id="73" dur="1" fill="hold">
                                          <p:stCondLst>
                                            <p:cond delay="0"/>
                                          </p:stCondLst>
                                        </p:cTn>
                                        <p:tgtEl>
                                          <p:spTgt spid="18"/>
                                        </p:tgtEl>
                                        <p:attrNameLst>
                                          <p:attrName>style.visibility</p:attrName>
                                        </p:attrNameLst>
                                      </p:cBhvr>
                                      <p:to>
                                        <p:strVal val="hidden"/>
                                      </p:to>
                                    </p:set>
                                  </p:childTnLst>
                                </p:cTn>
                              </p:par>
                              <p:par>
                                <p:cTn id="74" presetID="19" presetClass="emph" presetSubtype="0" fill="hold" nodeType="withEffect">
                                  <p:stCondLst>
                                    <p:cond delay="0"/>
                                  </p:stCondLst>
                                  <p:childTnLst>
                                    <p:animClr clrSpc="rgb" dir="cw">
                                      <p:cBhvr override="childStyle">
                                        <p:cTn id="75" dur="500" fill="hold"/>
                                        <p:tgtEl>
                                          <p:spTgt spid="4">
                                            <p:txEl>
                                              <p:pRg st="0" end="0"/>
                                            </p:txEl>
                                          </p:spTgt>
                                        </p:tgtEl>
                                        <p:attrNameLst>
                                          <p:attrName>style.color</p:attrName>
                                        </p:attrNameLst>
                                      </p:cBhvr>
                                      <p:to>
                                        <a:schemeClr val="accent2"/>
                                      </p:to>
                                    </p:animClr>
                                    <p:animClr clrSpc="rgb" dir="cw">
                                      <p:cBhvr>
                                        <p:cTn id="76" dur="500" fill="hold"/>
                                        <p:tgtEl>
                                          <p:spTgt spid="4">
                                            <p:txEl>
                                              <p:pRg st="0" end="0"/>
                                            </p:txEl>
                                          </p:spTgt>
                                        </p:tgtEl>
                                        <p:attrNameLst>
                                          <p:attrName>fillcolor</p:attrName>
                                        </p:attrNameLst>
                                      </p:cBhvr>
                                      <p:to>
                                        <a:schemeClr val="accent2"/>
                                      </p:to>
                                    </p:animClr>
                                    <p:set>
                                      <p:cBhvr>
                                        <p:cTn id="77" dur="500" fill="hold"/>
                                        <p:tgtEl>
                                          <p:spTgt spid="4">
                                            <p:txEl>
                                              <p:pRg st="0" end="0"/>
                                            </p:txEl>
                                          </p:spTgt>
                                        </p:tgtEl>
                                        <p:attrNameLst>
                                          <p:attrName>fill.type</p:attrName>
                                        </p:attrNameLst>
                                      </p:cBhvr>
                                      <p:to>
                                        <p:strVal val="solid"/>
                                      </p:to>
                                    </p:set>
                                    <p:set>
                                      <p:cBhvr>
                                        <p:cTn id="78" dur="500" fill="hold"/>
                                        <p:tgtEl>
                                          <p:spTgt spid="4">
                                            <p:txEl>
                                              <p:pRg st="0" end="0"/>
                                            </p:txEl>
                                          </p:spTgt>
                                        </p:tgtEl>
                                        <p:attrNameLst>
                                          <p:attrName>fill.on</p:attrName>
                                        </p:attrNameLst>
                                      </p:cBhvr>
                                      <p:to>
                                        <p:strVal val="true"/>
                                      </p:to>
                                    </p:set>
                                  </p:childTnLst>
                                </p:cTn>
                              </p:par>
                              <p:par>
                                <p:cTn id="79" presetID="22" presetClass="entr" presetSubtype="8" fill="hold" nodeType="withEffect">
                                  <p:stCondLst>
                                    <p:cond delay="0"/>
                                  </p:stCondLst>
                                  <p:childTnLst>
                                    <p:set>
                                      <p:cBhvr>
                                        <p:cTn id="80" dur="1" fill="hold">
                                          <p:stCondLst>
                                            <p:cond delay="0"/>
                                          </p:stCondLst>
                                        </p:cTn>
                                        <p:tgtEl>
                                          <p:spTgt spid="2"/>
                                        </p:tgtEl>
                                        <p:attrNameLst>
                                          <p:attrName>style.visibility</p:attrName>
                                        </p:attrNameLst>
                                      </p:cBhvr>
                                      <p:to>
                                        <p:strVal val="visible"/>
                                      </p:to>
                                    </p:set>
                                    <p:animEffect transition="in" filter="wipe(left)">
                                      <p:cBhvr>
                                        <p:cTn id="81"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416550" y="3199884"/>
            <a:ext cx="1273105" cy="923330"/>
          </a:xfrm>
          <a:prstGeom prst="rect">
            <a:avLst/>
          </a:prstGeom>
          <a:noFill/>
        </p:spPr>
        <p:txBody>
          <a:bodyPr wrap="none" rtlCol="0">
            <a:spAutoFit/>
          </a:bodyPr>
          <a:lstStyle/>
          <a:p>
            <a:pPr algn="r"/>
            <a:r>
              <a:rPr lang="en-CA" dirty="0"/>
              <a:t>Create</a:t>
            </a:r>
          </a:p>
          <a:p>
            <a:pPr algn="r"/>
            <a:r>
              <a:rPr lang="en-CA" dirty="0"/>
              <a:t>Develop</a:t>
            </a:r>
          </a:p>
          <a:p>
            <a:pPr algn="r"/>
            <a:r>
              <a:rPr lang="en-CA" dirty="0"/>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25253" cy="369332"/>
          </a:xfrm>
          <a:prstGeom prst="rect">
            <a:avLst/>
          </a:prstGeom>
          <a:noFill/>
        </p:spPr>
        <p:txBody>
          <a:bodyPr wrap="none" rtlCol="0">
            <a:spAutoFit/>
          </a:bodyPr>
          <a:lstStyle/>
          <a:p>
            <a:r>
              <a:rPr lang="en-CA" dirty="0"/>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059906" cy="369332"/>
          </a:xfrm>
          <a:prstGeom prst="rect">
            <a:avLst/>
          </a:prstGeom>
          <a:noFill/>
        </p:spPr>
        <p:txBody>
          <a:bodyPr wrap="none" rtlCol="0">
            <a:spAutoFit/>
          </a:bodyPr>
          <a:lstStyle/>
          <a:p>
            <a:r>
              <a:rPr lang="en-CA" dirty="0"/>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268361" cy="369332"/>
          </a:xfrm>
          <a:prstGeom prst="rect">
            <a:avLst/>
          </a:prstGeom>
          <a:noFill/>
        </p:spPr>
        <p:txBody>
          <a:bodyPr wrap="none" rtlCol="0">
            <a:spAutoFit/>
          </a:bodyPr>
          <a:lstStyle/>
          <a:p>
            <a:r>
              <a:rPr lang="en-CA" dirty="0"/>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42820" y="3199884"/>
            <a:ext cx="293670" cy="369332"/>
          </a:xfrm>
          <a:prstGeom prst="rect">
            <a:avLst/>
          </a:prstGeom>
          <a:noFill/>
        </p:spPr>
        <p:txBody>
          <a:bodyPr wrap="none" rtlCol="0">
            <a:spAutoFit/>
          </a:bodyPr>
          <a:lstStyle/>
          <a:p>
            <a:r>
              <a:rPr lang="en-CA" dirty="0"/>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599032" y="3198336"/>
            <a:ext cx="293670" cy="369332"/>
          </a:xfrm>
          <a:prstGeom prst="rect">
            <a:avLst/>
          </a:prstGeom>
          <a:noFill/>
        </p:spPr>
        <p:txBody>
          <a:bodyPr wrap="none" rtlCol="0">
            <a:spAutoFit/>
          </a:bodyPr>
          <a:lstStyle/>
          <a:p>
            <a:r>
              <a:rPr lang="en-CA" dirty="0"/>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8" name="TextBox 7">
            <a:extLst>
              <a:ext uri="{FF2B5EF4-FFF2-40B4-BE49-F238E27FC236}">
                <a16:creationId xmlns:a16="http://schemas.microsoft.com/office/drawing/2014/main" id="{34A4E6D7-12E2-CDB7-3EAA-1C672D1D7E69}"/>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A83B4F55-9AA6-B35F-8AE6-E69B5CA807AD}"/>
              </a:ext>
            </a:extLst>
          </p:cNvPr>
          <p:cNvSpPr txBox="1"/>
          <p:nvPr/>
        </p:nvSpPr>
        <p:spPr>
          <a:xfrm>
            <a:off x="4560354" y="34198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Tree>
    <p:extLst>
      <p:ext uri="{BB962C8B-B14F-4D97-AF65-F5344CB8AC3E}">
        <p14:creationId xmlns:p14="http://schemas.microsoft.com/office/powerpoint/2010/main" val="392582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62300D51-2B10-B557-82F3-8A6662DF3624}"/>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353601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3AD98184-E8E6-0DB2-6C4B-E69598E7907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D33647DA-DFAA-FEB8-E5A2-61DBE5F52AC1}"/>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557364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Let go, let grow</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animEffect transition="in" filter="fade">
                                      <p:cBhvr>
                                        <p:cTn id="31" dur="500"/>
                                        <p:tgtEl>
                                          <p:spTgt spid="4">
                                            <p:txEl>
                                              <p:pRg st="2" end="2"/>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grpId="0" nodeType="clickEffect">
                                  <p:stCondLst>
                                    <p:cond delay="0"/>
                                  </p:stCondLst>
                                  <p:childTnLst>
                                    <p:animEffect transition="out" filter="fade">
                                      <p:cBhvr>
                                        <p:cTn id="35" dur="500"/>
                                        <p:tgtEl>
                                          <p:spTgt spid="4">
                                            <p:txEl>
                                              <p:pRg st="0" end="0"/>
                                            </p:txEl>
                                          </p:spTgt>
                                        </p:tgtEl>
                                      </p:cBhvr>
                                    </p:animEffect>
                                    <p:set>
                                      <p:cBhvr>
                                        <p:cTn id="36" dur="1" fill="hold">
                                          <p:stCondLst>
                                            <p:cond delay="499"/>
                                          </p:stCondLst>
                                        </p:cTn>
                                        <p:tgtEl>
                                          <p:spTgt spid="4">
                                            <p:txEl>
                                              <p:pRg st="0" end="0"/>
                                            </p:txEl>
                                          </p:spTgt>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8" dur="500"/>
                                        <p:tgtEl>
                                          <p:spTgt spid="4">
                                            <p:txEl>
                                              <p:pRg st="1" end="1"/>
                                            </p:txEl>
                                          </p:spTgt>
                                        </p:tgtEl>
                                      </p:cBhvr>
                                    </p:animEffect>
                                    <p:set>
                                      <p:cBhvr>
                                        <p:cTn id="39" dur="1" fill="hold">
                                          <p:stCondLst>
                                            <p:cond delay="499"/>
                                          </p:stCondLst>
                                        </p:cTn>
                                        <p:tgtEl>
                                          <p:spTgt spid="4">
                                            <p:txEl>
                                              <p:pRg st="1" end="1"/>
                                            </p:txEl>
                                          </p:spTgt>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41" dur="500"/>
                                        <p:tgtEl>
                                          <p:spTgt spid="4">
                                            <p:txEl>
                                              <p:pRg st="2" end="2"/>
                                            </p:txEl>
                                          </p:spTgt>
                                        </p:tgtEl>
                                      </p:cBhvr>
                                    </p:animEffect>
                                    <p:set>
                                      <p:cBhvr>
                                        <p:cTn id="42" dur="1" fill="hold">
                                          <p:stCondLst>
                                            <p:cond delay="499"/>
                                          </p:stCondLst>
                                        </p:cTn>
                                        <p:tgtEl>
                                          <p:spTgt spid="4">
                                            <p:txEl>
                                              <p:pRg st="2" end="2"/>
                                            </p:txEl>
                                          </p:spTgt>
                                        </p:tgtEl>
                                        <p:attrNameLst>
                                          <p:attrName>style.visibility</p:attrName>
                                        </p:attrNameLst>
                                      </p:cBhvr>
                                      <p:to>
                                        <p:strVal val="hidden"/>
                                      </p:to>
                                    </p:set>
                                  </p:childTnLst>
                                </p:cTn>
                              </p:par>
                              <p:par>
                                <p:cTn id="43" presetID="42" presetClass="path" presetSubtype="0" accel="50000" decel="50000" fill="hold" nodeType="withEffect">
                                  <p:stCondLst>
                                    <p:cond delay="0"/>
                                  </p:stCondLst>
                                  <p:childTnLst>
                                    <p:animMotion origin="layout" path="M -2.29167E-6 0.12431 L -2.29167E-6 -0.37338 " pathEditMode="relative" rAng="0" ptsTypes="AA">
                                      <p:cBhvr>
                                        <p:cTn id="44" dur="2000" fill="hold"/>
                                        <p:tgtEl>
                                          <p:spTgt spid="2"/>
                                        </p:tgtEl>
                                        <p:attrNameLst>
                                          <p:attrName>ppt_x</p:attrName>
                                          <p:attrName>ppt_y</p:attrName>
                                        </p:attrNameLst>
                                      </p:cBhvr>
                                      <p:rCtr x="0" y="-24884"/>
                                    </p:animMotion>
                                  </p:childTnLst>
                                </p:cTn>
                              </p:par>
                              <p:par>
                                <p:cTn id="45" presetID="22" presetClass="exit" presetSubtype="4" fill="hold" nodeType="withEffect">
                                  <p:stCondLst>
                                    <p:cond delay="200"/>
                                  </p:stCondLst>
                                  <p:childTnLst>
                                    <p:animEffect transition="out" filter="wipe(down)">
                                      <p:cBhvr>
                                        <p:cTn id="46" dur="300"/>
                                        <p:tgtEl>
                                          <p:spTgt spid="6">
                                            <p:txEl>
                                              <p:pRg st="5" end="5"/>
                                            </p:txEl>
                                          </p:spTgt>
                                        </p:tgtEl>
                                      </p:cBhvr>
                                    </p:animEffect>
                                    <p:set>
                                      <p:cBhvr>
                                        <p:cTn id="47" dur="1" fill="hold">
                                          <p:stCondLst>
                                            <p:cond delay="299"/>
                                          </p:stCondLst>
                                        </p:cTn>
                                        <p:tgtEl>
                                          <p:spTgt spid="6">
                                            <p:txEl>
                                              <p:pRg st="5" end="5"/>
                                            </p:txEl>
                                          </p:spTgt>
                                        </p:tgtEl>
                                        <p:attrNameLst>
                                          <p:attrName>style.visibility</p:attrName>
                                        </p:attrNameLst>
                                      </p:cBhvr>
                                      <p:to>
                                        <p:strVal val="hidden"/>
                                      </p:to>
                                    </p:set>
                                  </p:childTnLst>
                                </p:cTn>
                              </p:par>
                              <p:par>
                                <p:cTn id="48" presetID="22" presetClass="exit" presetSubtype="4" fill="hold" nodeType="withEffect">
                                  <p:stCondLst>
                                    <p:cond delay="500"/>
                                  </p:stCondLst>
                                  <p:childTnLst>
                                    <p:animEffect transition="out" filter="wipe(down)">
                                      <p:cBhvr>
                                        <p:cTn id="49" dur="300"/>
                                        <p:tgtEl>
                                          <p:spTgt spid="6">
                                            <p:txEl>
                                              <p:pRg st="4" end="4"/>
                                            </p:txEl>
                                          </p:spTgt>
                                        </p:tgtEl>
                                      </p:cBhvr>
                                    </p:animEffect>
                                    <p:set>
                                      <p:cBhvr>
                                        <p:cTn id="50" dur="1" fill="hold">
                                          <p:stCondLst>
                                            <p:cond delay="299"/>
                                          </p:stCondLst>
                                        </p:cTn>
                                        <p:tgtEl>
                                          <p:spTgt spid="6">
                                            <p:txEl>
                                              <p:pRg st="4" end="4"/>
                                            </p:txEl>
                                          </p:spTgt>
                                        </p:tgtEl>
                                        <p:attrNameLst>
                                          <p:attrName>style.visibility</p:attrName>
                                        </p:attrNameLst>
                                      </p:cBhvr>
                                      <p:to>
                                        <p:strVal val="hidden"/>
                                      </p:to>
                                    </p:set>
                                  </p:childTnLst>
                                </p:cTn>
                              </p:par>
                              <p:par>
                                <p:cTn id="51" presetID="22" presetClass="exit" presetSubtype="4" fill="hold" nodeType="withEffect">
                                  <p:stCondLst>
                                    <p:cond delay="800"/>
                                  </p:stCondLst>
                                  <p:childTnLst>
                                    <p:animEffect transition="out" filter="wipe(down)">
                                      <p:cBhvr>
                                        <p:cTn id="52" dur="300"/>
                                        <p:tgtEl>
                                          <p:spTgt spid="6">
                                            <p:txEl>
                                              <p:pRg st="3" end="3"/>
                                            </p:txEl>
                                          </p:spTgt>
                                        </p:tgtEl>
                                      </p:cBhvr>
                                    </p:animEffect>
                                    <p:set>
                                      <p:cBhvr>
                                        <p:cTn id="53" dur="1" fill="hold">
                                          <p:stCondLst>
                                            <p:cond delay="299"/>
                                          </p:stCondLst>
                                        </p:cTn>
                                        <p:tgtEl>
                                          <p:spTgt spid="6">
                                            <p:txEl>
                                              <p:pRg st="3" end="3"/>
                                            </p:txEl>
                                          </p:spTgt>
                                        </p:tgtEl>
                                        <p:attrNameLst>
                                          <p:attrName>style.visibility</p:attrName>
                                        </p:attrNameLst>
                                      </p:cBhvr>
                                      <p:to>
                                        <p:strVal val="hidden"/>
                                      </p:to>
                                    </p:set>
                                  </p:childTnLst>
                                </p:cTn>
                              </p:par>
                              <p:par>
                                <p:cTn id="54" presetID="22" presetClass="exit" presetSubtype="4" fill="hold" nodeType="withEffect">
                                  <p:stCondLst>
                                    <p:cond delay="1100"/>
                                  </p:stCondLst>
                                  <p:childTnLst>
                                    <p:animEffect transition="out" filter="wipe(down)">
                                      <p:cBhvr>
                                        <p:cTn id="55" dur="300"/>
                                        <p:tgtEl>
                                          <p:spTgt spid="6">
                                            <p:txEl>
                                              <p:pRg st="2" end="2"/>
                                            </p:txEl>
                                          </p:spTgt>
                                        </p:tgtEl>
                                      </p:cBhvr>
                                    </p:animEffect>
                                    <p:set>
                                      <p:cBhvr>
                                        <p:cTn id="56" dur="1" fill="hold">
                                          <p:stCondLst>
                                            <p:cond delay="299"/>
                                          </p:stCondLst>
                                        </p:cTn>
                                        <p:tgtEl>
                                          <p:spTgt spid="6">
                                            <p:txEl>
                                              <p:pRg st="2" end="2"/>
                                            </p:txEl>
                                          </p:spTgt>
                                        </p:tgtEl>
                                        <p:attrNameLst>
                                          <p:attrName>style.visibility</p:attrName>
                                        </p:attrNameLst>
                                      </p:cBhvr>
                                      <p:to>
                                        <p:strVal val="hidden"/>
                                      </p:to>
                                    </p:set>
                                  </p:childTnLst>
                                </p:cTn>
                              </p:par>
                              <p:par>
                                <p:cTn id="57" presetID="22" presetClass="exit" presetSubtype="4" fill="hold" nodeType="withEffect">
                                  <p:stCondLst>
                                    <p:cond delay="1300"/>
                                  </p:stCondLst>
                                  <p:childTnLst>
                                    <p:animEffect transition="out" filter="wipe(down)">
                                      <p:cBhvr>
                                        <p:cTn id="58" dur="300"/>
                                        <p:tgtEl>
                                          <p:spTgt spid="6">
                                            <p:txEl>
                                              <p:pRg st="1" end="1"/>
                                            </p:txEl>
                                          </p:spTgt>
                                        </p:tgtEl>
                                      </p:cBhvr>
                                    </p:animEffect>
                                    <p:set>
                                      <p:cBhvr>
                                        <p:cTn id="59" dur="1" fill="hold">
                                          <p:stCondLst>
                                            <p:cond delay="299"/>
                                          </p:stCondLst>
                                        </p:cTn>
                                        <p:tgtEl>
                                          <p:spTgt spid="6">
                                            <p:txEl>
                                              <p:pRg st="1" end="1"/>
                                            </p:txEl>
                                          </p:spTgt>
                                        </p:tgtEl>
                                        <p:attrNameLst>
                                          <p:attrName>style.visibility</p:attrName>
                                        </p:attrNameLst>
                                      </p:cBhvr>
                                      <p:to>
                                        <p:strVal val="hidden"/>
                                      </p:to>
                                    </p:set>
                                  </p:childTnLst>
                                </p:cTn>
                              </p:par>
                              <p:par>
                                <p:cTn id="60" presetID="2" presetClass="entr" presetSubtype="4" decel="100000" fill="hold" nodeType="withEffect">
                                  <p:stCondLst>
                                    <p:cond delay="500"/>
                                  </p:stCondLst>
                                  <p:childTnLst>
                                    <p:set>
                                      <p:cBhvr>
                                        <p:cTn id="61" dur="1" fill="hold">
                                          <p:stCondLst>
                                            <p:cond delay="0"/>
                                          </p:stCondLst>
                                        </p:cTn>
                                        <p:tgtEl>
                                          <p:spTgt spid="18">
                                            <p:txEl>
                                              <p:pRg st="1" end="1"/>
                                            </p:txEl>
                                          </p:spTgt>
                                        </p:tgtEl>
                                        <p:attrNameLst>
                                          <p:attrName>style.visibility</p:attrName>
                                        </p:attrNameLst>
                                      </p:cBhvr>
                                      <p:to>
                                        <p:strVal val="visible"/>
                                      </p:to>
                                    </p:set>
                                    <p:anim calcmode="lin" valueType="num">
                                      <p:cBhvr additive="base">
                                        <p:cTn id="6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6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64" presetID="2" presetClass="entr" presetSubtype="4" decel="100000" fill="hold" nodeType="withEffect">
                                  <p:stCondLst>
                                    <p:cond delay="500"/>
                                  </p:stCondLst>
                                  <p:childTnLst>
                                    <p:set>
                                      <p:cBhvr>
                                        <p:cTn id="65" dur="1" fill="hold">
                                          <p:stCondLst>
                                            <p:cond delay="0"/>
                                          </p:stCondLst>
                                        </p:cTn>
                                        <p:tgtEl>
                                          <p:spTgt spid="18">
                                            <p:txEl>
                                              <p:pRg st="2" end="2"/>
                                            </p:txEl>
                                          </p:spTgt>
                                        </p:tgtEl>
                                        <p:attrNameLst>
                                          <p:attrName>style.visibility</p:attrName>
                                        </p:attrNameLst>
                                      </p:cBhvr>
                                      <p:to>
                                        <p:strVal val="visible"/>
                                      </p:to>
                                    </p:set>
                                    <p:anim calcmode="lin" valueType="num">
                                      <p:cBhvr additive="base">
                                        <p:cTn id="6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6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68" presetID="1" presetClass="exit" presetSubtype="0" fill="hold" nodeType="withEffect">
                                  <p:stCondLst>
                                    <p:cond delay="700"/>
                                  </p:stCondLst>
                                  <p:childTnLst>
                                    <p:set>
                                      <p:cBhvr>
                                        <p:cTn id="69" dur="1" fill="hold">
                                          <p:stCondLst>
                                            <p:cond delay="0"/>
                                          </p:stCondLst>
                                        </p:cTn>
                                        <p:tgtEl>
                                          <p:spTgt spid="6">
                                            <p:txEl>
                                              <p:pRg st="6" end="6"/>
                                            </p:txEl>
                                          </p:spTgt>
                                        </p:tgtEl>
                                        <p:attrNameLst>
                                          <p:attrName>style.visibility</p:attrName>
                                        </p:attrNameLst>
                                      </p:cBhvr>
                                      <p:to>
                                        <p:strVal val="hidden"/>
                                      </p:to>
                                    </p:set>
                                  </p:childTnLst>
                                </p:cTn>
                              </p:par>
                              <p:par>
                                <p:cTn id="70" presetID="1" presetClass="entr" presetSubtype="0" fill="hold" nodeType="withEffect">
                                  <p:stCondLst>
                                    <p:cond delay="700"/>
                                  </p:stCondLst>
                                  <p:childTnLst>
                                    <p:set>
                                      <p:cBhvr>
                                        <p:cTn id="71" dur="1" fill="hold">
                                          <p:stCondLst>
                                            <p:cond delay="0"/>
                                          </p:stCondLst>
                                        </p:cTn>
                                        <p:tgtEl>
                                          <p:spTgt spid="18">
                                            <p:txEl>
                                              <p:pRg st="1" end="1"/>
                                            </p:txEl>
                                          </p:spTgt>
                                        </p:tgtEl>
                                        <p:attrNameLst>
                                          <p:attrName>style.visibility</p:attrName>
                                        </p:attrNameLst>
                                      </p:cBhvr>
                                      <p:to>
                                        <p:strVal val="visible"/>
                                      </p:to>
                                    </p:set>
                                  </p:childTnLst>
                                </p:cTn>
                              </p:par>
                              <p:par>
                                <p:cTn id="72" presetID="19" presetClass="emph" presetSubtype="0" fill="hold" nodeType="withEffect">
                                  <p:stCondLst>
                                    <p:cond delay="700"/>
                                  </p:stCondLst>
                                  <p:childTnLst>
                                    <p:animClr clrSpc="rgb" dir="cw">
                                      <p:cBhvr override="childStyle">
                                        <p:cTn id="73" dur="1500" fill="hold"/>
                                        <p:tgtEl>
                                          <p:spTgt spid="18">
                                            <p:txEl>
                                              <p:pRg st="1" end="1"/>
                                            </p:txEl>
                                          </p:spTgt>
                                        </p:tgtEl>
                                        <p:attrNameLst>
                                          <p:attrName>style.color</p:attrName>
                                        </p:attrNameLst>
                                      </p:cBhvr>
                                      <p:to>
                                        <a:schemeClr val="accent2"/>
                                      </p:to>
                                    </p:animClr>
                                    <p:animClr clrSpc="rgb" dir="cw">
                                      <p:cBhvr>
                                        <p:cTn id="74" dur="1500" fill="hold"/>
                                        <p:tgtEl>
                                          <p:spTgt spid="18">
                                            <p:txEl>
                                              <p:pRg st="1" end="1"/>
                                            </p:txEl>
                                          </p:spTgt>
                                        </p:tgtEl>
                                        <p:attrNameLst>
                                          <p:attrName>fillcolor</p:attrName>
                                        </p:attrNameLst>
                                      </p:cBhvr>
                                      <p:to>
                                        <a:schemeClr val="accent2"/>
                                      </p:to>
                                    </p:animClr>
                                    <p:set>
                                      <p:cBhvr>
                                        <p:cTn id="75" dur="1500" fill="hold"/>
                                        <p:tgtEl>
                                          <p:spTgt spid="18">
                                            <p:txEl>
                                              <p:pRg st="1" end="1"/>
                                            </p:txEl>
                                          </p:spTgt>
                                        </p:tgtEl>
                                        <p:attrNameLst>
                                          <p:attrName>fill.type</p:attrName>
                                        </p:attrNameLst>
                                      </p:cBhvr>
                                      <p:to>
                                        <p:strVal val="solid"/>
                                      </p:to>
                                    </p:set>
                                    <p:set>
                                      <p:cBhvr>
                                        <p:cTn id="76" dur="1500" fill="hold"/>
                                        <p:tgtEl>
                                          <p:spTgt spid="18">
                                            <p:txEl>
                                              <p:pRg st="1" end="1"/>
                                            </p:txEl>
                                          </p:spTgt>
                                        </p:tgtEl>
                                        <p:attrNameLst>
                                          <p:attrName>fill.on</p:attrName>
                                        </p:attrNameLst>
                                      </p:cBhvr>
                                      <p:to>
                                        <p:strVal val="true"/>
                                      </p:to>
                                    </p:set>
                                  </p:childTnLst>
                                </p:cTn>
                              </p:par>
                              <p:par>
                                <p:cTn id="77" presetID="19" presetClass="emph" presetSubtype="0" fill="hold" nodeType="withEffect">
                                  <p:stCondLst>
                                    <p:cond delay="700"/>
                                  </p:stCondLst>
                                  <p:childTnLst>
                                    <p:animClr clrSpc="rgb" dir="cw">
                                      <p:cBhvr override="childStyle">
                                        <p:cTn id="78" dur="800" fill="hold"/>
                                        <p:tgtEl>
                                          <p:spTgt spid="6">
                                            <p:txEl>
                                              <p:pRg st="0" end="0"/>
                                            </p:txEl>
                                          </p:spTgt>
                                        </p:tgtEl>
                                        <p:attrNameLst>
                                          <p:attrName>style.color</p:attrName>
                                        </p:attrNameLst>
                                      </p:cBhvr>
                                      <p:to>
                                        <a:srgbClr val="96CDF8"/>
                                      </p:to>
                                    </p:animClr>
                                    <p:animClr clrSpc="rgb" dir="cw">
                                      <p:cBhvr>
                                        <p:cTn id="79" dur="800" fill="hold"/>
                                        <p:tgtEl>
                                          <p:spTgt spid="6">
                                            <p:txEl>
                                              <p:pRg st="0" end="0"/>
                                            </p:txEl>
                                          </p:spTgt>
                                        </p:tgtEl>
                                        <p:attrNameLst>
                                          <p:attrName>fillcolor</p:attrName>
                                        </p:attrNameLst>
                                      </p:cBhvr>
                                      <p:to>
                                        <a:srgbClr val="96CDF8"/>
                                      </p:to>
                                    </p:animClr>
                                    <p:set>
                                      <p:cBhvr>
                                        <p:cTn id="80" dur="800" fill="hold"/>
                                        <p:tgtEl>
                                          <p:spTgt spid="6">
                                            <p:txEl>
                                              <p:pRg st="0" end="0"/>
                                            </p:txEl>
                                          </p:spTgt>
                                        </p:tgtEl>
                                        <p:attrNameLst>
                                          <p:attrName>fill.type</p:attrName>
                                        </p:attrNameLst>
                                      </p:cBhvr>
                                      <p:to>
                                        <p:strVal val="solid"/>
                                      </p:to>
                                    </p:set>
                                    <p:set>
                                      <p:cBhvr>
                                        <p:cTn id="8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1.04167E-6 4.07407E-6 L -1.04167E-6 0.49791 " pathEditMode="relative" rAng="0" ptsTypes="AA">
                                      <p:cBhvr>
                                        <p:cTn id="6" dur="2000" fill="hold"/>
                                        <p:tgtEl>
                                          <p:spTgt spid="4">
                                            <p:txEl>
                                              <p:pRg st="2" end="2"/>
                                            </p:txEl>
                                          </p:spTgt>
                                        </p:tgtEl>
                                        <p:attrNameLst>
                                          <p:attrName>ppt_x</p:attrName>
                                          <p:attrName>ppt_y</p:attrName>
                                        </p:attrNameLst>
                                      </p:cBhvr>
                                      <p:rCtr x="0" y="24884"/>
                                    </p:animMotion>
                                  </p:childTnLst>
                                </p:cTn>
                              </p:par>
                              <p:par>
                                <p:cTn id="7" presetID="22" presetClass="entr" presetSubtype="1" fill="hold" nodeType="withEffect">
                                  <p:stCondLst>
                                    <p:cond delay="300"/>
                                  </p:stCondLst>
                                  <p:childTnLst>
                                    <p:set>
                                      <p:cBhvr>
                                        <p:cTn id="8" dur="1" fill="hold">
                                          <p:stCondLst>
                                            <p:cond delay="0"/>
                                          </p:stCondLst>
                                        </p:cTn>
                                        <p:tgtEl>
                                          <p:spTgt spid="15">
                                            <p:txEl>
                                              <p:pRg st="2" end="2"/>
                                            </p:txEl>
                                          </p:spTgt>
                                        </p:tgtEl>
                                        <p:attrNameLst>
                                          <p:attrName>style.visibility</p:attrName>
                                        </p:attrNameLst>
                                      </p:cBhvr>
                                      <p:to>
                                        <p:strVal val="visible"/>
                                      </p:to>
                                    </p:set>
                                    <p:animEffect transition="in" filter="wipe(up)">
                                      <p:cBhvr>
                                        <p:cTn id="9" dur="500"/>
                                        <p:tgtEl>
                                          <p:spTgt spid="15">
                                            <p:txEl>
                                              <p:pRg st="2" end="2"/>
                                            </p:txEl>
                                          </p:spTgt>
                                        </p:tgtEl>
                                      </p:cBhvr>
                                    </p:animEffect>
                                  </p:childTnLst>
                                </p:cTn>
                              </p:par>
                              <p:par>
                                <p:cTn id="10" presetID="22" presetClass="entr" presetSubtype="1" fill="hold" nodeType="withEffect">
                                  <p:stCondLst>
                                    <p:cond delay="600"/>
                                  </p:stCondLst>
                                  <p:childTnLst>
                                    <p:set>
                                      <p:cBhvr>
                                        <p:cTn id="11" dur="1" fill="hold">
                                          <p:stCondLst>
                                            <p:cond delay="0"/>
                                          </p:stCondLst>
                                        </p:cTn>
                                        <p:tgtEl>
                                          <p:spTgt spid="15">
                                            <p:txEl>
                                              <p:pRg st="3" end="3"/>
                                            </p:txEl>
                                          </p:spTgt>
                                        </p:tgtEl>
                                        <p:attrNameLst>
                                          <p:attrName>style.visibility</p:attrName>
                                        </p:attrNameLst>
                                      </p:cBhvr>
                                      <p:to>
                                        <p:strVal val="visible"/>
                                      </p:to>
                                    </p:set>
                                    <p:animEffect transition="in" filter="wipe(up)">
                                      <p:cBhvr>
                                        <p:cTn id="12" dur="500"/>
                                        <p:tgtEl>
                                          <p:spTgt spid="15">
                                            <p:txEl>
                                              <p:pRg st="3" end="3"/>
                                            </p:txEl>
                                          </p:spTgt>
                                        </p:tgtEl>
                                      </p:cBhvr>
                                    </p:animEffect>
                                  </p:childTnLst>
                                </p:cTn>
                              </p:par>
                              <p:par>
                                <p:cTn id="13" presetID="1" presetClass="exit" presetSubtype="0" fill="hold" nodeType="withEffect">
                                  <p:stCondLst>
                                    <p:cond delay="0"/>
                                  </p:stCondLst>
                                  <p:childTnLst>
                                    <p:set>
                                      <p:cBhvr>
                                        <p:cTn id="14" dur="1" fill="hold">
                                          <p:stCondLst>
                                            <p:cond delay="0"/>
                                          </p:stCondLst>
                                        </p:cTn>
                                        <p:tgtEl>
                                          <p:spTgt spid="2"/>
                                        </p:tgtEl>
                                        <p:attrNameLst>
                                          <p:attrName>style.visibility</p:attrName>
                                        </p:attrNameLst>
                                      </p:cBhvr>
                                      <p:to>
                                        <p:strVal val="hidden"/>
                                      </p:to>
                                    </p:set>
                                  </p:childTnLst>
                                </p:cTn>
                              </p:par>
                              <p:par>
                                <p:cTn id="15" presetID="1" presetClass="entr" presetSubtype="0" fill="hold" grpId="1"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1"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42" presetClass="path" presetSubtype="0" accel="50000" decel="50000" fill="hold" grpId="0" nodeType="withEffect">
                                  <p:stCondLst>
                                    <p:cond delay="0"/>
                                  </p:stCondLst>
                                  <p:childTnLst>
                                    <p:animMotion origin="layout" path="M -2.29167E-6 -4.44444E-6 L -2.29167E-6 0.1213 " pathEditMode="relative" rAng="0" ptsTypes="AA">
                                      <p:cBhvr>
                                        <p:cTn id="24" dur="2000" fill="hold"/>
                                        <p:tgtEl>
                                          <p:spTgt spid="24"/>
                                        </p:tgtEl>
                                        <p:attrNameLst>
                                          <p:attrName>ppt_x</p:attrName>
                                          <p:attrName>ppt_y</p:attrName>
                                        </p:attrNameLst>
                                      </p:cBhvr>
                                      <p:rCtr x="0" y="6065"/>
                                    </p:animMotion>
                                  </p:childTnLst>
                                </p:cTn>
                              </p:par>
                              <p:par>
                                <p:cTn id="25" presetID="42" presetClass="path" presetSubtype="0" accel="50000" decel="50000" fill="hold" nodeType="withEffect">
                                  <p:stCondLst>
                                    <p:cond delay="0"/>
                                  </p:stCondLst>
                                  <p:childTnLst>
                                    <p:animMotion origin="layout" path="M -4.375E-6 1.48148E-6 L -4.375E-6 0.20648 " pathEditMode="relative" rAng="0" ptsTypes="AA">
                                      <p:cBhvr>
                                        <p:cTn id="26" dur="2000" fill="hold"/>
                                        <p:tgtEl>
                                          <p:spTgt spid="25"/>
                                        </p:tgtEl>
                                        <p:attrNameLst>
                                          <p:attrName>ppt_x</p:attrName>
                                          <p:attrName>ppt_y</p:attrName>
                                        </p:attrNameLst>
                                      </p:cBhvr>
                                      <p:rCtr x="0" y="10324"/>
                                    </p:animMotion>
                                  </p:childTnLst>
                                </p:cTn>
                              </p:par>
                              <p:par>
                                <p:cTn id="27" presetID="42" presetClass="path" presetSubtype="0" accel="50000" decel="50000" fill="hold" nodeType="withEffect">
                                  <p:stCondLst>
                                    <p:cond delay="0"/>
                                  </p:stCondLst>
                                  <p:childTnLst>
                                    <p:animMotion origin="layout" path="M -4.375E-6 1.11111E-6 L -4.375E-6 0.12153 " pathEditMode="relative" rAng="0" ptsTypes="AA">
                                      <p:cBhvr>
                                        <p:cTn id="28" dur="2000" fill="hold"/>
                                        <p:tgtEl>
                                          <p:spTgt spid="28"/>
                                        </p:tgtEl>
                                        <p:attrNameLst>
                                          <p:attrName>ppt_x</p:attrName>
                                          <p:attrName>ppt_y</p:attrName>
                                        </p:attrNameLst>
                                      </p:cBhvr>
                                      <p:rCtr x="0" y="6065"/>
                                    </p:animMotion>
                                  </p:childTnLst>
                                </p:cTn>
                              </p:par>
                              <p:par>
                                <p:cTn id="29" presetID="42" presetClass="path" presetSubtype="0" accel="50000" decel="50000" fill="hold" grpId="0" nodeType="withEffect">
                                  <p:stCondLst>
                                    <p:cond delay="0"/>
                                  </p:stCondLst>
                                  <p:childTnLst>
                                    <p:animMotion origin="layout" path="M -2.29167E-6 -2.96296E-6 L -2.29167E-6 0.20695 " pathEditMode="relative" rAng="0" ptsTypes="AA">
                                      <p:cBhvr>
                                        <p:cTn id="30" dur="2000" fill="hold"/>
                                        <p:tgtEl>
                                          <p:spTgt spid="39"/>
                                        </p:tgtEl>
                                        <p:attrNameLst>
                                          <p:attrName>ppt_x</p:attrName>
                                          <p:attrName>ppt_y</p:attrName>
                                        </p:attrNameLst>
                                      </p:cBhvr>
                                      <p:rCtr x="0" y="10347"/>
                                    </p:animMotion>
                                  </p:childTnLst>
                                </p:cTn>
                              </p:par>
                              <p:par>
                                <p:cTn id="31" presetID="22" presetClass="entr" presetSubtype="1" fill="hold" nodeType="withEffect">
                                  <p:stCondLst>
                                    <p:cond delay="800"/>
                                  </p:stCondLst>
                                  <p:childTnLst>
                                    <p:set>
                                      <p:cBhvr>
                                        <p:cTn id="32" dur="1" fill="hold">
                                          <p:stCondLst>
                                            <p:cond delay="0"/>
                                          </p:stCondLst>
                                        </p:cTn>
                                        <p:tgtEl>
                                          <p:spTgt spid="15">
                                            <p:txEl>
                                              <p:pRg st="4" end="4"/>
                                            </p:txEl>
                                          </p:spTgt>
                                        </p:tgtEl>
                                        <p:attrNameLst>
                                          <p:attrName>style.visibility</p:attrName>
                                        </p:attrNameLst>
                                      </p:cBhvr>
                                      <p:to>
                                        <p:strVal val="visible"/>
                                      </p:to>
                                    </p:set>
                                    <p:animEffect transition="in" filter="wipe(up)">
                                      <p:cBhvr>
                                        <p:cTn id="33" dur="500"/>
                                        <p:tgtEl>
                                          <p:spTgt spid="15">
                                            <p:txEl>
                                              <p:pRg st="4" end="4"/>
                                            </p:txEl>
                                          </p:spTgt>
                                        </p:tgtEl>
                                      </p:cBhvr>
                                    </p:animEffect>
                                  </p:childTnLst>
                                </p:cTn>
                              </p:par>
                              <p:par>
                                <p:cTn id="34" presetID="19" presetClass="emph" presetSubtype="0" fill="hold" nodeType="withEffect">
                                  <p:stCondLst>
                                    <p:cond delay="800"/>
                                  </p:stCondLst>
                                  <p:childTnLst>
                                    <p:animClr clrSpc="rgb" dir="cw">
                                      <p:cBhvr override="childStyle">
                                        <p:cTn id="35" dur="500" fill="hold"/>
                                        <p:tgtEl>
                                          <p:spTgt spid="15">
                                            <p:txEl>
                                              <p:pRg st="2" end="2"/>
                                            </p:txEl>
                                          </p:spTgt>
                                        </p:tgtEl>
                                        <p:attrNameLst>
                                          <p:attrName>style.color</p:attrName>
                                        </p:attrNameLst>
                                      </p:cBhvr>
                                      <p:to>
                                        <a:schemeClr val="accent2"/>
                                      </p:to>
                                    </p:animClr>
                                    <p:animClr clrSpc="rgb" dir="cw">
                                      <p:cBhvr>
                                        <p:cTn id="36" dur="500" fill="hold"/>
                                        <p:tgtEl>
                                          <p:spTgt spid="15">
                                            <p:txEl>
                                              <p:pRg st="2" end="2"/>
                                            </p:txEl>
                                          </p:spTgt>
                                        </p:tgtEl>
                                        <p:attrNameLst>
                                          <p:attrName>fillcolor</p:attrName>
                                        </p:attrNameLst>
                                      </p:cBhvr>
                                      <p:to>
                                        <a:schemeClr val="accent2"/>
                                      </p:to>
                                    </p:animClr>
                                    <p:set>
                                      <p:cBhvr>
                                        <p:cTn id="37" dur="500" fill="hold"/>
                                        <p:tgtEl>
                                          <p:spTgt spid="15">
                                            <p:txEl>
                                              <p:pRg st="2" end="2"/>
                                            </p:txEl>
                                          </p:spTgt>
                                        </p:tgtEl>
                                        <p:attrNameLst>
                                          <p:attrName>fill.type</p:attrName>
                                        </p:attrNameLst>
                                      </p:cBhvr>
                                      <p:to>
                                        <p:strVal val="solid"/>
                                      </p:to>
                                    </p:set>
                                    <p:set>
                                      <p:cBhvr>
                                        <p:cTn id="38" dur="500" fill="hold"/>
                                        <p:tgtEl>
                                          <p:spTgt spid="15">
                                            <p:txEl>
                                              <p:pRg st="2" end="2"/>
                                            </p:txEl>
                                          </p:spTgt>
                                        </p:tgtEl>
                                        <p:attrNameLst>
                                          <p:attrName>fill.on</p:attrName>
                                        </p:attrNameLst>
                                      </p:cBhvr>
                                      <p:to>
                                        <p:strVal val="true"/>
                                      </p:to>
                                    </p:set>
                                  </p:childTnLst>
                                </p:cTn>
                              </p:par>
                              <p:par>
                                <p:cTn id="39" presetID="19" presetClass="emph" presetSubtype="0" fill="hold" nodeType="withEffect">
                                  <p:stCondLst>
                                    <p:cond delay="800"/>
                                  </p:stCondLst>
                                  <p:childTnLst>
                                    <p:animClr clrSpc="rgb" dir="cw">
                                      <p:cBhvr override="childStyle">
                                        <p:cTn id="40" dur="500" fill="hold"/>
                                        <p:tgtEl>
                                          <p:spTgt spid="15">
                                            <p:txEl>
                                              <p:pRg st="3" end="3"/>
                                            </p:txEl>
                                          </p:spTgt>
                                        </p:tgtEl>
                                        <p:attrNameLst>
                                          <p:attrName>style.color</p:attrName>
                                        </p:attrNameLst>
                                      </p:cBhvr>
                                      <p:to>
                                        <a:schemeClr val="accent2"/>
                                      </p:to>
                                    </p:animClr>
                                    <p:animClr clrSpc="rgb" dir="cw">
                                      <p:cBhvr>
                                        <p:cTn id="41" dur="500" fill="hold"/>
                                        <p:tgtEl>
                                          <p:spTgt spid="15">
                                            <p:txEl>
                                              <p:pRg st="3" end="3"/>
                                            </p:txEl>
                                          </p:spTgt>
                                        </p:tgtEl>
                                        <p:attrNameLst>
                                          <p:attrName>fillcolor</p:attrName>
                                        </p:attrNameLst>
                                      </p:cBhvr>
                                      <p:to>
                                        <a:schemeClr val="accent2"/>
                                      </p:to>
                                    </p:animClr>
                                    <p:set>
                                      <p:cBhvr>
                                        <p:cTn id="42" dur="500" fill="hold"/>
                                        <p:tgtEl>
                                          <p:spTgt spid="15">
                                            <p:txEl>
                                              <p:pRg st="3" end="3"/>
                                            </p:txEl>
                                          </p:spTgt>
                                        </p:tgtEl>
                                        <p:attrNameLst>
                                          <p:attrName>fill.type</p:attrName>
                                        </p:attrNameLst>
                                      </p:cBhvr>
                                      <p:to>
                                        <p:strVal val="solid"/>
                                      </p:to>
                                    </p:set>
                                    <p:set>
                                      <p:cBhvr>
                                        <p:cTn id="43" dur="500" fill="hold"/>
                                        <p:tgtEl>
                                          <p:spTgt spid="15">
                                            <p:txEl>
                                              <p:pRg st="3" end="3"/>
                                            </p:txEl>
                                          </p:spTgt>
                                        </p:tgtEl>
                                        <p:attrNameLst>
                                          <p:attrName>fill.on</p:attrName>
                                        </p:attrNameLst>
                                      </p:cBhvr>
                                      <p:to>
                                        <p:strVal val="true"/>
                                      </p:to>
                                    </p:set>
                                  </p:childTnLst>
                                </p:cTn>
                              </p:par>
                              <p:par>
                                <p:cTn id="44" presetID="22" presetClass="entr" presetSubtype="1" fill="hold" nodeType="withEffect">
                                  <p:stCondLst>
                                    <p:cond delay="1000"/>
                                  </p:stCondLst>
                                  <p:childTnLst>
                                    <p:set>
                                      <p:cBhvr>
                                        <p:cTn id="45" dur="1" fill="hold">
                                          <p:stCondLst>
                                            <p:cond delay="0"/>
                                          </p:stCondLst>
                                        </p:cTn>
                                        <p:tgtEl>
                                          <p:spTgt spid="15">
                                            <p:txEl>
                                              <p:pRg st="5" end="5"/>
                                            </p:txEl>
                                          </p:spTgt>
                                        </p:tgtEl>
                                        <p:attrNameLst>
                                          <p:attrName>style.visibility</p:attrName>
                                        </p:attrNameLst>
                                      </p:cBhvr>
                                      <p:to>
                                        <p:strVal val="visible"/>
                                      </p:to>
                                    </p:set>
                                    <p:animEffect transition="in" filter="wipe(up)">
                                      <p:cBhvr>
                                        <p:cTn id="46" dur="500"/>
                                        <p:tgtEl>
                                          <p:spTgt spid="15">
                                            <p:txEl>
                                              <p:pRg st="5" end="5"/>
                                            </p:txEl>
                                          </p:spTgt>
                                        </p:tgtEl>
                                      </p:cBhvr>
                                    </p:animEffect>
                                  </p:childTnLst>
                                </p:cTn>
                              </p:par>
                              <p:par>
                                <p:cTn id="47" presetID="22" presetClass="entr" presetSubtype="1" fill="hold" nodeType="withEffect">
                                  <p:stCondLst>
                                    <p:cond delay="1200"/>
                                  </p:stCondLst>
                                  <p:childTnLst>
                                    <p:set>
                                      <p:cBhvr>
                                        <p:cTn id="48" dur="1" fill="hold">
                                          <p:stCondLst>
                                            <p:cond delay="0"/>
                                          </p:stCondLst>
                                        </p:cTn>
                                        <p:tgtEl>
                                          <p:spTgt spid="15">
                                            <p:txEl>
                                              <p:pRg st="6" end="6"/>
                                            </p:txEl>
                                          </p:spTgt>
                                        </p:tgtEl>
                                        <p:attrNameLst>
                                          <p:attrName>style.visibility</p:attrName>
                                        </p:attrNameLst>
                                      </p:cBhvr>
                                      <p:to>
                                        <p:strVal val="visible"/>
                                      </p:to>
                                    </p:set>
                                    <p:animEffect transition="in" filter="wipe(up)">
                                      <p:cBhvr>
                                        <p:cTn id="49" dur="500"/>
                                        <p:tgtEl>
                                          <p:spTgt spid="15">
                                            <p:txEl>
                                              <p:pRg st="6" end="6"/>
                                            </p:txEl>
                                          </p:spTgt>
                                        </p:tgtEl>
                                      </p:cBhvr>
                                    </p:animEffect>
                                  </p:childTnLst>
                                </p:cTn>
                              </p:par>
                              <p:par>
                                <p:cTn id="50" presetID="1" presetClass="entr" presetSubtype="0" fill="hold" nodeType="withEffect">
                                  <p:stCondLst>
                                    <p:cond delay="2000"/>
                                  </p:stCondLst>
                                  <p:childTnLst>
                                    <p:set>
                                      <p:cBhvr>
                                        <p:cTn id="51" dur="1" fill="hold">
                                          <p:stCondLst>
                                            <p:cond delay="0"/>
                                          </p:stCondLst>
                                        </p:cTn>
                                        <p:tgtEl>
                                          <p:spTgt spid="15">
                                            <p:txEl>
                                              <p:pRg st="7" end="7"/>
                                            </p:txEl>
                                          </p:spTgt>
                                        </p:tgtEl>
                                        <p:attrNameLst>
                                          <p:attrName>style.visibility</p:attrName>
                                        </p:attrNameLst>
                                      </p:cBhvr>
                                      <p:to>
                                        <p:strVal val="visible"/>
                                      </p:to>
                                    </p:set>
                                  </p:childTnLst>
                                </p:cTn>
                              </p:par>
                              <p:par>
                                <p:cTn id="52" presetID="1" presetClass="exit" presetSubtype="0" fill="hold" grpId="0" nodeType="withEffect">
                                  <p:stCondLst>
                                    <p:cond delay="700"/>
                                  </p:stCondLst>
                                  <p:childTnLst>
                                    <p:set>
                                      <p:cBhvr>
                                        <p:cTn id="53" dur="1" fill="hold">
                                          <p:stCondLst>
                                            <p:cond delay="0"/>
                                          </p:stCondLst>
                                        </p:cTn>
                                        <p:tgtEl>
                                          <p:spTgt spid="4">
                                            <p:txEl>
                                              <p:pRg st="0" end="0"/>
                                            </p:txEl>
                                          </p:spTgt>
                                        </p:tgtEl>
                                        <p:attrNameLst>
                                          <p:attrName>style.visibility</p:attrName>
                                        </p:attrNameLst>
                                      </p:cBhvr>
                                      <p:to>
                                        <p:strVal val="hidden"/>
                                      </p:to>
                                    </p:set>
                                  </p:childTnLst>
                                </p:cTn>
                              </p:par>
                              <p:par>
                                <p:cTn id="54" presetID="1" presetClass="exit" presetSubtype="0" fill="hold" grpId="0" nodeType="withEffect">
                                  <p:stCondLst>
                                    <p:cond delay="700"/>
                                  </p:stCondLst>
                                  <p:childTnLst>
                                    <p:set>
                                      <p:cBhvr>
                                        <p:cTn id="55" dur="1" fill="hold">
                                          <p:stCondLst>
                                            <p:cond delay="0"/>
                                          </p:stCondLst>
                                        </p:cTn>
                                        <p:tgtEl>
                                          <p:spTgt spid="4">
                                            <p:txEl>
                                              <p:pRg st="1" end="1"/>
                                            </p:txEl>
                                          </p:spTgt>
                                        </p:tgtEl>
                                        <p:attrNameLst>
                                          <p:attrName>style.visibility</p:attrName>
                                        </p:attrNameLst>
                                      </p:cBhvr>
                                      <p:to>
                                        <p:strVal val="hidden"/>
                                      </p:to>
                                    </p:set>
                                  </p:childTnLst>
                                </p:cTn>
                              </p:par>
                            </p:childTnLst>
                          </p:cTn>
                        </p:par>
                        <p:par>
                          <p:cTn id="56" fill="hold">
                            <p:stCondLst>
                              <p:cond delay="2000"/>
                            </p:stCondLst>
                            <p:childTnLst>
                              <p:par>
                                <p:cTn id="57" presetID="1" presetClass="exit" presetSubtype="0" fill="hold" grpId="0" nodeType="afterEffect">
                                  <p:stCondLst>
                                    <p:cond delay="0"/>
                                  </p:stCondLst>
                                  <p:childTnLst>
                                    <p:set>
                                      <p:cBhvr>
                                        <p:cTn id="58"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build="allAtOnce"/>
      <p:bldP spid="39" grpId="0" animBg="1"/>
      <p:bldP spid="39"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1194673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444687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29167E-6 -4.81481E-6 L -2.29167E-6 0.18612 " pathEditMode="relative" rAng="0" ptsTypes="AA">
                                      <p:cBhvr>
                                        <p:cTn id="6" dur="2000" fill="hold"/>
                                        <p:tgtEl>
                                          <p:spTgt spid="20"/>
                                        </p:tgtEl>
                                        <p:attrNameLst>
                                          <p:attrName>ppt_x</p:attrName>
                                          <p:attrName>ppt_y</p:attrName>
                                        </p:attrNameLst>
                                      </p:cBhvr>
                                      <p:rCtr x="0" y="9306"/>
                                    </p:animMotion>
                                  </p:childTnLst>
                                </p:cTn>
                              </p:par>
                              <p:par>
                                <p:cTn id="7" presetID="19" presetClass="emph" presetSubtype="0" fill="hold" nodeType="withEffect">
                                  <p:stCondLst>
                                    <p:cond delay="800"/>
                                  </p:stCondLst>
                                  <p:childTnLst>
                                    <p:animClr clrSpc="rgb" dir="cw">
                                      <p:cBhvr override="childStyle">
                                        <p:cTn id="8" dur="500" fill="hold"/>
                                        <p:tgtEl>
                                          <p:spTgt spid="4">
                                            <p:txEl>
                                              <p:pRg st="4" end="4"/>
                                            </p:txEl>
                                          </p:spTgt>
                                        </p:tgtEl>
                                        <p:attrNameLst>
                                          <p:attrName>style.color</p:attrName>
                                        </p:attrNameLst>
                                      </p:cBhvr>
                                      <p:to>
                                        <a:schemeClr val="accent2"/>
                                      </p:to>
                                    </p:animClr>
                                    <p:animClr clrSpc="rgb" dir="cw">
                                      <p:cBhvr>
                                        <p:cTn id="9" dur="500" fill="hold"/>
                                        <p:tgtEl>
                                          <p:spTgt spid="4">
                                            <p:txEl>
                                              <p:pRg st="4" end="4"/>
                                            </p:txEl>
                                          </p:spTgt>
                                        </p:tgtEl>
                                        <p:attrNameLst>
                                          <p:attrName>fillcolor</p:attrName>
                                        </p:attrNameLst>
                                      </p:cBhvr>
                                      <p:to>
                                        <a:schemeClr val="accent2"/>
                                      </p:to>
                                    </p:animClr>
                                    <p:set>
                                      <p:cBhvr>
                                        <p:cTn id="10" dur="500" fill="hold"/>
                                        <p:tgtEl>
                                          <p:spTgt spid="4">
                                            <p:txEl>
                                              <p:pRg st="4" end="4"/>
                                            </p:txEl>
                                          </p:spTgt>
                                        </p:tgtEl>
                                        <p:attrNameLst>
                                          <p:attrName>fill.type</p:attrName>
                                        </p:attrNameLst>
                                      </p:cBhvr>
                                      <p:to>
                                        <p:strVal val="solid"/>
                                      </p:to>
                                    </p:set>
                                    <p:set>
                                      <p:cBhvr>
                                        <p:cTn id="11" dur="500" fill="hold"/>
                                        <p:tgtEl>
                                          <p:spTgt spid="4">
                                            <p:txEl>
                                              <p:pRg st="4" end="4"/>
                                            </p:txEl>
                                          </p:spTgt>
                                        </p:tgtEl>
                                        <p:attrNameLst>
                                          <p:attrName>fill.on</p:attrName>
                                        </p:attrNameLst>
                                      </p:cBhvr>
                                      <p:to>
                                        <p:strVal val="true"/>
                                      </p:to>
                                    </p:set>
                                  </p:childTnLst>
                                </p:cTn>
                              </p:par>
                              <p:par>
                                <p:cTn id="12" presetID="19" presetClass="emph" presetSubtype="0" fill="hold" nodeType="withEffect">
                                  <p:stCondLst>
                                    <p:cond delay="800"/>
                                  </p:stCondLst>
                                  <p:childTnLst>
                                    <p:animClr clrSpc="rgb" dir="cw">
                                      <p:cBhvr override="childStyle">
                                        <p:cTn id="13" dur="500" fill="hold"/>
                                        <p:tgtEl>
                                          <p:spTgt spid="4">
                                            <p:txEl>
                                              <p:pRg st="5" end="5"/>
                                            </p:txEl>
                                          </p:spTgt>
                                        </p:tgtEl>
                                        <p:attrNameLst>
                                          <p:attrName>style.color</p:attrName>
                                        </p:attrNameLst>
                                      </p:cBhvr>
                                      <p:to>
                                        <a:schemeClr val="accent2"/>
                                      </p:to>
                                    </p:animClr>
                                    <p:animClr clrSpc="rgb" dir="cw">
                                      <p:cBhvr>
                                        <p:cTn id="14" dur="500" fill="hold"/>
                                        <p:tgtEl>
                                          <p:spTgt spid="4">
                                            <p:txEl>
                                              <p:pRg st="5" end="5"/>
                                            </p:txEl>
                                          </p:spTgt>
                                        </p:tgtEl>
                                        <p:attrNameLst>
                                          <p:attrName>fillcolor</p:attrName>
                                        </p:attrNameLst>
                                      </p:cBhvr>
                                      <p:to>
                                        <a:schemeClr val="accent2"/>
                                      </p:to>
                                    </p:animClr>
                                    <p:set>
                                      <p:cBhvr>
                                        <p:cTn id="15" dur="500" fill="hold"/>
                                        <p:tgtEl>
                                          <p:spTgt spid="4">
                                            <p:txEl>
                                              <p:pRg st="5" end="5"/>
                                            </p:txEl>
                                          </p:spTgt>
                                        </p:tgtEl>
                                        <p:attrNameLst>
                                          <p:attrName>fill.type</p:attrName>
                                        </p:attrNameLst>
                                      </p:cBhvr>
                                      <p:to>
                                        <p:strVal val="solid"/>
                                      </p:to>
                                    </p:set>
                                    <p:set>
                                      <p:cBhvr>
                                        <p:cTn id="16" dur="500" fill="hold"/>
                                        <p:tgtEl>
                                          <p:spTgt spid="4">
                                            <p:txEl>
                                              <p:pRg st="5" end="5"/>
                                            </p:txEl>
                                          </p:spTgt>
                                        </p:tgtEl>
                                        <p:attrNameLst>
                                          <p:attrName>fill.on</p:attrName>
                                        </p:attrNameLst>
                                      </p:cBhvr>
                                      <p:to>
                                        <p:strVal val="true"/>
                                      </p:to>
                                    </p:set>
                                  </p:childTnLst>
                                </p:cTn>
                              </p:par>
                              <p:par>
                                <p:cTn id="17" presetID="19" presetClass="emph" presetSubtype="0" fill="hold" nodeType="withEffect">
                                  <p:stCondLst>
                                    <p:cond delay="800"/>
                                  </p:stCondLst>
                                  <p:childTnLst>
                                    <p:animClr clrSpc="rgb" dir="cw">
                                      <p:cBhvr override="childStyle">
                                        <p:cTn id="18" dur="500" fill="hold"/>
                                        <p:tgtEl>
                                          <p:spTgt spid="4">
                                            <p:txEl>
                                              <p:pRg st="2" end="2"/>
                                            </p:txEl>
                                          </p:spTgt>
                                        </p:tgtEl>
                                        <p:attrNameLst>
                                          <p:attrName>style.color</p:attrName>
                                        </p:attrNameLst>
                                      </p:cBhvr>
                                      <p:to>
                                        <a:srgbClr val="96CDF8"/>
                                      </p:to>
                                    </p:animClr>
                                    <p:animClr clrSpc="rgb" dir="cw">
                                      <p:cBhvr>
                                        <p:cTn id="19" dur="500" fill="hold"/>
                                        <p:tgtEl>
                                          <p:spTgt spid="4">
                                            <p:txEl>
                                              <p:pRg st="2" end="2"/>
                                            </p:txEl>
                                          </p:spTgt>
                                        </p:tgtEl>
                                        <p:attrNameLst>
                                          <p:attrName>fillcolor</p:attrName>
                                        </p:attrNameLst>
                                      </p:cBhvr>
                                      <p:to>
                                        <a:srgbClr val="96CDF8"/>
                                      </p:to>
                                    </p:animClr>
                                    <p:set>
                                      <p:cBhvr>
                                        <p:cTn id="20" dur="500" fill="hold"/>
                                        <p:tgtEl>
                                          <p:spTgt spid="4">
                                            <p:txEl>
                                              <p:pRg st="2" end="2"/>
                                            </p:txEl>
                                          </p:spTgt>
                                        </p:tgtEl>
                                        <p:attrNameLst>
                                          <p:attrName>fill.type</p:attrName>
                                        </p:attrNameLst>
                                      </p:cBhvr>
                                      <p:to>
                                        <p:strVal val="solid"/>
                                      </p:to>
                                    </p:set>
                                    <p:set>
                                      <p:cBhvr>
                                        <p:cTn id="21" dur="500" fill="hold"/>
                                        <p:tgtEl>
                                          <p:spTgt spid="4">
                                            <p:txEl>
                                              <p:pRg st="2" end="2"/>
                                            </p:txEl>
                                          </p:spTgt>
                                        </p:tgtEl>
                                        <p:attrNameLst>
                                          <p:attrName>fill.on</p:attrName>
                                        </p:attrNameLst>
                                      </p:cBhvr>
                                      <p:to>
                                        <p:strVal val="true"/>
                                      </p:to>
                                    </p:set>
                                  </p:childTnLst>
                                </p:cTn>
                              </p:par>
                              <p:par>
                                <p:cTn id="22" presetID="19" presetClass="emph" presetSubtype="0" fill="hold" nodeType="withEffect">
                                  <p:stCondLst>
                                    <p:cond delay="800"/>
                                  </p:stCondLst>
                                  <p:childTnLst>
                                    <p:animClr clrSpc="rgb" dir="cw">
                                      <p:cBhvr override="childStyle">
                                        <p:cTn id="23" dur="500" fill="hold"/>
                                        <p:tgtEl>
                                          <p:spTgt spid="4">
                                            <p:txEl>
                                              <p:pRg st="3" end="3"/>
                                            </p:txEl>
                                          </p:spTgt>
                                        </p:tgtEl>
                                        <p:attrNameLst>
                                          <p:attrName>style.color</p:attrName>
                                        </p:attrNameLst>
                                      </p:cBhvr>
                                      <p:to>
                                        <a:srgbClr val="96CDF8"/>
                                      </p:to>
                                    </p:animClr>
                                    <p:animClr clrSpc="rgb" dir="cw">
                                      <p:cBhvr>
                                        <p:cTn id="24" dur="500" fill="hold"/>
                                        <p:tgtEl>
                                          <p:spTgt spid="4">
                                            <p:txEl>
                                              <p:pRg st="3" end="3"/>
                                            </p:txEl>
                                          </p:spTgt>
                                        </p:tgtEl>
                                        <p:attrNameLst>
                                          <p:attrName>fillcolor</p:attrName>
                                        </p:attrNameLst>
                                      </p:cBhvr>
                                      <p:to>
                                        <a:srgbClr val="96CDF8"/>
                                      </p:to>
                                    </p:animClr>
                                    <p:set>
                                      <p:cBhvr>
                                        <p:cTn id="25" dur="500" fill="hold"/>
                                        <p:tgtEl>
                                          <p:spTgt spid="4">
                                            <p:txEl>
                                              <p:pRg st="3" end="3"/>
                                            </p:txEl>
                                          </p:spTgt>
                                        </p:tgtEl>
                                        <p:attrNameLst>
                                          <p:attrName>fill.type</p:attrName>
                                        </p:attrNameLst>
                                      </p:cBhvr>
                                      <p:to>
                                        <p:strVal val="solid"/>
                                      </p:to>
                                    </p:set>
                                    <p:set>
                                      <p:cBhvr>
                                        <p:cTn id="26" dur="500" fill="hold"/>
                                        <p:tgtEl>
                                          <p:spTgt spid="4">
                                            <p:txEl>
                                              <p:pRg st="3" end="3"/>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678ED05D-2A4B-61AA-076B-C0C666BA3F7F}"/>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E14BB88B-0E96-59B3-6EF0-279E58A2B8ED}"/>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27BA3C9-6617-CB9C-8987-32C8B8373228}"/>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647F243E-B534-9042-3F18-1A8B8362CD1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E3193F3F-9BF7-FAB2-D152-4360CC438B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7C9560F7-8264-7EF2-E259-3151A7DA378D}"/>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34B31535-460B-ADF4-80F4-ACC7134B73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27FEF0EB-867D-16D0-15C2-CD3994E3BBDE}"/>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4190029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3" dur="1" fill="hold">
                                          <p:stCondLst>
                                            <p:cond delay="0"/>
                                          </p:stCondLst>
                                        </p:cTn>
                                        <p:tgtEl>
                                          <p:spTgt spid="2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par>
                                <p:cTn id="30" presetID="42" presetClass="path" presetSubtype="0" accel="50000" decel="50000" fill="hold" grpId="1" nodeType="withEffect">
                                  <p:stCondLst>
                                    <p:cond delay="0"/>
                                  </p:stCondLst>
                                  <p:childTnLst>
                                    <p:animMotion origin="layout" path="M -2.29167E-6 1.11022E-16 L -2.29167E-6 0.10278 " pathEditMode="relative" rAng="0" ptsTypes="AA">
                                      <p:cBhvr>
                                        <p:cTn id="31" dur="2000" fill="hold"/>
                                        <p:tgtEl>
                                          <p:spTgt spid="25"/>
                                        </p:tgtEl>
                                        <p:attrNameLst>
                                          <p:attrName>ppt_x</p:attrName>
                                          <p:attrName>ppt_y</p:attrName>
                                        </p:attrNameLst>
                                      </p:cBhvr>
                                      <p:rCtr x="0" y="5139"/>
                                    </p:animMotion>
                                  </p:childTnLst>
                                </p:cTn>
                              </p:par>
                              <p:par>
                                <p:cTn id="32" presetID="42" presetClass="path" presetSubtype="0" accel="50000" decel="50000" fill="hold" grpId="1" nodeType="withEffect">
                                  <p:stCondLst>
                                    <p:cond delay="0"/>
                                  </p:stCondLst>
                                  <p:childTnLst>
                                    <p:animMotion origin="layout" path="M -2.29167E-6 3.7037E-6 L -2.29167E-6 0.18726 " pathEditMode="relative" rAng="0" ptsTypes="AA">
                                      <p:cBhvr>
                                        <p:cTn id="33" dur="2000" fill="hold"/>
                                        <p:tgtEl>
                                          <p:spTgt spid="23"/>
                                        </p:tgtEl>
                                        <p:attrNameLst>
                                          <p:attrName>ppt_x</p:attrName>
                                          <p:attrName>ppt_y</p:attrName>
                                        </p:attrNameLst>
                                      </p:cBhvr>
                                      <p:rCtr x="0" y="9352"/>
                                    </p:animMotion>
                                  </p:childTnLst>
                                </p:cTn>
                              </p:par>
                              <p:par>
                                <p:cTn id="34" presetID="42" presetClass="path" presetSubtype="0" accel="50000" decel="50000" fill="hold" nodeType="withEffect">
                                  <p:stCondLst>
                                    <p:cond delay="0"/>
                                  </p:stCondLst>
                                  <p:childTnLst>
                                    <p:animMotion origin="layout" path="M -4.375E-6 4.81481E-6 L -4.375E-6 0.18773 " pathEditMode="relative" rAng="0" ptsTypes="AA">
                                      <p:cBhvr>
                                        <p:cTn id="35" dur="2000" fill="hold"/>
                                        <p:tgtEl>
                                          <p:spTgt spid="34"/>
                                        </p:tgtEl>
                                        <p:attrNameLst>
                                          <p:attrName>ppt_x</p:attrName>
                                          <p:attrName>ppt_y</p:attrName>
                                        </p:attrNameLst>
                                      </p:cBhvr>
                                      <p:rCtr x="0" y="9375"/>
                                    </p:animMotion>
                                  </p:childTnLst>
                                </p:cTn>
                              </p:par>
                              <p:par>
                                <p:cTn id="36" presetID="42" presetClass="path" presetSubtype="0" accel="50000" decel="50000" fill="hold" nodeType="withEffect">
                                  <p:stCondLst>
                                    <p:cond delay="0"/>
                                  </p:stCondLst>
                                  <p:childTnLst>
                                    <p:animMotion origin="layout" path="M -4.375E-6 -4.07407E-6 L -4.375E-6 0.10232 " pathEditMode="relative" rAng="0" ptsTypes="AA">
                                      <p:cBhvr>
                                        <p:cTn id="37" dur="2000" fill="hold"/>
                                        <p:tgtEl>
                                          <p:spTgt spid="35"/>
                                        </p:tgtEl>
                                        <p:attrNameLst>
                                          <p:attrName>ppt_x</p:attrName>
                                          <p:attrName>ppt_y</p:attrName>
                                        </p:attrNameLst>
                                      </p:cBhvr>
                                      <p:rCtr x="0" y="5116"/>
                                    </p:animMotion>
                                  </p:childTnLst>
                                </p:cTn>
                              </p:par>
                            </p:childTnLst>
                          </p:cTn>
                        </p:par>
                        <p:par>
                          <p:cTn id="38" fill="hold">
                            <p:stCondLst>
                              <p:cond delay="2000"/>
                            </p:stCondLst>
                            <p:childTnLst>
                              <p:par>
                                <p:cTn id="39" presetID="1" presetClass="exit" presetSubtype="0" fill="hold" grpId="2" nodeType="afterEffect">
                                  <p:stCondLst>
                                    <p:cond delay="0"/>
                                  </p:stCondLst>
                                  <p:childTnLst>
                                    <p:set>
                                      <p:cBhvr>
                                        <p:cTn id="40" dur="1" fill="hold">
                                          <p:stCondLst>
                                            <p:cond delay="0"/>
                                          </p:stCondLst>
                                        </p:cTn>
                                        <p:tgtEl>
                                          <p:spTgt spid="25"/>
                                        </p:tgtEl>
                                        <p:attrNameLst>
                                          <p:attrName>style.visibility</p:attrName>
                                        </p:attrNameLst>
                                      </p:cBhvr>
                                      <p:to>
                                        <p:strVal val="hidden"/>
                                      </p:to>
                                    </p:set>
                                  </p:childTnLst>
                                </p:cTn>
                              </p:par>
                            </p:childTnLst>
                          </p:cTn>
                        </p:par>
                        <p:par>
                          <p:cTn id="41" fill="hold">
                            <p:stCondLst>
                              <p:cond delay="2000"/>
                            </p:stCondLst>
                            <p:childTnLst>
                              <p:par>
                                <p:cTn id="42" presetID="1" presetClass="exit" presetSubtype="0" fill="hold" grpId="2" nodeType="afterEffect">
                                  <p:stCondLst>
                                    <p:cond delay="0"/>
                                  </p:stCondLst>
                                  <p:childTnLst>
                                    <p:set>
                                      <p:cBhvr>
                                        <p:cTn id="43" dur="1" fill="hold">
                                          <p:stCondLst>
                                            <p:cond delay="0"/>
                                          </p:stCondLst>
                                        </p:cTn>
                                        <p:tgtEl>
                                          <p:spTgt spid="23"/>
                                        </p:tgtEl>
                                        <p:attrNameLst>
                                          <p:attrName>style.visibility</p:attrName>
                                        </p:attrNameLst>
                                      </p:cBhvr>
                                      <p:to>
                                        <p:strVal val="hidden"/>
                                      </p:to>
                                    </p:set>
                                  </p:childTnLst>
                                </p:cTn>
                              </p:par>
                            </p:childTnLst>
                          </p:cTn>
                        </p:par>
                        <p:par>
                          <p:cTn id="44" fill="hold">
                            <p:stCondLst>
                              <p:cond delay="2000"/>
                            </p:stCondLst>
                            <p:childTnLst>
                              <p:par>
                                <p:cTn id="45" presetID="1" presetClass="exit" presetSubtype="0" fill="hold" nodeType="afterEffect">
                                  <p:stCondLst>
                                    <p:cond delay="0"/>
                                  </p:stCondLst>
                                  <p:childTnLst>
                                    <p:set>
                                      <p:cBhvr>
                                        <p:cTn id="46" dur="1" fill="hold">
                                          <p:stCondLst>
                                            <p:cond delay="0"/>
                                          </p:stCondLst>
                                        </p:cTn>
                                        <p:tgtEl>
                                          <p:spTgt spid="34"/>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nodeType="afterEffect">
                                  <p:stCondLst>
                                    <p:cond delay="0"/>
                                  </p:stCondLst>
                                  <p:childTnLst>
                                    <p:set>
                                      <p:cBhvr>
                                        <p:cTn id="49" dur="1" fill="hold">
                                          <p:stCondLst>
                                            <p:cond delay="0"/>
                                          </p:stCondLst>
                                        </p:cTn>
                                        <p:tgtEl>
                                          <p:spTgt spid="35"/>
                                        </p:tgtEl>
                                        <p:attrNameLst>
                                          <p:attrName>style.visibility</p:attrName>
                                        </p:attrNameLst>
                                      </p:cBhvr>
                                      <p:to>
                                        <p:strVal val="hidden"/>
                                      </p:to>
                                    </p:set>
                                  </p:childTnLst>
                                </p:cTn>
                              </p:par>
                              <p:par>
                                <p:cTn id="50" presetID="1"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1179066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29167E-6 -2.22222E-6 L -2.29167E-6 -0.37523 " pathEditMode="relative" rAng="0" ptsTypes="AA">
                                      <p:cBhvr>
                                        <p:cTn id="6" dur="2000" fill="hold"/>
                                        <p:tgtEl>
                                          <p:spTgt spid="3"/>
                                        </p:tgtEl>
                                        <p:attrNameLst>
                                          <p:attrName>ppt_x</p:attrName>
                                          <p:attrName>ppt_y</p:attrName>
                                        </p:attrNameLst>
                                      </p:cBhvr>
                                      <p:rCtr x="0" y="-18773"/>
                                    </p:animMotion>
                                  </p:childTnLst>
                                </p:cTn>
                              </p:par>
                              <p:par>
                                <p:cTn id="7" presetID="22" presetClass="exit" presetSubtype="4" fill="hold" nodeType="withEffect">
                                  <p:stCondLst>
                                    <p:cond delay="300"/>
                                  </p:stCondLst>
                                  <p:childTnLst>
                                    <p:animEffect transition="out" filter="wipe(down)">
                                      <p:cBhvr>
                                        <p:cTn id="8" dur="300"/>
                                        <p:tgtEl>
                                          <p:spTgt spid="2">
                                            <p:txEl>
                                              <p:pRg st="6" end="6"/>
                                            </p:txEl>
                                          </p:spTgt>
                                        </p:tgtEl>
                                      </p:cBhvr>
                                    </p:animEffect>
                                    <p:set>
                                      <p:cBhvr>
                                        <p:cTn id="9" dur="1" fill="hold">
                                          <p:stCondLst>
                                            <p:cond delay="299"/>
                                          </p:stCondLst>
                                        </p:cTn>
                                        <p:tgtEl>
                                          <p:spTgt spid="2">
                                            <p:txEl>
                                              <p:pRg st="6" end="6"/>
                                            </p:txEl>
                                          </p:spTgt>
                                        </p:tgtEl>
                                        <p:attrNameLst>
                                          <p:attrName>style.visibility</p:attrName>
                                        </p:attrNameLst>
                                      </p:cBhvr>
                                      <p:to>
                                        <p:strVal val="hidden"/>
                                      </p:to>
                                    </p:set>
                                  </p:childTnLst>
                                </p:cTn>
                              </p:par>
                              <p:par>
                                <p:cTn id="10" presetID="22" presetClass="exit" presetSubtype="4" fill="hold" nodeType="withEffect">
                                  <p:stCondLst>
                                    <p:cond delay="500"/>
                                  </p:stCondLst>
                                  <p:childTnLst>
                                    <p:animEffect transition="out" filter="wipe(down)">
                                      <p:cBhvr>
                                        <p:cTn id="11" dur="300"/>
                                        <p:tgtEl>
                                          <p:spTgt spid="2">
                                            <p:txEl>
                                              <p:pRg st="5" end="5"/>
                                            </p:txEl>
                                          </p:spTgt>
                                        </p:tgtEl>
                                      </p:cBhvr>
                                    </p:animEffect>
                                    <p:set>
                                      <p:cBhvr>
                                        <p:cTn id="12" dur="1" fill="hold">
                                          <p:stCondLst>
                                            <p:cond delay="299"/>
                                          </p:stCondLst>
                                        </p:cTn>
                                        <p:tgtEl>
                                          <p:spTgt spid="2">
                                            <p:txEl>
                                              <p:pRg st="5" end="5"/>
                                            </p:txEl>
                                          </p:spTgt>
                                        </p:tgtEl>
                                        <p:attrNameLst>
                                          <p:attrName>style.visibility</p:attrName>
                                        </p:attrNameLst>
                                      </p:cBhvr>
                                      <p:to>
                                        <p:strVal val="hidden"/>
                                      </p:to>
                                    </p:set>
                                  </p:childTnLst>
                                </p:cTn>
                              </p:par>
                              <p:par>
                                <p:cTn id="13" presetID="22" presetClass="exit" presetSubtype="4" fill="hold" nodeType="withEffect">
                                  <p:stCondLst>
                                    <p:cond delay="800"/>
                                  </p:stCondLst>
                                  <p:childTnLst>
                                    <p:animEffect transition="out" filter="wipe(down)">
                                      <p:cBhvr>
                                        <p:cTn id="14" dur="300"/>
                                        <p:tgtEl>
                                          <p:spTgt spid="2">
                                            <p:txEl>
                                              <p:pRg st="4" end="4"/>
                                            </p:txEl>
                                          </p:spTgt>
                                        </p:tgtEl>
                                      </p:cBhvr>
                                    </p:animEffect>
                                    <p:set>
                                      <p:cBhvr>
                                        <p:cTn id="15" dur="1" fill="hold">
                                          <p:stCondLst>
                                            <p:cond delay="299"/>
                                          </p:stCondLst>
                                        </p:cTn>
                                        <p:tgtEl>
                                          <p:spTgt spid="2">
                                            <p:txEl>
                                              <p:pRg st="4" end="4"/>
                                            </p:txEl>
                                          </p:spTgt>
                                        </p:tgtEl>
                                        <p:attrNameLst>
                                          <p:attrName>style.visibility</p:attrName>
                                        </p:attrNameLst>
                                      </p:cBhvr>
                                      <p:to>
                                        <p:strVal val="hidden"/>
                                      </p:to>
                                    </p:set>
                                  </p:childTnLst>
                                </p:cTn>
                              </p:par>
                              <p:par>
                                <p:cTn id="16" presetID="22" presetClass="exit" presetSubtype="4" fill="hold" nodeType="withEffect">
                                  <p:stCondLst>
                                    <p:cond delay="1000"/>
                                  </p:stCondLst>
                                  <p:childTnLst>
                                    <p:animEffect transition="out" filter="wipe(down)">
                                      <p:cBhvr>
                                        <p:cTn id="17" dur="300"/>
                                        <p:tgtEl>
                                          <p:spTgt spid="2">
                                            <p:txEl>
                                              <p:pRg st="3" end="3"/>
                                            </p:txEl>
                                          </p:spTgt>
                                        </p:tgtEl>
                                      </p:cBhvr>
                                    </p:animEffect>
                                    <p:set>
                                      <p:cBhvr>
                                        <p:cTn id="18" dur="1" fill="hold">
                                          <p:stCondLst>
                                            <p:cond delay="299"/>
                                          </p:stCondLst>
                                        </p:cTn>
                                        <p:tgtEl>
                                          <p:spTgt spid="2">
                                            <p:txEl>
                                              <p:pRg st="3" end="3"/>
                                            </p:txEl>
                                          </p:spTgt>
                                        </p:tgtEl>
                                        <p:attrNameLst>
                                          <p:attrName>style.visibility</p:attrName>
                                        </p:attrNameLst>
                                      </p:cBhvr>
                                      <p:to>
                                        <p:strVal val="hidden"/>
                                      </p:to>
                                    </p:set>
                                  </p:childTnLst>
                                </p:cTn>
                              </p:par>
                              <p:par>
                                <p:cTn id="19" presetID="22" presetClass="exit" presetSubtype="4" fill="hold" nodeType="withEffect">
                                  <p:stCondLst>
                                    <p:cond delay="1200"/>
                                  </p:stCondLst>
                                  <p:childTnLst>
                                    <p:animEffect transition="out" filter="wipe(down)">
                                      <p:cBhvr>
                                        <p:cTn id="20" dur="300"/>
                                        <p:tgtEl>
                                          <p:spTgt spid="2">
                                            <p:txEl>
                                              <p:pRg st="2" end="2"/>
                                            </p:txEl>
                                          </p:spTgt>
                                        </p:tgtEl>
                                      </p:cBhvr>
                                    </p:animEffect>
                                    <p:set>
                                      <p:cBhvr>
                                        <p:cTn id="21" dur="1" fill="hold">
                                          <p:stCondLst>
                                            <p:cond delay="299"/>
                                          </p:stCondLst>
                                        </p:cTn>
                                        <p:tgtEl>
                                          <p:spTgt spid="2">
                                            <p:txEl>
                                              <p:pRg st="2" end="2"/>
                                            </p:txEl>
                                          </p:spTgt>
                                        </p:tgtEl>
                                        <p:attrNameLst>
                                          <p:attrName>style.visibility</p:attrName>
                                        </p:attrNameLst>
                                      </p:cBhvr>
                                      <p:to>
                                        <p:strVal val="hidden"/>
                                      </p:to>
                                    </p:set>
                                  </p:childTnLst>
                                </p:cTn>
                              </p:par>
                              <p:par>
                                <p:cTn id="22" presetID="2" presetClass="entr" presetSubtype="4" decel="100000" fill="hold" nodeType="withEffect">
                                  <p:stCondLst>
                                    <p:cond delay="800"/>
                                  </p:stCondLst>
                                  <p:childTnLst>
                                    <p:set>
                                      <p:cBhvr>
                                        <p:cTn id="23" dur="1" fill="hold">
                                          <p:stCondLst>
                                            <p:cond delay="0"/>
                                          </p:stCondLst>
                                        </p:cTn>
                                        <p:tgtEl>
                                          <p:spTgt spid="15">
                                            <p:txEl>
                                              <p:pRg st="2" end="2"/>
                                            </p:txEl>
                                          </p:spTgt>
                                        </p:tgtEl>
                                        <p:attrNameLst>
                                          <p:attrName>style.visibility</p:attrName>
                                        </p:attrNameLst>
                                      </p:cBhvr>
                                      <p:to>
                                        <p:strVal val="visible"/>
                                      </p:to>
                                    </p:set>
                                    <p:anim calcmode="lin" valueType="num">
                                      <p:cBhvr additive="base">
                                        <p:cTn id="24" dur="12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25" dur="1200" fill="hold"/>
                                        <p:tgtEl>
                                          <p:spTgt spid="15">
                                            <p:txEl>
                                              <p:pRg st="2" end="2"/>
                                            </p:txEl>
                                          </p:spTgt>
                                        </p:tgtEl>
                                        <p:attrNameLst>
                                          <p:attrName>ppt_y</p:attrName>
                                        </p:attrNameLst>
                                      </p:cBhvr>
                                      <p:tavLst>
                                        <p:tav tm="0">
                                          <p:val>
                                            <p:strVal val="1+#ppt_h/2"/>
                                          </p:val>
                                        </p:tav>
                                        <p:tav tm="100000">
                                          <p:val>
                                            <p:strVal val="#ppt_y"/>
                                          </p:val>
                                        </p:tav>
                                      </p:tavLst>
                                    </p:anim>
                                  </p:childTnLst>
                                </p:cTn>
                              </p:par>
                              <p:par>
                                <p:cTn id="26" presetID="19" presetClass="emph" presetSubtype="0" fill="hold" nodeType="withEffect">
                                  <p:stCondLst>
                                    <p:cond delay="900"/>
                                  </p:stCondLst>
                                  <p:childTnLst>
                                    <p:animClr clrSpc="rgb" dir="cw">
                                      <p:cBhvr override="childStyle">
                                        <p:cTn id="27" dur="500" fill="hold"/>
                                        <p:tgtEl>
                                          <p:spTgt spid="2">
                                            <p:txEl>
                                              <p:pRg st="1" end="1"/>
                                            </p:txEl>
                                          </p:spTgt>
                                        </p:tgtEl>
                                        <p:attrNameLst>
                                          <p:attrName>style.color</p:attrName>
                                        </p:attrNameLst>
                                      </p:cBhvr>
                                      <p:to>
                                        <a:srgbClr val="96CDF8"/>
                                      </p:to>
                                    </p:animClr>
                                    <p:animClr clrSpc="rgb" dir="cw">
                                      <p:cBhvr>
                                        <p:cTn id="28" dur="500" fill="hold"/>
                                        <p:tgtEl>
                                          <p:spTgt spid="2">
                                            <p:txEl>
                                              <p:pRg st="1" end="1"/>
                                            </p:txEl>
                                          </p:spTgt>
                                        </p:tgtEl>
                                        <p:attrNameLst>
                                          <p:attrName>fillcolor</p:attrName>
                                        </p:attrNameLst>
                                      </p:cBhvr>
                                      <p:to>
                                        <a:srgbClr val="96CDF8"/>
                                      </p:to>
                                    </p:animClr>
                                    <p:set>
                                      <p:cBhvr>
                                        <p:cTn id="29" dur="500" fill="hold"/>
                                        <p:tgtEl>
                                          <p:spTgt spid="2">
                                            <p:txEl>
                                              <p:pRg st="1" end="1"/>
                                            </p:txEl>
                                          </p:spTgt>
                                        </p:tgtEl>
                                        <p:attrNameLst>
                                          <p:attrName>fill.type</p:attrName>
                                        </p:attrNameLst>
                                      </p:cBhvr>
                                      <p:to>
                                        <p:strVal val="solid"/>
                                      </p:to>
                                    </p:set>
                                    <p:set>
                                      <p:cBhvr>
                                        <p:cTn id="30" dur="500" fill="hold"/>
                                        <p:tgtEl>
                                          <p:spTgt spid="2">
                                            <p:txEl>
                                              <p:pRg st="1" end="1"/>
                                            </p:txEl>
                                          </p:spTgt>
                                        </p:tgtEl>
                                        <p:attrNameLst>
                                          <p:attrName>fill.on</p:attrName>
                                        </p:attrNameLst>
                                      </p:cBhvr>
                                      <p:to>
                                        <p:strVal val="true"/>
                                      </p:to>
                                    </p:set>
                                  </p:childTnLst>
                                </p:cTn>
                              </p:par>
                              <p:par>
                                <p:cTn id="31" presetID="1" presetClass="exit" presetSubtype="0" fill="hold" nodeType="withEffect">
                                  <p:stCondLst>
                                    <p:cond delay="900"/>
                                  </p:stCondLst>
                                  <p:childTnLst>
                                    <p:set>
                                      <p:cBhvr>
                                        <p:cTn id="32" dur="1" fill="hold">
                                          <p:stCondLst>
                                            <p:cond delay="0"/>
                                          </p:stCondLst>
                                        </p:cTn>
                                        <p:tgtEl>
                                          <p:spTgt spid="2">
                                            <p:txEl>
                                              <p:pRg st="7" end="7"/>
                                            </p:txEl>
                                          </p:spTgt>
                                        </p:tgtEl>
                                        <p:attrNameLst>
                                          <p:attrName>style.visibility</p:attrName>
                                        </p:attrNameLst>
                                      </p:cBhvr>
                                      <p:to>
                                        <p:strVal val="hidden"/>
                                      </p:to>
                                    </p:set>
                                  </p:childTnLst>
                                </p:cTn>
                              </p:par>
                              <p:par>
                                <p:cTn id="33" presetID="19" presetClass="emph" presetSubtype="0" fill="hold" nodeType="withEffect">
                                  <p:stCondLst>
                                    <p:cond delay="1200"/>
                                  </p:stCondLst>
                                  <p:childTnLst>
                                    <p:animClr clrSpc="rgb" dir="cw">
                                      <p:cBhvr override="childStyle">
                                        <p:cTn id="34" dur="500" fill="hold"/>
                                        <p:tgtEl>
                                          <p:spTgt spid="15">
                                            <p:txEl>
                                              <p:pRg st="2" end="2"/>
                                            </p:txEl>
                                          </p:spTgt>
                                        </p:tgtEl>
                                        <p:attrNameLst>
                                          <p:attrName>style.color</p:attrName>
                                        </p:attrNameLst>
                                      </p:cBhvr>
                                      <p:to>
                                        <a:schemeClr val="accent2"/>
                                      </p:to>
                                    </p:animClr>
                                    <p:animClr clrSpc="rgb" dir="cw">
                                      <p:cBhvr>
                                        <p:cTn id="35" dur="500" fill="hold"/>
                                        <p:tgtEl>
                                          <p:spTgt spid="15">
                                            <p:txEl>
                                              <p:pRg st="2" end="2"/>
                                            </p:txEl>
                                          </p:spTgt>
                                        </p:tgtEl>
                                        <p:attrNameLst>
                                          <p:attrName>fillcolor</p:attrName>
                                        </p:attrNameLst>
                                      </p:cBhvr>
                                      <p:to>
                                        <a:schemeClr val="accent2"/>
                                      </p:to>
                                    </p:animClr>
                                    <p:set>
                                      <p:cBhvr>
                                        <p:cTn id="36" dur="500" fill="hold"/>
                                        <p:tgtEl>
                                          <p:spTgt spid="15">
                                            <p:txEl>
                                              <p:pRg st="2" end="2"/>
                                            </p:txEl>
                                          </p:spTgt>
                                        </p:tgtEl>
                                        <p:attrNameLst>
                                          <p:attrName>fill.type</p:attrName>
                                        </p:attrNameLst>
                                      </p:cBhvr>
                                      <p:to>
                                        <p:strVal val="solid"/>
                                      </p:to>
                                    </p:set>
                                    <p:set>
                                      <p:cBhvr>
                                        <p:cTn id="37"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AE5FAE7-F862-FFE2-1177-1977843DEE5E}"/>
              </a:ext>
            </a:extLst>
          </p:cNvPr>
          <p:cNvGrpSpPr/>
          <p:nvPr/>
        </p:nvGrpSpPr>
        <p:grpSpPr>
          <a:xfrm>
            <a:off x="331871" y="1979783"/>
            <a:ext cx="2878053" cy="1317253"/>
            <a:chOff x="331871" y="1155279"/>
            <a:chExt cx="2878053" cy="1317253"/>
          </a:xfrm>
        </p:grpSpPr>
        <p:sp>
          <p:nvSpPr>
            <p:cNvPr id="4" name="Rectangle: Rounded Corners 3">
              <a:extLst>
                <a:ext uri="{FF2B5EF4-FFF2-40B4-BE49-F238E27FC236}">
                  <a16:creationId xmlns:a16="http://schemas.microsoft.com/office/drawing/2014/main" id="{17E330E2-C7BB-9957-1BD0-BD5B3A2EA6C8}"/>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C966A62F-07A6-3C53-CA5D-26D82C71F993}"/>
                </a:ext>
              </a:extLst>
            </p:cNvPr>
            <p:cNvGrpSpPr/>
            <p:nvPr/>
          </p:nvGrpSpPr>
          <p:grpSpPr>
            <a:xfrm>
              <a:off x="2703597" y="2172494"/>
              <a:ext cx="300037" cy="300038"/>
              <a:chOff x="1234559" y="4745831"/>
              <a:chExt cx="300037" cy="300038"/>
            </a:xfrm>
          </p:grpSpPr>
          <p:sp>
            <p:nvSpPr>
              <p:cNvPr id="11" name="Rectangle 10">
                <a:extLst>
                  <a:ext uri="{FF2B5EF4-FFF2-40B4-BE49-F238E27FC236}">
                    <a16:creationId xmlns:a16="http://schemas.microsoft.com/office/drawing/2014/main" id="{2E0C468E-BF5D-E9DD-8973-2FFF3345D12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BF9A3129-E99F-6B05-03CD-19E31BE66FC7}"/>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BE6D4B4F-EA40-EFCE-3EBE-A6B9E3703E70}"/>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8FB2219D-8984-6D14-3575-2AC897E844C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864B431D-FFF2-BAF2-ECD8-1A79B480132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B324D36C-FBFE-738A-83C4-97AE78C8DC8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75518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781749F-2DE4-6052-FCC1-9E1C1554116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2229155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6F22D-BE40-925B-D0B4-154AD0607E50}"/>
            </a:ext>
          </a:extLst>
        </p:cNvPr>
        <p:cNvGrpSpPr/>
        <p:nvPr/>
      </p:nvGrpSpPr>
      <p:grpSpPr>
        <a:xfrm>
          <a:off x="0" y="0"/>
          <a:ext cx="0" cy="0"/>
          <a:chOff x="0" y="0"/>
          <a:chExt cx="0" cy="0"/>
        </a:xfrm>
      </p:grpSpPr>
    </p:spTree>
    <p:extLst>
      <p:ext uri="{BB962C8B-B14F-4D97-AF65-F5344CB8AC3E}">
        <p14:creationId xmlns:p14="http://schemas.microsoft.com/office/powerpoint/2010/main" val="1557603729"/>
      </p:ext>
    </p:extLst>
  </p:cSld>
  <p:clrMapOvr>
    <a:masterClrMapping/>
  </p:clrMapOvr>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352</TotalTime>
  <Words>400</Words>
  <Application>Microsoft Office PowerPoint</Application>
  <PresentationFormat>Widescreen</PresentationFormat>
  <Paragraphs>150</Paragraphs>
  <Slides>16</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Kumbh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2026-09-16T13:08:34Z</dcterms:modified>
</cp:coreProperties>
</file>