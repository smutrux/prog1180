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77" r:id="rId15"/>
    <p:sldId id="262" r:id="rId16"/>
    <p:sldId id="269" r:id="rId17"/>
    <p:sldId id="263" r:id="rId18"/>
  </p:sldIdLst>
  <p:sldSz cx="12192000" cy="6858000"/>
  <p:notesSz cx="6858000" cy="9144000"/>
  <p:embeddedFontLst>
    <p:embeddedFont>
      <p:font typeface="Kumbh Sans" pitchFamily="2" charset="0"/>
      <p:regular r:id="rId20"/>
      <p:bold r:id="rId21"/>
    </p:embeddedFont>
    <p:embeddedFont>
      <p:font typeface="Kumbh Sans SemiBold" pitchFamily="2" charset="0"/>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2179" dt="2026-09-18T15:54:06.3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p:scale>
          <a:sx n="150" d="100"/>
          <a:sy n="150" d="100"/>
        </p:scale>
        <p:origin x="4032" y="8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8T15:54:06.335" v="5792" actId="20577"/>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8T12:54:34.559" v="5306" actId="1076"/>
        <pc:sldMkLst>
          <pc:docMk/>
          <pc:sldMk cId="518144185" sldId="258"/>
        </pc:sldMkLst>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mod">
          <ac:chgData name="Steve Mutrux" userId="4fa98d0c-dc66-4728-b09b-a88e22e95094" providerId="ADAL" clId="{421BD283-33D8-4C6C-821F-71755E863FA2}" dt="2026-09-18T12:54:03.764" v="5303" actId="1076"/>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mod">
          <ac:chgData name="Steve Mutrux" userId="4fa98d0c-dc66-4728-b09b-a88e22e95094" providerId="ADAL" clId="{421BD283-33D8-4C6C-821F-71755E863FA2}" dt="2026-09-18T12:52:49.667" v="5293" actId="2711"/>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8T12:52:56.949" v="5294" actId="2711"/>
          <ac:spMkLst>
            <pc:docMk/>
            <pc:sldMk cId="518144185" sldId="258"/>
            <ac:spMk id="20" creationId="{CCFAD389-EE71-B68B-7904-B518B60423D2}"/>
          </ac:spMkLst>
        </pc:spChg>
        <pc:spChg chg="add mod">
          <ac:chgData name="Steve Mutrux" userId="4fa98d0c-dc66-4728-b09b-a88e22e95094" providerId="ADAL" clId="{421BD283-33D8-4C6C-821F-71755E863FA2}" dt="2026-09-18T12:52:56.949" v="5294" actId="2711"/>
          <ac:spMkLst>
            <pc:docMk/>
            <pc:sldMk cId="518144185" sldId="258"/>
            <ac:spMk id="21" creationId="{AD65F9A4-3D9F-CADB-4D37-DD80B4615F45}"/>
          </ac:spMkLst>
        </pc:spChg>
        <pc:spChg chg="add mod">
          <ac:chgData name="Steve Mutrux" userId="4fa98d0c-dc66-4728-b09b-a88e22e95094" providerId="ADAL" clId="{421BD283-33D8-4C6C-821F-71755E863FA2}" dt="2026-09-18T12:52:56.949" v="5294" actId="2711"/>
          <ac:spMkLst>
            <pc:docMk/>
            <pc:sldMk cId="518144185" sldId="258"/>
            <ac:spMk id="22" creationId="{12F11FF0-1BF1-6CC5-4631-D4121454A724}"/>
          </ac:spMkLst>
        </pc:spChg>
        <pc:spChg chg="add mod">
          <ac:chgData name="Steve Mutrux" userId="4fa98d0c-dc66-4728-b09b-a88e22e95094" providerId="ADAL" clId="{421BD283-33D8-4C6C-821F-71755E863FA2}" dt="2026-09-18T12:54:31.130" v="5305" actId="1076"/>
          <ac:spMkLst>
            <pc:docMk/>
            <pc:sldMk cId="518144185" sldId="258"/>
            <ac:spMk id="23" creationId="{407BEB45-41C6-4289-92A8-7E218F7F8701}"/>
          </ac:spMkLst>
        </pc:spChg>
        <pc:spChg chg="add mod">
          <ac:chgData name="Steve Mutrux" userId="4fa98d0c-dc66-4728-b09b-a88e22e95094" providerId="ADAL" clId="{421BD283-33D8-4C6C-821F-71755E863FA2}" dt="2026-09-18T12:54:34.559" v="5306"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7T18:05:10.212" v="5205" actId="20577"/>
        <pc:sldMkLst>
          <pc:docMk/>
          <pc:sldMk cId="3444687766" sldId="260"/>
        </pc:sldMkLst>
        <pc:spChg chg="add mod">
          <ac:chgData name="Steve Mutrux" userId="4fa98d0c-dc66-4728-b09b-a88e22e95094" providerId="ADAL" clId="{421BD283-33D8-4C6C-821F-71755E863FA2}" dt="2026-09-17T18:05:10.212" v="5205" actId="20577"/>
          <ac:spMkLst>
            <pc:docMk/>
            <pc:sldMk cId="3444687766" sldId="260"/>
            <ac:spMk id="3" creationId="{5F97503A-9C72-47A2-2CA8-09144AD4223D}"/>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18T13:28:10.567" v="544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mod">
          <ac:chgData name="Steve Mutrux" userId="4fa98d0c-dc66-4728-b09b-a88e22e95094" providerId="ADAL" clId="{421BD283-33D8-4C6C-821F-71755E863FA2}" dt="2026-09-17T18:21:50.529" v="5231" actId="1036"/>
          <ac:spMkLst>
            <pc:docMk/>
            <pc:sldMk cId="4190029259" sldId="261"/>
            <ac:spMk id="15" creationId="{371B18D3-D66D-246F-ADDA-BEA5981F37AE}"/>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grpChg chg="add del mod ord">
          <ac:chgData name="Steve Mutrux" userId="4fa98d0c-dc66-4728-b09b-a88e22e95094" providerId="ADAL" clId="{421BD283-33D8-4C6C-821F-71755E863FA2}" dt="2026-09-18T13:27:17.206" v="5434" actId="478"/>
          <ac:grpSpMkLst>
            <pc:docMk/>
            <pc:sldMk cId="4190029259" sldId="261"/>
            <ac:grpSpMk id="36" creationId="{678ED05D-2A4B-61AA-076B-C0C666BA3F7F}"/>
          </ac:grpSpMkLst>
        </pc:grpChg>
        <pc:picChg chg="add mod">
          <ac:chgData name="Steve Mutrux" userId="4fa98d0c-dc66-4728-b09b-a88e22e95094" providerId="ADAL" clId="{421BD283-33D8-4C6C-821F-71755E863FA2}" dt="2026-09-17T18:21:02.149" v="5220" actId="1076"/>
          <ac:picMkLst>
            <pc:docMk/>
            <pc:sldMk cId="4190029259" sldId="261"/>
            <ac:picMk id="14" creationId="{387C92B2-EE40-6CBB-BD04-2055150745E3}"/>
          </ac:picMkLst>
        </pc:picChg>
      </pc:sldChg>
      <pc:sldChg chg="addSp delSp modSp add mod modTransition delAnim modAnim">
        <pc:chgData name="Steve Mutrux" userId="4fa98d0c-dc66-4728-b09b-a88e22e95094" providerId="ADAL" clId="{421BD283-33D8-4C6C-821F-71755E863FA2}" dt="2026-09-18T13:41:02.534" v="5531"/>
        <pc:sldMkLst>
          <pc:docMk/>
          <pc:sldMk cId="1179066660" sldId="262"/>
        </pc:sldMkLst>
        <pc:spChg chg="add mod ord">
          <ac:chgData name="Steve Mutrux" userId="4fa98d0c-dc66-4728-b09b-a88e22e95094" providerId="ADAL" clId="{421BD283-33D8-4C6C-821F-71755E863FA2}" dt="2026-09-17T18:26:25.637" v="5251" actId="167"/>
          <ac:spMkLst>
            <pc:docMk/>
            <pc:sldMk cId="1179066660" sldId="262"/>
            <ac:spMk id="2" creationId="{0BF92EDD-8888-E08D-FA4D-6A5E72D683AA}"/>
          </ac:spMkLst>
        </pc:spChg>
        <pc:spChg chg="mod ord">
          <ac:chgData name="Steve Mutrux" userId="4fa98d0c-dc66-4728-b09b-a88e22e95094" providerId="ADAL" clId="{421BD283-33D8-4C6C-821F-71755E863FA2}" dt="2026-09-17T18:26:33.719" v="5252" actId="167"/>
          <ac:spMkLst>
            <pc:docMk/>
            <pc:sldMk cId="1179066660" sldId="262"/>
            <ac:spMk id="4" creationId="{7B5338A2-686D-30BB-18B5-63EF3F6596C5}"/>
          </ac:spMkLst>
        </pc:spChg>
        <pc:spChg chg="mod ord">
          <ac:chgData name="Steve Mutrux" userId="4fa98d0c-dc66-4728-b09b-a88e22e95094" providerId="ADAL" clId="{421BD283-33D8-4C6C-821F-71755E863FA2}" dt="2026-09-17T18:27:11.032" v="5258" actId="167"/>
          <ac:spMkLst>
            <pc:docMk/>
            <pc:sldMk cId="1179066660" sldId="262"/>
            <ac:spMk id="6" creationId="{AEB2168F-CCF1-991D-5D41-6794E45BDF72}"/>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del mod">
          <ac:chgData name="Steve Mutrux" userId="4fa98d0c-dc66-4728-b09b-a88e22e95094" providerId="ADAL" clId="{421BD283-33D8-4C6C-821F-71755E863FA2}" dt="2026-09-17T18:00:06.611" v="5187" actId="1076"/>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del mod">
          <ac:chgData name="Steve Mutrux" userId="4fa98d0c-dc66-4728-b09b-a88e22e95094" providerId="ADAL" clId="{421BD283-33D8-4C6C-821F-71755E863FA2}" dt="2026-09-18T13:35:58.605" v="5498" actId="478"/>
          <ac:spMkLst>
            <pc:docMk/>
            <pc:sldMk cId="1179066660" sldId="262"/>
            <ac:spMk id="16" creationId="{53D74E12-2C2B-3942-AD34-533E4F469E04}"/>
          </ac:spMkLst>
        </pc:spChg>
        <pc:spChg chg="add mod">
          <ac:chgData name="Steve Mutrux" userId="4fa98d0c-dc66-4728-b09b-a88e22e95094" providerId="ADAL" clId="{421BD283-33D8-4C6C-821F-71755E863FA2}" dt="2026-09-18T13:36:39.419" v="5500" actId="1076"/>
          <ac:spMkLst>
            <pc:docMk/>
            <pc:sldMk cId="1179066660" sldId="262"/>
            <ac:spMk id="17" creationId="{0566E6FD-1225-A001-B1DE-97A48C17A76C}"/>
          </ac:spMkLst>
        </pc:spChg>
        <pc:spChg chg="add del mod">
          <ac:chgData name="Steve Mutrux" userId="4fa98d0c-dc66-4728-b09b-a88e22e95094" providerId="ADAL" clId="{421BD283-33D8-4C6C-821F-71755E863FA2}" dt="2026-09-17T17:53:03.592" v="5132" actId="478"/>
          <ac:spMkLst>
            <pc:docMk/>
            <pc:sldMk cId="1179066660" sldId="262"/>
            <ac:spMk id="17" creationId="{2147BB89-1B5C-92BB-C3AB-A9DAFE3D4FB0}"/>
          </ac:spMkLst>
        </pc:spChg>
        <pc:spChg chg="mod">
          <ac:chgData name="Steve Mutrux" userId="4fa98d0c-dc66-4728-b09b-a88e22e95094" providerId="ADAL" clId="{421BD283-33D8-4C6C-821F-71755E863FA2}" dt="2026-09-17T17:54:09.691" v="5139" actId="207"/>
          <ac:spMkLst>
            <pc:docMk/>
            <pc:sldMk cId="1179066660" sldId="262"/>
            <ac:spMk id="19" creationId="{D9C4B4E9-9EA3-686D-C6CC-2B6201D18F8C}"/>
          </ac:spMkLst>
        </pc:spChg>
        <pc:spChg chg="mod">
          <ac:chgData name="Steve Mutrux" userId="4fa98d0c-dc66-4728-b09b-a88e22e95094" providerId="ADAL" clId="{421BD283-33D8-4C6C-821F-71755E863FA2}" dt="2026-09-17T17:53:42.010" v="5137" actId="207"/>
          <ac:spMkLst>
            <pc:docMk/>
            <pc:sldMk cId="1179066660" sldId="262"/>
            <ac:spMk id="20" creationId="{F07693E3-3466-B569-3CDA-B9CDBEBF2AAE}"/>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7T18:26:47.148" v="5255" actId="167"/>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del mod">
          <ac:chgData name="Steve Mutrux" userId="4fa98d0c-dc66-4728-b09b-a88e22e95094" providerId="ADAL" clId="{421BD283-33D8-4C6C-821F-71755E863FA2}" dt="2026-09-17T17:54:53.324" v="5152" actId="478"/>
          <ac:grpSpMkLst>
            <pc:docMk/>
            <pc:sldMk cId="1179066660" sldId="262"/>
            <ac:grpSpMk id="18" creationId="{AAACF990-1D91-905F-3C25-51722C5C1F12}"/>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7T18:06:30.506" v="5209" actId="2711"/>
          <ac:graphicFrameMkLst>
            <pc:docMk/>
            <pc:sldMk cId="1179066660" sldId="262"/>
            <ac:graphicFrameMk id="12" creationId="{4EA28A9B-DEE4-9522-F85B-D6250351F83E}"/>
          </ac:graphicFrameMkLst>
        </pc:graphicFrameChg>
      </pc:sldChg>
      <pc:sldChg chg="addSp delSp modSp add mod modTransition">
        <pc:chgData name="Steve Mutrux" userId="4fa98d0c-dc66-4728-b09b-a88e22e95094" providerId="ADAL" clId="{421BD283-33D8-4C6C-821F-71755E863FA2}" dt="2026-09-17T18:12:08.424" v="5212"/>
        <pc:sldMkLst>
          <pc:docMk/>
          <pc:sldMk cId="2229155277" sldId="263"/>
        </pc:sldMkLst>
        <pc:spChg chg="add del mod">
          <ac:chgData name="Steve Mutrux" userId="4fa98d0c-dc66-4728-b09b-a88e22e95094" providerId="ADAL" clId="{421BD283-33D8-4C6C-821F-71755E863FA2}" dt="2026-09-17T18:12:02.580" v="5210" actId="478"/>
          <ac:spMkLst>
            <pc:docMk/>
            <pc:sldMk cId="2229155277" sldId="263"/>
            <ac:spMk id="6" creationId="{3781749F-2DE4-6052-FCC1-9E1C1554116A}"/>
          </ac:spMkLst>
        </pc:spChg>
      </pc:sldChg>
      <pc:sldChg chg="addSp delSp modSp add mod modTransition delAnim modAnim modNotesTx">
        <pc:chgData name="Steve Mutrux" userId="4fa98d0c-dc66-4728-b09b-a88e22e95094" providerId="ADAL" clId="{421BD283-33D8-4C6C-821F-71755E863FA2}" dt="2026-09-18T15:54:06.335" v="5792" actId="20577"/>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add del mod">
          <ac:chgData name="Steve Mutrux" userId="4fa98d0c-dc66-4728-b09b-a88e22e95094" providerId="ADAL" clId="{421BD283-33D8-4C6C-821F-71755E863FA2}" dt="2026-09-18T15:46:47.272" v="5657" actId="21"/>
          <ac:spMkLst>
            <pc:docMk/>
            <pc:sldMk cId="353601395" sldId="266"/>
            <ac:spMk id="4" creationId="{FCB0987B-36F3-8A6F-1B24-CA8B0A4ABC95}"/>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mod">
          <ac:chgData name="Steve Mutrux" userId="4fa98d0c-dc66-4728-b09b-a88e22e95094" providerId="ADAL" clId="{421BD283-33D8-4C6C-821F-71755E863FA2}" dt="2026-09-18T15:40:48.200" v="5575" actId="6549"/>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spChg chg="add mod">
          <ac:chgData name="Steve Mutrux" userId="4fa98d0c-dc66-4728-b09b-a88e22e95094" providerId="ADAL" clId="{421BD283-33D8-4C6C-821F-71755E863FA2}" dt="2026-09-18T15:54:06.335" v="5792" actId="20577"/>
          <ac:spMkLst>
            <pc:docMk/>
            <pc:sldMk cId="353601395" sldId="266"/>
            <ac:spMk id="12" creationId="{A8ECB029-F628-7E2F-9B86-3C1773F06379}"/>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Transition modAnim modNotesTx">
        <pc:chgData name="Steve Mutrux" userId="4fa98d0c-dc66-4728-b09b-a88e22e95094" providerId="ADAL" clId="{421BD283-33D8-4C6C-821F-71755E863FA2}" dt="2026-09-18T15:49:23.448" v="5710" actId="1036"/>
        <pc:sldMkLst>
          <pc:docMk/>
          <pc:sldMk cId="557364214" sldId="267"/>
        </pc:sldMkLst>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8T15:48:20.686" v="5709" actId="6549"/>
          <ac:spMkLst>
            <pc:docMk/>
            <pc:sldMk cId="557364214" sldId="267"/>
            <ac:spMk id="4" creationId="{FCB0987B-36F3-8A6F-1B24-CA8B0A4ABC95}"/>
          </ac:spMkLst>
        </pc:spChg>
        <pc:spChg chg="add mod">
          <ac:chgData name="Steve Mutrux" userId="4fa98d0c-dc66-4728-b09b-a88e22e95094" providerId="ADAL" clId="{421BD283-33D8-4C6C-821F-71755E863FA2}" dt="2026-09-18T15:41:09.303" v="5593" actId="20577"/>
          <ac:spMkLst>
            <pc:docMk/>
            <pc:sldMk cId="557364214" sldId="267"/>
            <ac:spMk id="6" creationId="{4B417B1F-4D76-94E6-39D5-BE8719071E14}"/>
          </ac:spMkLst>
        </pc:spChg>
        <pc:spChg chg="mod">
          <ac:chgData name="Steve Mutrux" userId="4fa98d0c-dc66-4728-b09b-a88e22e95094" providerId="ADAL" clId="{421BD283-33D8-4C6C-821F-71755E863FA2}" dt="2026-09-18T15:49:23.448" v="5710" actId="1036"/>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Transition modAnim modNotesTx">
        <pc:chgData name="Steve Mutrux" userId="4fa98d0c-dc66-4728-b09b-a88e22e95094" providerId="ADAL" clId="{421BD283-33D8-4C6C-821F-71755E863FA2}" dt="2026-09-18T15:41:42.062" v="5609" actId="20577"/>
        <pc:sldMkLst>
          <pc:docMk/>
          <pc:sldMk cId="3893094920" sldId="268"/>
        </pc:sldMkLst>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16T11:33:53.560" v="3332" actId="2710"/>
          <ac:spMkLst>
            <pc:docMk/>
            <pc:sldMk cId="3893094920" sldId="268"/>
            <ac:spMk id="4" creationId="{417B9F22-9B70-7974-674D-300CF5BE5CE0}"/>
          </ac:spMkLst>
        </pc:spChg>
        <pc:spChg chg="add mod">
          <ac:chgData name="Steve Mutrux" userId="4fa98d0c-dc66-4728-b09b-a88e22e95094" providerId="ADAL" clId="{421BD283-33D8-4C6C-821F-71755E863FA2}" dt="2026-09-18T15:41:42.062" v="5609" actId="2057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sldChg>
      <pc:sldChg chg="addSp delSp modSp add mod modAnim">
        <pc:chgData name="Steve Mutrux" userId="4fa98d0c-dc66-4728-b09b-a88e22e95094" providerId="ADAL" clId="{421BD283-33D8-4C6C-821F-71755E863FA2}" dt="2026-09-17T18:32:43.712" v="5292"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mod">
          <ac:chgData name="Steve Mutrux" userId="4fa98d0c-dc66-4728-b09b-a88e22e95094" providerId="ADAL" clId="{421BD283-33D8-4C6C-821F-71755E863FA2}" dt="2026-09-17T18:32:43.712" v="5292" actId="1036"/>
          <ac:spMkLst>
            <pc:docMk/>
            <pc:sldMk cId="1755182162" sldId="269"/>
            <ac:spMk id="8" creationId="{920A0F4F-D15B-3088-F2A1-AD48A979E786}"/>
          </ac:spMkLst>
        </pc:spChg>
      </pc:sldChg>
      <pc:sldChg chg="delSp modSp add del mod">
        <pc:chgData name="Steve Mutrux" userId="4fa98d0c-dc66-4728-b09b-a88e22e95094" providerId="ADAL" clId="{421BD283-33D8-4C6C-821F-71755E863FA2}" dt="2026-09-17T18:12:04.346" v="5211" actId="47"/>
        <pc:sldMkLst>
          <pc:docMk/>
          <pc:sldMk cId="1557603729" sldId="271"/>
        </pc:sldMkLst>
      </pc:sldChg>
      <pc:sldChg chg="addSp delSp modSp add mod ord modTransition addAnim delAnim modAnim">
        <pc:chgData name="Steve Mutrux" userId="4fa98d0c-dc66-4728-b09b-a88e22e95094" providerId="ADAL" clId="{421BD283-33D8-4C6C-821F-71755E863FA2}" dt="2026-09-16T15:12:57.325" v="4601" actId="20577"/>
        <pc:sldMkLst>
          <pc:docMk/>
          <pc:sldMk cId="1194673410" sldId="272"/>
        </pc:sldMkLst>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mod">
          <ac:chgData name="Steve Mutrux" userId="4fa98d0c-dc66-4728-b09b-a88e22e95094" providerId="ADAL" clId="{421BD283-33D8-4C6C-821F-71755E863FA2}" dt="2026-09-16T15:12:57.325" v="4601"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Transition modAnim modNotesTx">
        <pc:chgData name="Steve Mutrux" userId="4fa98d0c-dc66-4728-b09b-a88e22e95094" providerId="ADAL" clId="{421BD283-33D8-4C6C-821F-71755E863FA2}" dt="2026-09-18T15:45:45.863" v="5655" actId="20577"/>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8T15:40:29.674" v="5561" actId="20577"/>
          <ac:spMkLst>
            <pc:docMk/>
            <pc:sldMk cId="3925825761" sldId="273"/>
            <ac:spMk id="5" creationId="{32AB9166-2446-17C2-01D2-CCA23D7EB405}"/>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mod">
          <ac:chgData name="Steve Mutrux" userId="4fa98d0c-dc66-4728-b09b-a88e22e95094" providerId="ADAL" clId="{421BD283-33D8-4C6C-821F-71755E863FA2}" dt="2026-09-18T13:06:08.536" v="5313"/>
          <ac:spMkLst>
            <pc:docMk/>
            <pc:sldMk cId="3925825761" sldId="273"/>
            <ac:spMk id="12" creationId="{E30B574F-F47B-4F5A-373F-0556028B16A8}"/>
          </ac:spMkLst>
        </pc:spChg>
        <pc:spChg chg="add mod">
          <ac:chgData name="Steve Mutrux" userId="4fa98d0c-dc66-4728-b09b-a88e22e95094" providerId="ADAL" clId="{421BD283-33D8-4C6C-821F-71755E863FA2}" dt="2026-09-18T15:45:35.377" v="5653"/>
          <ac:spMkLst>
            <pc:docMk/>
            <pc:sldMk cId="3925825761" sldId="273"/>
            <ac:spMk id="13" creationId="{B8742619-7F61-460A-E048-5628FDF4AD01}"/>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8T15:45:39.498" v="5654" actId="20577"/>
        <pc:sldMkLst>
          <pc:docMk/>
          <pc:sldMk cId="859702855" sldId="274"/>
        </pc:sldMkLst>
        <pc:spChg chg="add mod">
          <ac:chgData name="Steve Mutrux" userId="4fa98d0c-dc66-4728-b09b-a88e22e95094" providerId="ADAL" clId="{421BD283-33D8-4C6C-821F-71755E863FA2}" dt="2026-09-18T15:45:39.498" v="5654" actId="20577"/>
          <ac:spMkLst>
            <pc:docMk/>
            <pc:sldMk cId="859702855" sldId="274"/>
            <ac:spMk id="2" creationId="{D46ED73F-A2B7-C52F-965C-210379FFFA48}"/>
          </ac:spMkLst>
        </pc:spChg>
        <pc:spChg chg="add mod ord">
          <ac:chgData name="Steve Mutrux" userId="4fa98d0c-dc66-4728-b09b-a88e22e95094" providerId="ADAL" clId="{421BD283-33D8-4C6C-821F-71755E863FA2}" dt="2026-09-18T15:40:09.909" v="5547" actId="2057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16T15:07:12.291" v="453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sldChg>
      <pc:sldChg chg="modSp add mod">
        <pc:chgData name="Steve Mutrux" userId="4fa98d0c-dc66-4728-b09b-a88e22e95094" providerId="ADAL" clId="{421BD283-33D8-4C6C-821F-71755E863FA2}" dt="2026-09-18T13:26:25.551" v="5430" actId="1038"/>
        <pc:sldMkLst>
          <pc:docMk/>
          <pc:sldMk cId="2234467840" sldId="277"/>
        </pc:sldMkLst>
        <pc:picChg chg="mod">
          <ac:chgData name="Steve Mutrux" userId="4fa98d0c-dc66-4728-b09b-a88e22e95094" providerId="ADAL" clId="{421BD283-33D8-4C6C-821F-71755E863FA2}" dt="2026-09-18T13:26:25.551" v="5430" actId="1038"/>
          <ac:picMkLst>
            <pc:docMk/>
            <pc:sldMk cId="2234467840" sldId="277"/>
            <ac:picMk id="14" creationId="{21B69710-7364-55BB-57A9-EA2F37650EA3}"/>
          </ac:picMkLst>
        </pc:picChg>
      </pc:sldChg>
      <pc:sldChg chg="add del">
        <pc:chgData name="Steve Mutrux" userId="4fa98d0c-dc66-4728-b09b-a88e22e95094" providerId="ADAL" clId="{421BD283-33D8-4C6C-821F-71755E863FA2}" dt="2026-09-18T13:08:14.503" v="5379"/>
        <pc:sldMkLst>
          <pc:docMk/>
          <pc:sldMk cId="3625860367" sldId="277"/>
        </pc:sldMkLst>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ldChg>
      <pc:sldChg chg="addSp delSp mod">
        <pc:chgData name="Steve Mutrux" userId="4fa98d0c-dc66-4728-b09b-a88e22e95094" providerId="ADAL" clId="{49582639-0C98-48DF-B1BF-6D8A1DF6014B}" dt="2026-09-16T18:21:06.956" v="285" actId="478"/>
        <pc:sldMkLst>
          <pc:docMk/>
          <pc:sldMk cId="859702855" sldId="274"/>
        </pc:sldMkLst>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Web Dev, Integrated Systems Dev Design Compliance Standards &amp; Accessibility</a:t>
            </a:r>
          </a:p>
          <a:p>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a:t>
            </a:r>
            <a:r>
              <a:rPr lang="en-CA" sz="1200" b="0" i="0" kern="1200" dirty="0" err="1">
                <a:solidFill>
                  <a:schemeClr val="tx1"/>
                </a:solidFill>
                <a:effectLst/>
                <a:latin typeface="+mn-lt"/>
                <a:ea typeface="+mn-ea"/>
                <a:cs typeface="+mn-cs"/>
              </a:rPr>
              <a:t>Gakgo</a:t>
            </a:r>
            <a:r>
              <a:rPr lang="en-CA" sz="1200" b="0" i="0" kern="1200" dirty="0">
                <a:solidFill>
                  <a:schemeClr val="tx1"/>
                </a:solidFill>
                <a:effectLst/>
                <a:latin typeface="+mn-lt"/>
                <a:ea typeface="+mn-ea"/>
                <a:cs typeface="+mn-cs"/>
              </a:rPr>
              <a:t>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a:p>
            <a:pPr lvl="0" fontAlgn="base"/>
            <a:endParaRPr lang="en-CA"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Past Experience: Created a website for a book store in St. Catherine's with a database, online purchases, and activity tracking. Created games using </a:t>
            </a:r>
            <a:r>
              <a:rPr lang="en-CA" sz="1200" b="0" i="0" kern="1200" dirty="0" err="1">
                <a:solidFill>
                  <a:schemeClr val="tx1"/>
                </a:solidFill>
                <a:effectLst/>
                <a:latin typeface="+mn-lt"/>
                <a:ea typeface="+mn-ea"/>
                <a:cs typeface="+mn-cs"/>
              </a:rPr>
              <a:t>lua</a:t>
            </a:r>
            <a:r>
              <a:rPr lang="en-CA" sz="1200" b="0" i="0" kern="1200" dirty="0">
                <a:solidFill>
                  <a:schemeClr val="tx1"/>
                </a:solidFill>
                <a:effectLst/>
                <a:latin typeface="+mn-lt"/>
                <a:ea typeface="+mn-ea"/>
                <a:cs typeface="+mn-cs"/>
              </a:rPr>
              <a:t>, python, C#, and websites using html, </a:t>
            </a:r>
            <a:r>
              <a:rPr lang="en-CA" sz="1200" b="0" i="0" kern="1200" dirty="0" err="1">
                <a:solidFill>
                  <a:schemeClr val="tx1"/>
                </a:solidFill>
                <a:effectLst/>
                <a:latin typeface="+mn-lt"/>
                <a:ea typeface="+mn-ea"/>
                <a:cs typeface="+mn-cs"/>
              </a:rPr>
              <a:t>css</a:t>
            </a:r>
            <a:r>
              <a:rPr lang="en-CA" sz="1200" b="0" i="0" kern="1200" dirty="0">
                <a:solidFill>
                  <a:schemeClr val="tx1"/>
                </a:solidFill>
                <a:effectLst/>
                <a:latin typeface="+mn-lt"/>
                <a:ea typeface="+mn-ea"/>
                <a:cs typeface="+mn-cs"/>
              </a:rPr>
              <a:t>, and </a:t>
            </a:r>
            <a:r>
              <a:rPr lang="en-CA" sz="1200" b="0" i="0" kern="1200" dirty="0" err="1">
                <a:solidFill>
                  <a:schemeClr val="tx1"/>
                </a:solidFill>
                <a:effectLst/>
                <a:latin typeface="+mn-lt"/>
                <a:ea typeface="+mn-ea"/>
                <a:cs typeface="+mn-cs"/>
              </a:rPr>
              <a:t>javascript</a:t>
            </a:r>
            <a:r>
              <a:rPr lang="en-CA" sz="1200" b="0" i="0" kern="1200" dirty="0">
                <a:solidFill>
                  <a:schemeClr val="tx1"/>
                </a:solidFill>
                <a:effectLst/>
                <a:latin typeface="+mn-lt"/>
                <a:ea typeface="+mn-ea"/>
                <a:cs typeface="+mn-cs"/>
              </a:rPr>
              <a:t> for personal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Role: Communications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Expectations: I want everyone to get better at working in a team professionally.</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fontAlgn="base"/>
            <a:r>
              <a:rPr lang="en-CA" sz="1200" b="0" i="0" kern="1200" dirty="0">
                <a:solidFill>
                  <a:schemeClr val="tx1"/>
                </a:solidFill>
                <a:effectLst/>
                <a:latin typeface="+mn-lt"/>
                <a:ea typeface="+mn-ea"/>
                <a:cs typeface="+mn-cs"/>
              </a:rPr>
              <a:t>Past Experience: Gacko designs - Worked with clients to design and develop a modern automotive website 6 Years of Personal Projects - Such as, Gambling Site, Type speed calculator </a:t>
            </a:r>
          </a:p>
          <a:p>
            <a:pPr lvl="0" fontAlgn="base"/>
            <a:r>
              <a:rPr lang="en-CA" sz="1200" b="0" i="0" kern="1200" dirty="0">
                <a:solidFill>
                  <a:schemeClr val="tx1"/>
                </a:solidFill>
                <a:effectLst/>
                <a:latin typeface="+mn-lt"/>
                <a:ea typeface="+mn-ea"/>
                <a:cs typeface="+mn-cs"/>
              </a:rPr>
              <a:t>Role: Lead Developer </a:t>
            </a:r>
          </a:p>
          <a:p>
            <a:pPr lvl="0" fontAlgn="base"/>
            <a:r>
              <a:rPr lang="en-CA" sz="1200" b="0" i="0" kern="1200" dirty="0">
                <a:solidFill>
                  <a:schemeClr val="tx1"/>
                </a:solidFill>
                <a:effectLst/>
                <a:latin typeface="+mn-lt"/>
                <a:ea typeface="+mn-ea"/>
                <a:cs typeface="+mn-cs"/>
              </a:rPr>
              <a:t>Expectations: Through this project I expect to lead a team throughout the development process and learn how to be a better leader </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a:t>
            </a:r>
            <a:r>
              <a:rPr lang="en-CA" dirty="0" err="1"/>
              <a:t>needsc</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DC82B-28DB-DCA7-BAD1-47D382DA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A80F2-5701-D283-04B1-BBE432CC2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A9D81-36E6-663F-9AE9-38CC857141D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2122672B-E5B6-DB38-F9B4-435EA42DCA18}"/>
              </a:ext>
            </a:extLst>
          </p:cNvPr>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32275396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15</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2026-09-18</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338003" y="3199884"/>
            <a:ext cx="1351652" cy="923330"/>
          </a:xfrm>
          <a:prstGeom prst="rect">
            <a:avLst/>
          </a:prstGeom>
          <a:noFill/>
        </p:spPr>
        <p:txBody>
          <a:bodyPr wrap="none" rtlCol="0">
            <a:spAutoFit/>
          </a:bodyPr>
          <a:lstStyle/>
          <a:p>
            <a:pPr algn="r"/>
            <a:r>
              <a:rPr lang="en-CA" dirty="0">
                <a:latin typeface="Kumbh Sans" pitchFamily="2" charset="0"/>
                <a:cs typeface="Kumbh Sans" pitchFamily="2" charset="0"/>
              </a:rPr>
              <a:t>Create</a:t>
            </a:r>
          </a:p>
          <a:p>
            <a:pPr algn="r"/>
            <a:r>
              <a:rPr lang="en-CA" dirty="0">
                <a:latin typeface="Kumbh Sans" pitchFamily="2" charset="0"/>
                <a:cs typeface="Kumbh Sans" pitchFamily="2" charset="0"/>
              </a:rPr>
              <a:t>Develop</a:t>
            </a:r>
          </a:p>
          <a:p>
            <a:pPr algn="r"/>
            <a:r>
              <a:rPr lang="en-CA" dirty="0">
                <a:latin typeface="Kumbh Sans" pitchFamily="2" charset="0"/>
                <a:cs typeface="Kumbh Sans" pitchFamily="2" charset="0"/>
              </a:rPr>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95785" cy="369332"/>
          </a:xfrm>
          <a:prstGeom prst="rect">
            <a:avLst/>
          </a:prstGeom>
          <a:noFill/>
        </p:spPr>
        <p:txBody>
          <a:bodyPr wrap="none" rtlCol="0">
            <a:spAutoFit/>
          </a:bodyPr>
          <a:lstStyle/>
          <a:p>
            <a:r>
              <a:rPr lang="en-CA" dirty="0">
                <a:latin typeface="Kumbh Sans" pitchFamily="2" charset="0"/>
                <a:cs typeface="Kumbh Sans" pitchFamily="2" charset="0"/>
              </a:rPr>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111202" cy="369332"/>
          </a:xfrm>
          <a:prstGeom prst="rect">
            <a:avLst/>
          </a:prstGeom>
          <a:noFill/>
        </p:spPr>
        <p:txBody>
          <a:bodyPr wrap="none" rtlCol="0">
            <a:spAutoFit/>
          </a:bodyPr>
          <a:lstStyle/>
          <a:p>
            <a:r>
              <a:rPr lang="en-CA" dirty="0">
                <a:latin typeface="Kumbh Sans" pitchFamily="2" charset="0"/>
                <a:cs typeface="Kumbh Sans" pitchFamily="2" charset="0"/>
              </a:rPr>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343638" cy="369332"/>
          </a:xfrm>
          <a:prstGeom prst="rect">
            <a:avLst/>
          </a:prstGeom>
          <a:noFill/>
        </p:spPr>
        <p:txBody>
          <a:bodyPr wrap="none" rtlCol="0">
            <a:spAutoFit/>
          </a:bodyPr>
          <a:lstStyle/>
          <a:p>
            <a:r>
              <a:rPr lang="en-CA" dirty="0">
                <a:latin typeface="Kumbh Sans" pitchFamily="2" charset="0"/>
                <a:cs typeface="Kumbh Sans" pitchFamily="2" charset="0"/>
              </a:rPr>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98246"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645021"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Design Compliance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Standards &amp; Accessibility</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63698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B8742619-7F61-460A-E048-5628FDF4AD01}"/>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392582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
                                            <p:txEl>
                                              <p:pRg st="0" end="0"/>
                                            </p:txEl>
                                          </p:spTgt>
                                        </p:tgtEl>
                                        <p:attrNameLst>
                                          <p:attrName>style.visibility</p:attrName>
                                        </p:attrNameLst>
                                      </p:cBhvr>
                                      <p:to>
                                        <p:strVal val="visible"/>
                                      </p:to>
                                    </p:set>
                                    <p:animEffect transition="in" filter="fade">
                                      <p:cBhvr>
                                        <p:cTn id="25" dur="500"/>
                                        <p:tgtEl>
                                          <p:spTgt spid="13">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xEl>
                                              <p:pRg st="1" end="1"/>
                                            </p:txEl>
                                          </p:spTgt>
                                        </p:tgtEl>
                                        <p:attrNameLst>
                                          <p:attrName>style.visibility</p:attrName>
                                        </p:attrNameLst>
                                      </p:cBhvr>
                                      <p:to>
                                        <p:strVal val="visible"/>
                                      </p:to>
                                    </p:set>
                                    <p:animEffect transition="in" filter="fade">
                                      <p:cBhvr>
                                        <p:cTn id="30" dur="500"/>
                                        <p:tgtEl>
                                          <p:spTgt spid="13">
                                            <p:txEl>
                                              <p:pRg st="1" end="1"/>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3">
                                            <p:txEl>
                                              <p:pRg st="0" end="0"/>
                                            </p:txEl>
                                          </p:spTgt>
                                        </p:tgtEl>
                                        <p:attrNameLst>
                                          <p:attrName>style.color</p:attrName>
                                        </p:attrNameLst>
                                      </p:cBhvr>
                                      <p:to>
                                        <a:srgbClr val="96CDF8"/>
                                      </p:to>
                                    </p:animClr>
                                    <p:animClr clrSpc="rgb" dir="cw">
                                      <p:cBhvr>
                                        <p:cTn id="33" dur="500" fill="hold"/>
                                        <p:tgtEl>
                                          <p:spTgt spid="13">
                                            <p:txEl>
                                              <p:pRg st="0" end="0"/>
                                            </p:txEl>
                                          </p:spTgt>
                                        </p:tgtEl>
                                        <p:attrNameLst>
                                          <p:attrName>fillcolor</p:attrName>
                                        </p:attrNameLst>
                                      </p:cBhvr>
                                      <p:to>
                                        <a:srgbClr val="96CDF8"/>
                                      </p:to>
                                    </p:animClr>
                                    <p:set>
                                      <p:cBhvr>
                                        <p:cTn id="34" dur="500" fill="hold"/>
                                        <p:tgtEl>
                                          <p:spTgt spid="13">
                                            <p:txEl>
                                              <p:pRg st="0" end="0"/>
                                            </p:txEl>
                                          </p:spTgt>
                                        </p:tgtEl>
                                        <p:attrNameLst>
                                          <p:attrName>fill.type</p:attrName>
                                        </p:attrNameLst>
                                      </p:cBhvr>
                                      <p:to>
                                        <p:strVal val="solid"/>
                                      </p:to>
                                    </p:set>
                                    <p:set>
                                      <p:cBhvr>
                                        <p:cTn id="35" dur="500" fill="hold"/>
                                        <p:tgtEl>
                                          <p:spTgt spid="13">
                                            <p:txEl>
                                              <p:pRg st="0" end="0"/>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
                                            <p:txEl>
                                              <p:pRg st="2" end="2"/>
                                            </p:txEl>
                                          </p:spTgt>
                                        </p:tgtEl>
                                        <p:attrNameLst>
                                          <p:attrName>style.visibility</p:attrName>
                                        </p:attrNameLst>
                                      </p:cBhvr>
                                      <p:to>
                                        <p:strVal val="visible"/>
                                      </p:to>
                                    </p:set>
                                    <p:animEffect transition="in" filter="fade">
                                      <p:cBhvr>
                                        <p:cTn id="40" dur="500"/>
                                        <p:tgtEl>
                                          <p:spTgt spid="13">
                                            <p:txEl>
                                              <p:pRg st="2" end="2"/>
                                            </p:txEl>
                                          </p:spTgt>
                                        </p:tgtEl>
                                      </p:cBhvr>
                                    </p:animEffect>
                                  </p:childTnLst>
                                </p:cTn>
                              </p:par>
                              <p:par>
                                <p:cTn id="41" presetID="19" presetClass="emph" presetSubtype="0" fill="hold" nodeType="withEffect">
                                  <p:stCondLst>
                                    <p:cond delay="0"/>
                                  </p:stCondLst>
                                  <p:childTnLst>
                                    <p:animClr clrSpc="rgb" dir="cw">
                                      <p:cBhvr override="childStyle">
                                        <p:cTn id="42" dur="500" fill="hold"/>
                                        <p:tgtEl>
                                          <p:spTgt spid="13">
                                            <p:txEl>
                                              <p:pRg st="1" end="1"/>
                                            </p:txEl>
                                          </p:spTgt>
                                        </p:tgtEl>
                                        <p:attrNameLst>
                                          <p:attrName>style.color</p:attrName>
                                        </p:attrNameLst>
                                      </p:cBhvr>
                                      <p:to>
                                        <a:srgbClr val="96CDF8"/>
                                      </p:to>
                                    </p:animClr>
                                    <p:animClr clrSpc="rgb" dir="cw">
                                      <p:cBhvr>
                                        <p:cTn id="43" dur="500" fill="hold"/>
                                        <p:tgtEl>
                                          <p:spTgt spid="13">
                                            <p:txEl>
                                              <p:pRg st="1" end="1"/>
                                            </p:txEl>
                                          </p:spTgt>
                                        </p:tgtEl>
                                        <p:attrNameLst>
                                          <p:attrName>fillcolor</p:attrName>
                                        </p:attrNameLst>
                                      </p:cBhvr>
                                      <p:to>
                                        <a:srgbClr val="96CDF8"/>
                                      </p:to>
                                    </p:animClr>
                                    <p:set>
                                      <p:cBhvr>
                                        <p:cTn id="44" dur="500" fill="hold"/>
                                        <p:tgtEl>
                                          <p:spTgt spid="13">
                                            <p:txEl>
                                              <p:pRg st="1" end="1"/>
                                            </p:txEl>
                                          </p:spTgt>
                                        </p:tgtEl>
                                        <p:attrNameLst>
                                          <p:attrName>fill.type</p:attrName>
                                        </p:attrNameLst>
                                      </p:cBhvr>
                                      <p:to>
                                        <p:strVal val="solid"/>
                                      </p:to>
                                    </p:set>
                                    <p:set>
                                      <p:cBhvr>
                                        <p:cTn id="45" dur="500" fill="hold"/>
                                        <p:tgtEl>
                                          <p:spTgt spid="13">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2" name="TextBox 11">
            <a:extLst>
              <a:ext uri="{FF2B5EF4-FFF2-40B4-BE49-F238E27FC236}">
                <a16:creationId xmlns:a16="http://schemas.microsoft.com/office/drawing/2014/main" id="{A8ECB029-F628-7E2F-9B86-3C1773F06379}"/>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Communications Manager</a:t>
            </a:r>
          </a:p>
          <a:p>
            <a:pPr marL="285750" indent="-285750">
              <a:lnSpc>
                <a:spcPct val="200000"/>
              </a:lnSpc>
              <a:buFont typeface="Arial" panose="020B0604020202020204" pitchFamily="34" charset="0"/>
              <a:buChar char="•"/>
            </a:pPr>
            <a:r>
              <a:rPr lang="en-CA" sz="2000">
                <a:latin typeface="Kumbh Sans" pitchFamily="2" charset="0"/>
                <a:cs typeface="Kumbh Sans" pitchFamily="2" charset="0"/>
              </a:rPr>
              <a:t>Improve Teamwork Skills</a:t>
            </a:r>
            <a:endParaRPr lang="en-CA" sz="2000" dirty="0">
              <a:latin typeface="Kumbh Sans" pitchFamily="2" charset="0"/>
              <a:cs typeface="Kumbh Sans" pitchFamily="2" charset="0"/>
            </a:endParaRPr>
          </a:p>
        </p:txBody>
      </p:sp>
    </p:spTree>
    <p:extLst>
      <p:ext uri="{BB962C8B-B14F-4D97-AF65-F5344CB8AC3E}">
        <p14:creationId xmlns:p14="http://schemas.microsoft.com/office/powerpoint/2010/main" val="35360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animEffect transition="in" filter="fade">
                                      <p:cBhvr>
                                        <p:cTn id="21" dur="500"/>
                                        <p:tgtEl>
                                          <p:spTgt spid="12">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2">
                                            <p:txEl>
                                              <p:pRg st="1" end="1"/>
                                            </p:txEl>
                                          </p:spTgt>
                                        </p:tgtEl>
                                        <p:attrNameLst>
                                          <p:attrName>style.visibility</p:attrName>
                                        </p:attrNameLst>
                                      </p:cBhvr>
                                      <p:to>
                                        <p:strVal val="visible"/>
                                      </p:to>
                                    </p:set>
                                    <p:animEffect transition="in" filter="fade">
                                      <p:cBhvr>
                                        <p:cTn id="26" dur="500"/>
                                        <p:tgtEl>
                                          <p:spTgt spid="12">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12">
                                            <p:txEl>
                                              <p:pRg st="0" end="0"/>
                                            </p:txEl>
                                          </p:spTgt>
                                        </p:tgtEl>
                                        <p:attrNameLst>
                                          <p:attrName>style.color</p:attrName>
                                        </p:attrNameLst>
                                      </p:cBhvr>
                                      <p:to>
                                        <a:srgbClr val="96CDF8"/>
                                      </p:to>
                                    </p:animClr>
                                    <p:animClr clrSpc="rgb" dir="cw">
                                      <p:cBhvr>
                                        <p:cTn id="29" dur="500" fill="hold"/>
                                        <p:tgtEl>
                                          <p:spTgt spid="12">
                                            <p:txEl>
                                              <p:pRg st="0" end="0"/>
                                            </p:txEl>
                                          </p:spTgt>
                                        </p:tgtEl>
                                        <p:attrNameLst>
                                          <p:attrName>fillcolor</p:attrName>
                                        </p:attrNameLst>
                                      </p:cBhvr>
                                      <p:to>
                                        <a:srgbClr val="96CDF8"/>
                                      </p:to>
                                    </p:animClr>
                                    <p:set>
                                      <p:cBhvr>
                                        <p:cTn id="30" dur="500" fill="hold"/>
                                        <p:tgtEl>
                                          <p:spTgt spid="12">
                                            <p:txEl>
                                              <p:pRg st="0" end="0"/>
                                            </p:txEl>
                                          </p:spTgt>
                                        </p:tgtEl>
                                        <p:attrNameLst>
                                          <p:attrName>fill.type</p:attrName>
                                        </p:attrNameLst>
                                      </p:cBhvr>
                                      <p:to>
                                        <p:strVal val="solid"/>
                                      </p:to>
                                    </p:set>
                                    <p:set>
                                      <p:cBhvr>
                                        <p:cTn id="31" dur="500" fill="hold"/>
                                        <p:tgtEl>
                                          <p:spTgt spid="12">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xEl>
                                              <p:pRg st="2" end="2"/>
                                            </p:txEl>
                                          </p:spTgt>
                                        </p:tgtEl>
                                        <p:attrNameLst>
                                          <p:attrName>style.visibility</p:attrName>
                                        </p:attrNameLst>
                                      </p:cBhvr>
                                      <p:to>
                                        <p:strVal val="visible"/>
                                      </p:to>
                                    </p:set>
                                    <p:animEffect transition="in" filter="fade">
                                      <p:cBhvr>
                                        <p:cTn id="36" dur="500"/>
                                        <p:tgtEl>
                                          <p:spTgt spid="12">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12">
                                            <p:txEl>
                                              <p:pRg st="1" end="1"/>
                                            </p:txEl>
                                          </p:spTgt>
                                        </p:tgtEl>
                                        <p:attrNameLst>
                                          <p:attrName>style.color</p:attrName>
                                        </p:attrNameLst>
                                      </p:cBhvr>
                                      <p:to>
                                        <a:srgbClr val="96CDF8"/>
                                      </p:to>
                                    </p:animClr>
                                    <p:animClr clrSpc="rgb" dir="cw">
                                      <p:cBhvr>
                                        <p:cTn id="39" dur="500" fill="hold"/>
                                        <p:tgtEl>
                                          <p:spTgt spid="12">
                                            <p:txEl>
                                              <p:pRg st="1" end="1"/>
                                            </p:txEl>
                                          </p:spTgt>
                                        </p:tgtEl>
                                        <p:attrNameLst>
                                          <p:attrName>fillcolor</p:attrName>
                                        </p:attrNameLst>
                                      </p:cBhvr>
                                      <p:to>
                                        <a:srgbClr val="96CDF8"/>
                                      </p:to>
                                    </p:animClr>
                                    <p:set>
                                      <p:cBhvr>
                                        <p:cTn id="40" dur="500" fill="hold"/>
                                        <p:tgtEl>
                                          <p:spTgt spid="12">
                                            <p:txEl>
                                              <p:pRg st="1" end="1"/>
                                            </p:txEl>
                                          </p:spTgt>
                                        </p:tgtEl>
                                        <p:attrNameLst>
                                          <p:attrName>fill.type</p:attrName>
                                        </p:attrNameLst>
                                      </p:cBhvr>
                                      <p:to>
                                        <p:strVal val="solid"/>
                                      </p:to>
                                    </p:set>
                                    <p:set>
                                      <p:cBhvr>
                                        <p:cTn id="41" dur="500" fill="hold"/>
                                        <p:tgtEl>
                                          <p:spTgt spid="1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1215" y="1157660"/>
              <a:ext cx="304799" cy="300038"/>
              <a:chOff x="1232178" y="4745831"/>
              <a:chExt cx="304799" cy="300038"/>
            </a:xfrm>
          </p:grpSpPr>
          <p:sp>
            <p:nvSpPr>
              <p:cNvPr id="8" name="Rectangle 7">
                <a:extLst>
                  <a:ext uri="{FF2B5EF4-FFF2-40B4-BE49-F238E27FC236}">
                    <a16:creationId xmlns:a16="http://schemas.microsoft.com/office/drawing/2014/main" id="{3AD98184-E8E6-0DB2-6C4B-E69598E79072}"/>
                  </a:ext>
                </a:extLst>
              </p:cNvPr>
              <p:cNvSpPr/>
              <p:nvPr/>
            </p:nvSpPr>
            <p:spPr>
              <a:xfrm>
                <a:off x="1236940"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4" name="TextBox 3">
            <a:extLst>
              <a:ext uri="{FF2B5EF4-FFF2-40B4-BE49-F238E27FC236}">
                <a16:creationId xmlns:a16="http://schemas.microsoft.com/office/drawing/2014/main" id="{FCB0987B-36F3-8A6F-1B24-CA8B0A4ABC95}"/>
              </a:ext>
            </a:extLst>
          </p:cNvPr>
          <p:cNvSpPr txBox="1"/>
          <p:nvPr/>
        </p:nvSpPr>
        <p:spPr>
          <a:xfrm>
            <a:off x="5491491" y="2227699"/>
            <a:ext cx="3504486"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Experienced Web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Lead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Professionally Lead Team</a:t>
            </a:r>
          </a:p>
        </p:txBody>
      </p:sp>
    </p:spTree>
    <p:extLst>
      <p:ext uri="{BB962C8B-B14F-4D97-AF65-F5344CB8AC3E}">
        <p14:creationId xmlns:p14="http://schemas.microsoft.com/office/powerpoint/2010/main" val="557364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Let go, Let grow</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701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$1,728</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642618"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387C92B2-EE40-6CBB-BD04-2055150745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02800" y="1771869"/>
            <a:ext cx="7967662" cy="3206425"/>
          </a:xfrm>
          <a:prstGeom prst="rect">
            <a:avLst/>
          </a:prstGeom>
        </p:spPr>
      </p:pic>
      <p:sp>
        <p:nvSpPr>
          <p:cNvPr id="15" name="TextBox 14">
            <a:extLst>
              <a:ext uri="{FF2B5EF4-FFF2-40B4-BE49-F238E27FC236}">
                <a16:creationId xmlns:a16="http://schemas.microsoft.com/office/drawing/2014/main" id="{371B18D3-D66D-246F-ADDA-BEA5981F37AE}"/>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CA761-6332-D697-45A9-6414A625114B}"/>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C437E05A-9B5D-9A0A-9596-4DFCACD3936E}"/>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E6190A6E-05CE-0C02-43CF-92C5A2E9D60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D4EB98AC-9A0C-C6EE-A76E-0053BAF40C86}"/>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1994C13D-BA22-2099-B531-02FDA2170AA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FD3CDB5-BF54-3F1B-1B68-1249BEFD53BA}"/>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E53C9ED4-605A-11F8-51F7-CC37011F52E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4D824D53-F9E6-8A93-6317-C5BC120DC7A0}"/>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E6A3102D-C6FF-E455-6F6F-56BBB38980F0}"/>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C318BAF6-5024-EAF3-331D-0262AD486266}"/>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31B6E62A-7559-F139-3E9B-0DE93838FC5B}"/>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531FA97E-1B77-B909-0436-8F3DD59EEE03}"/>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9EA239F-292B-763B-4097-DD65C398CF37}"/>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82162502-06A8-C58C-4B15-616BDDC8649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D4EC82CD-5565-5BC3-6F58-64776960EA3C}"/>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21E00D15-5933-5DD6-D41E-C987D088AAE8}"/>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DA346C77-6E08-01CD-D3B1-57F57C7A32AE}"/>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77F9D16A-5F06-EF1F-CB57-C4C72767B597}"/>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F9D74AA4-4607-9A9B-FC87-368CA06C835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E6E07665-7409-0299-D2C7-08CB2B17259B}"/>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51998040-9F67-F5D5-B3BE-3768259C3986}"/>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463DC4A3-A39B-4E5B-6690-CCEBAB13C8DA}"/>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0CF1DFEC-2DBA-9208-2482-4D6A1C9EE649}"/>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66DFE403-1C7C-C8F3-9877-A80D20C114FF}"/>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14B38CD1-EE2E-950A-9DA5-54F3E61632D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4B82AEB-6F05-FFA7-A11F-2DC293FAA67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F3A035A-B9C1-EBA1-906E-B743932C3145}"/>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BE62EA9C-DB1F-1B50-8801-ADDC7A45F796}"/>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21B69710-7364-55BB-57A9-EA2F37650EA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276600" y="922020"/>
            <a:ext cx="8012301" cy="5067559"/>
          </a:xfrm>
          <a:prstGeom prst="rect">
            <a:avLst/>
          </a:prstGeom>
        </p:spPr>
      </p:pic>
      <p:sp>
        <p:nvSpPr>
          <p:cNvPr id="15" name="TextBox 14">
            <a:extLst>
              <a:ext uri="{FF2B5EF4-FFF2-40B4-BE49-F238E27FC236}">
                <a16:creationId xmlns:a16="http://schemas.microsoft.com/office/drawing/2014/main" id="{0CF5D8F1-B91A-3455-E4EC-2D0833ACFAF5}"/>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2234467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4"/>
                                        </p:tgtEl>
                                      </p:cBhvr>
                                    </p:animEffect>
                                    <p:set>
                                      <p:cBhvr>
                                        <p:cTn id="24" dur="1" fill="hold">
                                          <p:stCondLst>
                                            <p:cond delay="499"/>
                                          </p:stCondLst>
                                        </p:cTn>
                                        <p:tgtEl>
                                          <p:spTgt spid="14"/>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5"/>
                                        </p:tgtEl>
                                      </p:cBhvr>
                                    </p:animEffect>
                                    <p:set>
                                      <p:cBhvr>
                                        <p:cTn id="27" dur="1" fill="hold">
                                          <p:stCondLst>
                                            <p:cond delay="499"/>
                                          </p:stCondLst>
                                        </p:cTn>
                                        <p:tgtEl>
                                          <p:spTgt spid="15"/>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42" presetClass="path" presetSubtype="0" accel="50000" decel="50000" fill="hold" grpId="1" nodeType="withEffect">
                                  <p:stCondLst>
                                    <p:cond delay="0"/>
                                  </p:stCondLst>
                                  <p:childTnLst>
                                    <p:animMotion origin="layout" path="M -2.29167E-6 1.11022E-16 L -2.29167E-6 0.10278 " pathEditMode="relative" rAng="0" ptsTypes="AA">
                                      <p:cBhvr>
                                        <p:cTn id="37" dur="2000" fill="hold"/>
                                        <p:tgtEl>
                                          <p:spTgt spid="25"/>
                                        </p:tgtEl>
                                        <p:attrNameLst>
                                          <p:attrName>ppt_x</p:attrName>
                                          <p:attrName>ppt_y</p:attrName>
                                        </p:attrNameLst>
                                      </p:cBhvr>
                                      <p:rCtr x="0" y="5139"/>
                                    </p:animMotion>
                                  </p:childTnLst>
                                </p:cTn>
                              </p:par>
                              <p:par>
                                <p:cTn id="38" presetID="42" presetClass="path" presetSubtype="0" accel="50000" decel="50000" fill="hold" grpId="1" nodeType="withEffect">
                                  <p:stCondLst>
                                    <p:cond delay="0"/>
                                  </p:stCondLst>
                                  <p:childTnLst>
                                    <p:animMotion origin="layout" path="M -2.29167E-6 3.7037E-6 L -2.29167E-6 0.18726 " pathEditMode="relative" rAng="0" ptsTypes="AA">
                                      <p:cBhvr>
                                        <p:cTn id="39" dur="2000" fill="hold"/>
                                        <p:tgtEl>
                                          <p:spTgt spid="23"/>
                                        </p:tgtEl>
                                        <p:attrNameLst>
                                          <p:attrName>ppt_x</p:attrName>
                                          <p:attrName>ppt_y</p:attrName>
                                        </p:attrNameLst>
                                      </p:cBhvr>
                                      <p:rCtr x="0" y="9352"/>
                                    </p:animMotion>
                                  </p:childTnLst>
                                </p:cTn>
                              </p:par>
                              <p:par>
                                <p:cTn id="40" presetID="42" presetClass="path" presetSubtype="0" accel="50000" decel="50000" fill="hold" nodeType="withEffect">
                                  <p:stCondLst>
                                    <p:cond delay="0"/>
                                  </p:stCondLst>
                                  <p:childTnLst>
                                    <p:animMotion origin="layout" path="M -4.375E-6 4.81481E-6 L -4.375E-6 0.18773 " pathEditMode="relative" rAng="0" ptsTypes="AA">
                                      <p:cBhvr>
                                        <p:cTn id="41" dur="2000" fill="hold"/>
                                        <p:tgtEl>
                                          <p:spTgt spid="34"/>
                                        </p:tgtEl>
                                        <p:attrNameLst>
                                          <p:attrName>ppt_x</p:attrName>
                                          <p:attrName>ppt_y</p:attrName>
                                        </p:attrNameLst>
                                      </p:cBhvr>
                                      <p:rCtr x="0" y="9375"/>
                                    </p:animMotion>
                                  </p:childTnLst>
                                </p:cTn>
                              </p:par>
                              <p:par>
                                <p:cTn id="42" presetID="42" presetClass="path" presetSubtype="0" accel="50000" decel="50000" fill="hold" nodeType="withEffect">
                                  <p:stCondLst>
                                    <p:cond delay="0"/>
                                  </p:stCondLst>
                                  <p:childTnLst>
                                    <p:animMotion origin="layout" path="M -4.375E-6 -4.07407E-6 L -4.375E-6 0.10232 " pathEditMode="relative" rAng="0" ptsTypes="AA">
                                      <p:cBhvr>
                                        <p:cTn id="43" dur="2000" fill="hold"/>
                                        <p:tgtEl>
                                          <p:spTgt spid="35"/>
                                        </p:tgtEl>
                                        <p:attrNameLst>
                                          <p:attrName>ppt_x</p:attrName>
                                          <p:attrName>ppt_y</p:attrName>
                                        </p:attrNameLst>
                                      </p:cBhvr>
                                      <p:rCtr x="0" y="5116"/>
                                    </p:animMotion>
                                  </p:childTnLst>
                                </p:cTn>
                              </p:par>
                            </p:childTnLst>
                          </p:cTn>
                        </p:par>
                        <p:par>
                          <p:cTn id="44" fill="hold">
                            <p:stCondLst>
                              <p:cond delay="2000"/>
                            </p:stCondLst>
                            <p:childTnLst>
                              <p:par>
                                <p:cTn id="45" presetID="1" presetClass="exit" presetSubtype="0" fill="hold" grpId="2" nodeType="afterEffect">
                                  <p:stCondLst>
                                    <p:cond delay="0"/>
                                  </p:stCondLst>
                                  <p:childTnLst>
                                    <p:set>
                                      <p:cBhvr>
                                        <p:cTn id="46" dur="1" fill="hold">
                                          <p:stCondLst>
                                            <p:cond delay="0"/>
                                          </p:stCondLst>
                                        </p:cTn>
                                        <p:tgtEl>
                                          <p:spTgt spid="25"/>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grpId="2" nodeType="afterEffect">
                                  <p:stCondLst>
                                    <p:cond delay="0"/>
                                  </p:stCondLst>
                                  <p:childTnLst>
                                    <p:set>
                                      <p:cBhvr>
                                        <p:cTn id="49" dur="1" fill="hold">
                                          <p:stCondLst>
                                            <p:cond delay="0"/>
                                          </p:stCondLst>
                                        </p:cTn>
                                        <p:tgtEl>
                                          <p:spTgt spid="23"/>
                                        </p:tgtEl>
                                        <p:attrNameLst>
                                          <p:attrName>style.visibility</p:attrName>
                                        </p:attrNameLst>
                                      </p:cBhvr>
                                      <p:to>
                                        <p:strVal val="hidden"/>
                                      </p:to>
                                    </p:set>
                                  </p:childTnLst>
                                </p:cTn>
                              </p:par>
                            </p:childTnLst>
                          </p:cTn>
                        </p:par>
                        <p:par>
                          <p:cTn id="50" fill="hold">
                            <p:stCondLst>
                              <p:cond delay="2000"/>
                            </p:stCondLst>
                            <p:childTnLst>
                              <p:par>
                                <p:cTn id="51" presetID="1" presetClass="exit" presetSubtype="0" fill="hold" nodeType="afterEffect">
                                  <p:stCondLst>
                                    <p:cond delay="0"/>
                                  </p:stCondLst>
                                  <p:childTnLst>
                                    <p:set>
                                      <p:cBhvr>
                                        <p:cTn id="52" dur="1" fill="hold">
                                          <p:stCondLst>
                                            <p:cond delay="0"/>
                                          </p:stCondLst>
                                        </p:cTn>
                                        <p:tgtEl>
                                          <p:spTgt spid="34"/>
                                        </p:tgtEl>
                                        <p:attrNameLst>
                                          <p:attrName>style.visibility</p:attrName>
                                        </p:attrNameLst>
                                      </p:cBhvr>
                                      <p:to>
                                        <p:strVal val="hidden"/>
                                      </p:to>
                                    </p:set>
                                  </p:childTnLst>
                                </p:cTn>
                              </p:par>
                            </p:childTnLst>
                          </p:cTn>
                        </p:par>
                        <p:par>
                          <p:cTn id="53" fill="hold">
                            <p:stCondLst>
                              <p:cond delay="2000"/>
                            </p:stCondLst>
                            <p:childTnLst>
                              <p:par>
                                <p:cTn id="54" presetID="1" presetClass="exit" presetSubtype="0" fill="hold" nodeType="afterEffect">
                                  <p:stCondLst>
                                    <p:cond delay="0"/>
                                  </p:stCondLst>
                                  <p:childTnLst>
                                    <p:set>
                                      <p:cBhvr>
                                        <p:cTn id="55" dur="1" fill="hold">
                                          <p:stCondLst>
                                            <p:cond delay="0"/>
                                          </p:stCondLst>
                                        </p:cTn>
                                        <p:tgtEl>
                                          <p:spTgt spid="35"/>
                                        </p:tgtEl>
                                        <p:attrNameLst>
                                          <p:attrName>style.visibility</p:attrName>
                                        </p:attrNameLst>
                                      </p:cBhvr>
                                      <p:to>
                                        <p:strVal val="hidden"/>
                                      </p:to>
                                    </p:set>
                                  </p:childTnLst>
                                </p:cTn>
                              </p:par>
                              <p:par>
                                <p:cTn id="56" presetID="1"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4852719"/>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22152950"/>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b="0" dirty="0">
                        <a:latin typeface="Kumbh Sans SemiBold" pitchFamily="2" charset="0"/>
                        <a:cs typeface="Kumbh Sans SemiBold" pitchFamily="2" charset="0"/>
                      </a:endParaRPr>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b="0" dirty="0" err="1">
                          <a:latin typeface="Kumbh Sans SemiBold" pitchFamily="2" charset="0"/>
                          <a:cs typeface="Kumbh Sans SemiBold" pitchFamily="2" charset="0"/>
                        </a:rPr>
                        <a:t>MasterControl</a:t>
                      </a:r>
                      <a:endParaRPr lang="en-CA" b="0" dirty="0">
                        <a:latin typeface="Kumbh Sans SemiBold" pitchFamily="2" charset="0"/>
                        <a:cs typeface="Kumbh Sans SemiBold" pitchFamily="2" charset="0"/>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err="1">
                          <a:latin typeface="Kumbh Sans SemiBold" pitchFamily="2" charset="0"/>
                          <a:cs typeface="Kumbh Sans SemiBold" pitchFamily="2" charset="0"/>
                        </a:rPr>
                        <a:t>Mitti</a:t>
                      </a:r>
                      <a:endParaRPr lang="en-CA" b="0" dirty="0">
                        <a:latin typeface="Kumbh Sans SemiBold" pitchFamily="2" charset="0"/>
                        <a:cs typeface="Kumbh Sans SemiBold"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b="0" dirty="0">
                          <a:latin typeface="Kumbh Sans SemiBold" pitchFamily="2" charset="0"/>
                          <a:cs typeface="Kumbh Sans SemiBold" pitchFamily="2" charset="0"/>
                        </a:rPr>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b="0" dirty="0">
                          <a:latin typeface="Kumbh Sans SemiBold" pitchFamily="2" charset="0"/>
                          <a:cs typeface="Kumbh Sans SemiBold" pitchFamily="2" charset="0"/>
                        </a:rPr>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b="0" dirty="0">
                          <a:latin typeface="Kumbh Sans SemiBold" pitchFamily="2" charset="0"/>
                          <a:cs typeface="Kumbh Sans SemiBold" pitchFamily="2" charset="0"/>
                        </a:rPr>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b="0" dirty="0">
                          <a:latin typeface="Kumbh Sans SemiBold" pitchFamily="2" charset="0"/>
                          <a:cs typeface="Kumbh Sans SemiBold" pitchFamily="2" charset="0"/>
                        </a:rPr>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b="0" dirty="0">
                          <a:latin typeface="Kumbh Sans SemiBold" pitchFamily="2" charset="0"/>
                          <a:cs typeface="Kumbh Sans SemiBold" pitchFamily="2" charset="0"/>
                        </a:rPr>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$21,000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
        <p:nvSpPr>
          <p:cNvPr id="17" name="Rectangle: Rounded Corners 16">
            <a:extLst>
              <a:ext uri="{FF2B5EF4-FFF2-40B4-BE49-F238E27FC236}">
                <a16:creationId xmlns:a16="http://schemas.microsoft.com/office/drawing/2014/main" id="{0566E6FD-1225-A001-B1DE-97A48C17A76C}"/>
              </a:ext>
            </a:extLst>
          </p:cNvPr>
          <p:cNvSpPr/>
          <p:nvPr/>
        </p:nvSpPr>
        <p:spPr>
          <a:xfrm>
            <a:off x="3003634" y="582834"/>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0" presetClass="exit" presetSubtype="0" fill="hold" grpId="1" nodeType="withEffect">
                                  <p:stCondLst>
                                    <p:cond delay="0"/>
                                  </p:stCondLst>
                                  <p:childTnLst>
                                    <p:animEffect transition="out" filter="fade">
                                      <p:cBhvr>
                                        <p:cTn id="12" dur="500"/>
                                        <p:tgtEl>
                                          <p:spTgt spid="17"/>
                                        </p:tgtEl>
                                      </p:cBhvr>
                                    </p:animEffect>
                                    <p:set>
                                      <p:cBhvr>
                                        <p:cTn id="13" dur="1" fill="hold">
                                          <p:stCondLst>
                                            <p:cond delay="499"/>
                                          </p:stCondLst>
                                        </p:cTn>
                                        <p:tgtEl>
                                          <p:spTgt spid="17"/>
                                        </p:tgtEl>
                                        <p:attrNameLst>
                                          <p:attrName>style.visibility</p:attrName>
                                        </p:attrNameLst>
                                      </p:cBhvr>
                                      <p:to>
                                        <p:strVal val="hidden"/>
                                      </p:to>
                                    </p:set>
                                  </p:childTnLst>
                                </p:cTn>
                              </p:par>
                              <p:par>
                                <p:cTn id="14" presetID="1" presetClass="exit"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500"/>
                                        <p:tgtEl>
                                          <p:spTgt spid="3"/>
                                        </p:tgtEl>
                                      </p:cBhvr>
                                    </p:animEffect>
                                    <p:set>
                                      <p:cBhvr>
                                        <p:cTn id="18" dur="1" fill="hold">
                                          <p:stCondLst>
                                            <p:cond delay="499"/>
                                          </p:stCondLst>
                                        </p:cTn>
                                        <p:tgtEl>
                                          <p:spTgt spid="3"/>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21"/>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500"/>
                                        <p:tgtEl>
                                          <p:spTgt spid="3"/>
                                        </p:tgtEl>
                                      </p:cBhvr>
                                    </p:animEffect>
                                    <p:set>
                                      <p:cBhvr>
                                        <p:cTn id="31" dur="1" fill="hold">
                                          <p:stCondLst>
                                            <p:cond delay="499"/>
                                          </p:stCondLst>
                                        </p:cTn>
                                        <p:tgtEl>
                                          <p:spTgt spid="3"/>
                                        </p:tgtEl>
                                        <p:attrNameLst>
                                          <p:attrName>style.visibility</p:attrName>
                                        </p:attrNameLst>
                                      </p:cBhvr>
                                      <p:to>
                                        <p:strVal val="hidden"/>
                                      </p:to>
                                    </p:set>
                                  </p:childTnLst>
                                </p:cTn>
                              </p:par>
                              <p:par>
                                <p:cTn id="32" presetID="42" presetClass="path" presetSubtype="0" accel="50000" decel="50000" fill="hold" grpId="1" nodeType="withEffect">
                                  <p:stCondLst>
                                    <p:cond delay="300"/>
                                  </p:stCondLst>
                                  <p:childTnLst>
                                    <p:animMotion origin="layout" path="M -2.91667E-6 -2.22222E-6 L -2.91667E-6 -0.37662 " pathEditMode="relative" rAng="0" ptsTypes="AA">
                                      <p:cBhvr>
                                        <p:cTn id="33" dur="1700" fill="hold"/>
                                        <p:tgtEl>
                                          <p:spTgt spid="6"/>
                                        </p:tgtEl>
                                        <p:attrNameLst>
                                          <p:attrName>ppt_x</p:attrName>
                                          <p:attrName>ppt_y</p:attrName>
                                        </p:attrNameLst>
                                      </p:cBhvr>
                                      <p:rCtr x="0" y="-18843"/>
                                    </p:animMotion>
                                  </p:childTnLst>
                                </p:cTn>
                              </p:par>
                              <p:par>
                                <p:cTn id="34" presetID="22" presetClass="exit" presetSubtype="4" fill="hold" nodeType="withEffect">
                                  <p:stCondLst>
                                    <p:cond delay="500"/>
                                  </p:stCondLst>
                                  <p:childTnLst>
                                    <p:animEffect transition="out" filter="wipe(down)">
                                      <p:cBhvr>
                                        <p:cTn id="35" dur="300"/>
                                        <p:tgtEl>
                                          <p:spTgt spid="2">
                                            <p:txEl>
                                              <p:pRg st="6" end="6"/>
                                            </p:txEl>
                                          </p:spTgt>
                                        </p:tgtEl>
                                      </p:cBhvr>
                                    </p:animEffect>
                                    <p:set>
                                      <p:cBhvr>
                                        <p:cTn id="36" dur="1" fill="hold">
                                          <p:stCondLst>
                                            <p:cond delay="299"/>
                                          </p:stCondLst>
                                        </p:cTn>
                                        <p:tgtEl>
                                          <p:spTgt spid="2">
                                            <p:txEl>
                                              <p:pRg st="6" end="6"/>
                                            </p:txEl>
                                          </p:spTgt>
                                        </p:tgtEl>
                                        <p:attrNameLst>
                                          <p:attrName>style.visibility</p:attrName>
                                        </p:attrNameLst>
                                      </p:cBhvr>
                                      <p:to>
                                        <p:strVal val="hidden"/>
                                      </p:to>
                                    </p:set>
                                  </p:childTnLst>
                                </p:cTn>
                              </p:par>
                              <p:par>
                                <p:cTn id="37" presetID="22" presetClass="exit" presetSubtype="4" fill="hold" nodeType="withEffect">
                                  <p:stCondLst>
                                    <p:cond delay="700"/>
                                  </p:stCondLst>
                                  <p:childTnLst>
                                    <p:animEffect transition="out" filter="wipe(down)">
                                      <p:cBhvr>
                                        <p:cTn id="38" dur="300"/>
                                        <p:tgtEl>
                                          <p:spTgt spid="2">
                                            <p:txEl>
                                              <p:pRg st="5" end="5"/>
                                            </p:txEl>
                                          </p:spTgt>
                                        </p:tgtEl>
                                      </p:cBhvr>
                                    </p:animEffect>
                                    <p:set>
                                      <p:cBhvr>
                                        <p:cTn id="39" dur="1" fill="hold">
                                          <p:stCondLst>
                                            <p:cond delay="299"/>
                                          </p:stCondLst>
                                        </p:cTn>
                                        <p:tgtEl>
                                          <p:spTgt spid="2">
                                            <p:txEl>
                                              <p:pRg st="5" end="5"/>
                                            </p:txEl>
                                          </p:spTgt>
                                        </p:tgtEl>
                                        <p:attrNameLst>
                                          <p:attrName>style.visibility</p:attrName>
                                        </p:attrNameLst>
                                      </p:cBhvr>
                                      <p:to>
                                        <p:strVal val="hidden"/>
                                      </p:to>
                                    </p:set>
                                  </p:childTnLst>
                                </p:cTn>
                              </p:par>
                              <p:par>
                                <p:cTn id="40" presetID="22" presetClass="exit" presetSubtype="4" fill="hold" nodeType="withEffect">
                                  <p:stCondLst>
                                    <p:cond delay="1000"/>
                                  </p:stCondLst>
                                  <p:childTnLst>
                                    <p:animEffect transition="out" filter="wipe(down)">
                                      <p:cBhvr>
                                        <p:cTn id="41" dur="300"/>
                                        <p:tgtEl>
                                          <p:spTgt spid="2">
                                            <p:txEl>
                                              <p:pRg st="4" end="4"/>
                                            </p:txEl>
                                          </p:spTgt>
                                        </p:tgtEl>
                                      </p:cBhvr>
                                    </p:animEffect>
                                    <p:set>
                                      <p:cBhvr>
                                        <p:cTn id="42" dur="1" fill="hold">
                                          <p:stCondLst>
                                            <p:cond delay="299"/>
                                          </p:stCondLst>
                                        </p:cTn>
                                        <p:tgtEl>
                                          <p:spTgt spid="2">
                                            <p:txEl>
                                              <p:pRg st="4" end="4"/>
                                            </p:txEl>
                                          </p:spTgt>
                                        </p:tgtEl>
                                        <p:attrNameLst>
                                          <p:attrName>style.visibility</p:attrName>
                                        </p:attrNameLst>
                                      </p:cBhvr>
                                      <p:to>
                                        <p:strVal val="hidden"/>
                                      </p:to>
                                    </p:set>
                                  </p:childTnLst>
                                </p:cTn>
                              </p:par>
                              <p:par>
                                <p:cTn id="43" presetID="22" presetClass="exit" presetSubtype="4" fill="hold" nodeType="withEffect">
                                  <p:stCondLst>
                                    <p:cond delay="1200"/>
                                  </p:stCondLst>
                                  <p:childTnLst>
                                    <p:animEffect transition="out" filter="wipe(down)">
                                      <p:cBhvr>
                                        <p:cTn id="44" dur="300"/>
                                        <p:tgtEl>
                                          <p:spTgt spid="2">
                                            <p:txEl>
                                              <p:pRg st="3" end="3"/>
                                            </p:txEl>
                                          </p:spTgt>
                                        </p:tgtEl>
                                      </p:cBhvr>
                                    </p:animEffect>
                                    <p:set>
                                      <p:cBhvr>
                                        <p:cTn id="45" dur="1" fill="hold">
                                          <p:stCondLst>
                                            <p:cond delay="299"/>
                                          </p:stCondLst>
                                        </p:cTn>
                                        <p:tgtEl>
                                          <p:spTgt spid="2">
                                            <p:txEl>
                                              <p:pRg st="3" end="3"/>
                                            </p:txEl>
                                          </p:spTgt>
                                        </p:tgtEl>
                                        <p:attrNameLst>
                                          <p:attrName>style.visibility</p:attrName>
                                        </p:attrNameLst>
                                      </p:cBhvr>
                                      <p:to>
                                        <p:strVal val="hidden"/>
                                      </p:to>
                                    </p:set>
                                  </p:childTnLst>
                                </p:cTn>
                              </p:par>
                              <p:par>
                                <p:cTn id="46" presetID="22" presetClass="exit" presetSubtype="4" fill="hold" nodeType="withEffect">
                                  <p:stCondLst>
                                    <p:cond delay="1400"/>
                                  </p:stCondLst>
                                  <p:childTnLst>
                                    <p:animEffect transition="out" filter="wipe(down)">
                                      <p:cBhvr>
                                        <p:cTn id="47" dur="300"/>
                                        <p:tgtEl>
                                          <p:spTgt spid="2">
                                            <p:txEl>
                                              <p:pRg st="2" end="2"/>
                                            </p:txEl>
                                          </p:spTgt>
                                        </p:tgtEl>
                                      </p:cBhvr>
                                    </p:animEffect>
                                    <p:set>
                                      <p:cBhvr>
                                        <p:cTn id="48" dur="1" fill="hold">
                                          <p:stCondLst>
                                            <p:cond delay="299"/>
                                          </p:stCondLst>
                                        </p:cTn>
                                        <p:tgtEl>
                                          <p:spTgt spid="2">
                                            <p:txEl>
                                              <p:pRg st="2" end="2"/>
                                            </p:txEl>
                                          </p:spTgt>
                                        </p:tgtEl>
                                        <p:attrNameLst>
                                          <p:attrName>style.visibility</p:attrName>
                                        </p:attrNameLst>
                                      </p:cBhvr>
                                      <p:to>
                                        <p:strVal val="hidden"/>
                                      </p:to>
                                    </p:set>
                                  </p:childTnLst>
                                </p:cTn>
                              </p:par>
                              <p:par>
                                <p:cTn id="49" presetID="2" presetClass="entr" presetSubtype="4" decel="100000" fill="hold" nodeType="withEffect">
                                  <p:stCondLst>
                                    <p:cond delay="700"/>
                                  </p:stCondLst>
                                  <p:childTnLst>
                                    <p:set>
                                      <p:cBhvr>
                                        <p:cTn id="50" dur="1" fill="hold">
                                          <p:stCondLst>
                                            <p:cond delay="0"/>
                                          </p:stCondLst>
                                        </p:cTn>
                                        <p:tgtEl>
                                          <p:spTgt spid="15">
                                            <p:txEl>
                                              <p:pRg st="2" end="2"/>
                                            </p:txEl>
                                          </p:spTgt>
                                        </p:tgtEl>
                                        <p:attrNameLst>
                                          <p:attrName>style.visibility</p:attrName>
                                        </p:attrNameLst>
                                      </p:cBhvr>
                                      <p:to>
                                        <p:strVal val="visible"/>
                                      </p:to>
                                    </p:set>
                                    <p:anim calcmode="lin" valueType="num">
                                      <p:cBhvr additive="base">
                                        <p:cTn id="51" dur="14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52" dur="1400" fill="hold"/>
                                        <p:tgtEl>
                                          <p:spTgt spid="15">
                                            <p:txEl>
                                              <p:pRg st="2" end="2"/>
                                            </p:txEl>
                                          </p:spTgt>
                                        </p:tgtEl>
                                        <p:attrNameLst>
                                          <p:attrName>ppt_y</p:attrName>
                                        </p:attrNameLst>
                                      </p:cBhvr>
                                      <p:tavLst>
                                        <p:tav tm="0">
                                          <p:val>
                                            <p:strVal val="1+#ppt_h/2"/>
                                          </p:val>
                                        </p:tav>
                                        <p:tav tm="100000">
                                          <p:val>
                                            <p:strVal val="#ppt_y"/>
                                          </p:val>
                                        </p:tav>
                                      </p:tavLst>
                                    </p:anim>
                                  </p:childTnLst>
                                </p:cTn>
                              </p:par>
                              <p:par>
                                <p:cTn id="53" presetID="19" presetClass="emph" presetSubtype="0" fill="hold" nodeType="withEffect">
                                  <p:stCondLst>
                                    <p:cond delay="900"/>
                                  </p:stCondLst>
                                  <p:childTnLst>
                                    <p:animClr clrSpc="rgb" dir="cw">
                                      <p:cBhvr override="childStyle">
                                        <p:cTn id="54" dur="500" fill="hold"/>
                                        <p:tgtEl>
                                          <p:spTgt spid="2">
                                            <p:txEl>
                                              <p:pRg st="1" end="1"/>
                                            </p:txEl>
                                          </p:spTgt>
                                        </p:tgtEl>
                                        <p:attrNameLst>
                                          <p:attrName>style.color</p:attrName>
                                        </p:attrNameLst>
                                      </p:cBhvr>
                                      <p:to>
                                        <a:srgbClr val="96CDF8"/>
                                      </p:to>
                                    </p:animClr>
                                    <p:animClr clrSpc="rgb" dir="cw">
                                      <p:cBhvr>
                                        <p:cTn id="55" dur="500" fill="hold"/>
                                        <p:tgtEl>
                                          <p:spTgt spid="2">
                                            <p:txEl>
                                              <p:pRg st="1" end="1"/>
                                            </p:txEl>
                                          </p:spTgt>
                                        </p:tgtEl>
                                        <p:attrNameLst>
                                          <p:attrName>fillcolor</p:attrName>
                                        </p:attrNameLst>
                                      </p:cBhvr>
                                      <p:to>
                                        <a:srgbClr val="96CDF8"/>
                                      </p:to>
                                    </p:animClr>
                                    <p:set>
                                      <p:cBhvr>
                                        <p:cTn id="56" dur="500" fill="hold"/>
                                        <p:tgtEl>
                                          <p:spTgt spid="2">
                                            <p:txEl>
                                              <p:pRg st="1" end="1"/>
                                            </p:txEl>
                                          </p:spTgt>
                                        </p:tgtEl>
                                        <p:attrNameLst>
                                          <p:attrName>fill.type</p:attrName>
                                        </p:attrNameLst>
                                      </p:cBhvr>
                                      <p:to>
                                        <p:strVal val="solid"/>
                                      </p:to>
                                    </p:set>
                                    <p:set>
                                      <p:cBhvr>
                                        <p:cTn id="57" dur="500" fill="hold"/>
                                        <p:tgtEl>
                                          <p:spTgt spid="2">
                                            <p:txEl>
                                              <p:pRg st="1" end="1"/>
                                            </p:txEl>
                                          </p:spTgt>
                                        </p:tgtEl>
                                        <p:attrNameLst>
                                          <p:attrName>fill.on</p:attrName>
                                        </p:attrNameLst>
                                      </p:cBhvr>
                                      <p:to>
                                        <p:strVal val="true"/>
                                      </p:to>
                                    </p:set>
                                  </p:childTnLst>
                                </p:cTn>
                              </p:par>
                              <p:par>
                                <p:cTn id="58" presetID="1" presetClass="exit" presetSubtype="0" fill="hold" nodeType="withEffect">
                                  <p:stCondLst>
                                    <p:cond delay="900"/>
                                  </p:stCondLst>
                                  <p:childTnLst>
                                    <p:set>
                                      <p:cBhvr>
                                        <p:cTn id="59" dur="1" fill="hold">
                                          <p:stCondLst>
                                            <p:cond delay="0"/>
                                          </p:stCondLst>
                                        </p:cTn>
                                        <p:tgtEl>
                                          <p:spTgt spid="2">
                                            <p:txEl>
                                              <p:pRg st="7" end="7"/>
                                            </p:txEl>
                                          </p:spTgt>
                                        </p:tgtEl>
                                        <p:attrNameLst>
                                          <p:attrName>style.visibility</p:attrName>
                                        </p:attrNameLst>
                                      </p:cBhvr>
                                      <p:to>
                                        <p:strVal val="hidden"/>
                                      </p:to>
                                    </p:set>
                                  </p:childTnLst>
                                </p:cTn>
                              </p:par>
                              <p:par>
                                <p:cTn id="60" presetID="19" presetClass="emph" presetSubtype="0" fill="hold" nodeType="withEffect">
                                  <p:stCondLst>
                                    <p:cond delay="1200"/>
                                  </p:stCondLst>
                                  <p:childTnLst>
                                    <p:animClr clrSpc="rgb" dir="cw">
                                      <p:cBhvr override="childStyle">
                                        <p:cTn id="61" dur="500" fill="hold"/>
                                        <p:tgtEl>
                                          <p:spTgt spid="15">
                                            <p:txEl>
                                              <p:pRg st="2" end="2"/>
                                            </p:txEl>
                                          </p:spTgt>
                                        </p:tgtEl>
                                        <p:attrNameLst>
                                          <p:attrName>style.color</p:attrName>
                                        </p:attrNameLst>
                                      </p:cBhvr>
                                      <p:to>
                                        <a:schemeClr val="accent2"/>
                                      </p:to>
                                    </p:animClr>
                                    <p:animClr clrSpc="rgb" dir="cw">
                                      <p:cBhvr>
                                        <p:cTn id="62" dur="500" fill="hold"/>
                                        <p:tgtEl>
                                          <p:spTgt spid="15">
                                            <p:txEl>
                                              <p:pRg st="2" end="2"/>
                                            </p:txEl>
                                          </p:spTgt>
                                        </p:tgtEl>
                                        <p:attrNameLst>
                                          <p:attrName>fillcolor</p:attrName>
                                        </p:attrNameLst>
                                      </p:cBhvr>
                                      <p:to>
                                        <a:schemeClr val="accent2"/>
                                      </p:to>
                                    </p:animClr>
                                    <p:set>
                                      <p:cBhvr>
                                        <p:cTn id="63" dur="500" fill="hold"/>
                                        <p:tgtEl>
                                          <p:spTgt spid="15">
                                            <p:txEl>
                                              <p:pRg st="2" end="2"/>
                                            </p:txEl>
                                          </p:spTgt>
                                        </p:tgtEl>
                                        <p:attrNameLst>
                                          <p:attrName>fill.type</p:attrName>
                                        </p:attrNameLst>
                                      </p:cBhvr>
                                      <p:to>
                                        <p:strVal val="solid"/>
                                      </p:to>
                                    </p:set>
                                    <p:set>
                                      <p:cBhvr>
                                        <p:cTn id="64"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3" grpId="0" animBg="1"/>
      <p:bldP spid="14" grpId="0" animBg="1"/>
      <p:bldP spid="17" grpId="0" animBg="1"/>
      <p:bldP spid="1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68332"/>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Tree>
    <p:extLst>
      <p:ext uri="{BB962C8B-B14F-4D97-AF65-F5344CB8AC3E}">
        <p14:creationId xmlns:p14="http://schemas.microsoft.com/office/powerpoint/2010/main" val="2229155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661</TotalTime>
  <Words>749</Words>
  <Application>Microsoft Office PowerPoint</Application>
  <PresentationFormat>Widescreen</PresentationFormat>
  <Paragraphs>224</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Aptos</vt:lpstr>
      <vt:lpstr>Kumbh Sans SemiBold</vt:lpstr>
      <vt:lpstr>Kumbh Sans</vt:lpstr>
      <vt:lpstr>Aptos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2026-09-18T15:54:07Z</dcterms:modified>
</cp:coreProperties>
</file>