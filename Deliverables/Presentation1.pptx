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5" r:id="rId5"/>
    <p:sldId id="266" r:id="rId6"/>
    <p:sldId id="267" r:id="rId7"/>
    <p:sldId id="268" r:id="rId8"/>
    <p:sldId id="270" r:id="rId9"/>
    <p:sldId id="260" r:id="rId10"/>
    <p:sldId id="272" r:id="rId11"/>
    <p:sldId id="261" r:id="rId12"/>
    <p:sldId id="262" r:id="rId13"/>
    <p:sldId id="269" r:id="rId14"/>
    <p:sldId id="263" r:id="rId15"/>
    <p:sldId id="271"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DFFEA0-CC63-45EF-97E4-5A80CDB68182}" v="24" dt="2026-09-15T18:22:47.12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120" y="14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Mutrux" userId="4fa98d0c-dc66-4728-b09b-a88e22e95094" providerId="ADAL" clId="{421BD283-33D8-4C6C-821F-71755E863FA2}"/>
    <pc:docChg chg="undo custSel addSld delSld modSld sldOrd">
      <pc:chgData name="Steve Mutrux" userId="4fa98d0c-dc66-4728-b09b-a88e22e95094" providerId="ADAL" clId="{421BD283-33D8-4C6C-821F-71755E863FA2}" dt="2026-09-15T18:30:11.896" v="704" actId="20577"/>
      <pc:docMkLst>
        <pc:docMk/>
      </pc:docMkLst>
      <pc:sldChg chg="addSp modSp mod">
        <pc:chgData name="Steve Mutrux" userId="4fa98d0c-dc66-4728-b09b-a88e22e95094" providerId="ADAL" clId="{421BD283-33D8-4C6C-821F-71755E863FA2}" dt="2026-09-15T17:24:15.655" v="135" actId="403"/>
        <pc:sldMkLst>
          <pc:docMk/>
          <pc:sldMk cId="1072592071" sldId="256"/>
        </pc:sldMkLst>
        <pc:spChg chg="add mod">
          <ac:chgData name="Steve Mutrux" userId="4fa98d0c-dc66-4728-b09b-a88e22e95094" providerId="ADAL" clId="{421BD283-33D8-4C6C-821F-71755E863FA2}" dt="2026-09-15T17:24:02.469" v="111" actId="1076"/>
          <ac:spMkLst>
            <pc:docMk/>
            <pc:sldMk cId="1072592071" sldId="256"/>
            <ac:spMk id="2" creationId="{C4BB3A72-2E59-9C09-7249-7E3E1BB3A04A}"/>
          </ac:spMkLst>
        </pc:spChg>
        <pc:spChg chg="add mod">
          <ac:chgData name="Steve Mutrux" userId="4fa98d0c-dc66-4728-b09b-a88e22e95094" providerId="ADAL" clId="{421BD283-33D8-4C6C-821F-71755E863FA2}" dt="2026-09-15T17:22:28.853" v="69" actId="20577"/>
          <ac:spMkLst>
            <pc:docMk/>
            <pc:sldMk cId="1072592071" sldId="256"/>
            <ac:spMk id="4" creationId="{9545E1D1-BA2D-1F66-1768-113A11E038CF}"/>
          </ac:spMkLst>
        </pc:spChg>
        <pc:spChg chg="add mod">
          <ac:chgData name="Steve Mutrux" userId="4fa98d0c-dc66-4728-b09b-a88e22e95094" providerId="ADAL" clId="{421BD283-33D8-4C6C-821F-71755E863FA2}" dt="2026-09-15T17:24:15.655" v="135" actId="403"/>
          <ac:spMkLst>
            <pc:docMk/>
            <pc:sldMk cId="1072592071" sldId="256"/>
            <ac:spMk id="6" creationId="{B8539E16-0F45-D3AC-D91C-F90D2BA57BA2}"/>
          </ac:spMkLst>
        </pc:spChg>
      </pc:sldChg>
      <pc:sldChg chg="modSp add mod">
        <pc:chgData name="Steve Mutrux" userId="4fa98d0c-dc66-4728-b09b-a88e22e95094" providerId="ADAL" clId="{421BD283-33D8-4C6C-821F-71755E863FA2}" dt="2026-09-15T17:22:42.549" v="76" actId="20577"/>
        <pc:sldMkLst>
          <pc:docMk/>
          <pc:sldMk cId="2816041415" sldId="257"/>
        </pc:sldMkLst>
        <pc:spChg chg="mod">
          <ac:chgData name="Steve Mutrux" userId="4fa98d0c-dc66-4728-b09b-a88e22e95094" providerId="ADAL" clId="{421BD283-33D8-4C6C-821F-71755E863FA2}" dt="2026-09-15T17:22:42.549" v="76" actId="20577"/>
          <ac:spMkLst>
            <pc:docMk/>
            <pc:sldMk cId="2816041415" sldId="257"/>
            <ac:spMk id="2" creationId="{46678232-D860-76CE-77D5-D9F21C5850EF}"/>
          </ac:spMkLst>
        </pc:spChg>
      </pc:sldChg>
      <pc:sldChg chg="addSp delSp modSp add mod">
        <pc:chgData name="Steve Mutrux" userId="4fa98d0c-dc66-4728-b09b-a88e22e95094" providerId="ADAL" clId="{421BD283-33D8-4C6C-821F-71755E863FA2}" dt="2026-09-15T18:17:27.356" v="599" actId="14100"/>
        <pc:sldMkLst>
          <pc:docMk/>
          <pc:sldMk cId="518144185" sldId="258"/>
        </pc:sldMkLst>
        <pc:spChg chg="mod">
          <ac:chgData name="Steve Mutrux" userId="4fa98d0c-dc66-4728-b09b-a88e22e95094" providerId="ADAL" clId="{421BD283-33D8-4C6C-821F-71755E863FA2}" dt="2026-09-15T17:36:24.997" v="255" actId="20577"/>
          <ac:spMkLst>
            <pc:docMk/>
            <pc:sldMk cId="518144185" sldId="258"/>
            <ac:spMk id="2" creationId="{C7943069-6591-7336-398B-719327BAD466}"/>
          </ac:spMkLst>
        </pc:spChg>
        <pc:spChg chg="add del">
          <ac:chgData name="Steve Mutrux" userId="4fa98d0c-dc66-4728-b09b-a88e22e95094" providerId="ADAL" clId="{421BD283-33D8-4C6C-821F-71755E863FA2}" dt="2026-09-15T17:23:02.164" v="89" actId="22"/>
          <ac:spMkLst>
            <pc:docMk/>
            <pc:sldMk cId="518144185" sldId="258"/>
            <ac:spMk id="4" creationId="{2BF38305-4E94-805E-6DF4-E584E9A7D528}"/>
          </ac:spMkLst>
        </pc:spChg>
        <pc:spChg chg="add mod">
          <ac:chgData name="Steve Mutrux" userId="4fa98d0c-dc66-4728-b09b-a88e22e95094" providerId="ADAL" clId="{421BD283-33D8-4C6C-821F-71755E863FA2}" dt="2026-09-15T18:17:27.356" v="599" actId="14100"/>
          <ac:spMkLst>
            <pc:docMk/>
            <pc:sldMk cId="518144185" sldId="258"/>
            <ac:spMk id="4" creationId="{4179717D-B637-2B0D-B9EF-712078DD12DB}"/>
          </ac:spMkLst>
        </pc:spChg>
        <pc:spChg chg="add del">
          <ac:chgData name="Steve Mutrux" userId="4fa98d0c-dc66-4728-b09b-a88e22e95094" providerId="ADAL" clId="{421BD283-33D8-4C6C-821F-71755E863FA2}" dt="2026-09-15T17:23:02.015" v="88" actId="22"/>
          <ac:spMkLst>
            <pc:docMk/>
            <pc:sldMk cId="518144185" sldId="258"/>
            <ac:spMk id="6" creationId="{C11197FF-9241-4E98-1F23-6A6849A7C448}"/>
          </ac:spMkLst>
        </pc:spChg>
      </pc:sldChg>
      <pc:sldChg chg="modSp add del mod">
        <pc:chgData name="Steve Mutrux" userId="4fa98d0c-dc66-4728-b09b-a88e22e95094" providerId="ADAL" clId="{421BD283-33D8-4C6C-821F-71755E863FA2}" dt="2026-09-15T17:33:19.095" v="206" actId="47"/>
        <pc:sldMkLst>
          <pc:docMk/>
          <pc:sldMk cId="2746681985" sldId="259"/>
        </pc:sldMkLst>
        <pc:spChg chg="mod">
          <ac:chgData name="Steve Mutrux" userId="4fa98d0c-dc66-4728-b09b-a88e22e95094" providerId="ADAL" clId="{421BD283-33D8-4C6C-821F-71755E863FA2}" dt="2026-09-15T17:24:30.924" v="143" actId="20577"/>
          <ac:spMkLst>
            <pc:docMk/>
            <pc:sldMk cId="2746681985" sldId="259"/>
            <ac:spMk id="2" creationId="{46FCA733-7FA2-BB2D-AC86-FA58306C8D48}"/>
          </ac:spMkLst>
        </pc:spChg>
      </pc:sldChg>
      <pc:sldChg chg="modSp add mod">
        <pc:chgData name="Steve Mutrux" userId="4fa98d0c-dc66-4728-b09b-a88e22e95094" providerId="ADAL" clId="{421BD283-33D8-4C6C-821F-71755E863FA2}" dt="2026-09-15T17:37:27.581" v="270" actId="20577"/>
        <pc:sldMkLst>
          <pc:docMk/>
          <pc:sldMk cId="3444687766" sldId="260"/>
        </pc:sldMkLst>
        <pc:spChg chg="mod">
          <ac:chgData name="Steve Mutrux" userId="4fa98d0c-dc66-4728-b09b-a88e22e95094" providerId="ADAL" clId="{421BD283-33D8-4C6C-821F-71755E863FA2}" dt="2026-09-15T17:37:27.581" v="270" actId="20577"/>
          <ac:spMkLst>
            <pc:docMk/>
            <pc:sldMk cId="3444687766" sldId="260"/>
            <ac:spMk id="2" creationId="{002E2CC7-570D-FDB3-3281-85D5D28B2E70}"/>
          </ac:spMkLst>
        </pc:spChg>
      </pc:sldChg>
      <pc:sldChg chg="add">
        <pc:chgData name="Steve Mutrux" userId="4fa98d0c-dc66-4728-b09b-a88e22e95094" providerId="ADAL" clId="{421BD283-33D8-4C6C-821F-71755E863FA2}" dt="2026-09-15T16:06:01.576" v="5"/>
        <pc:sldMkLst>
          <pc:docMk/>
          <pc:sldMk cId="4190029259" sldId="261"/>
        </pc:sldMkLst>
      </pc:sldChg>
      <pc:sldChg chg="add">
        <pc:chgData name="Steve Mutrux" userId="4fa98d0c-dc66-4728-b09b-a88e22e95094" providerId="ADAL" clId="{421BD283-33D8-4C6C-821F-71755E863FA2}" dt="2026-09-15T16:06:01.711" v="6"/>
        <pc:sldMkLst>
          <pc:docMk/>
          <pc:sldMk cId="1179066660" sldId="262"/>
        </pc:sldMkLst>
      </pc:sldChg>
      <pc:sldChg chg="add">
        <pc:chgData name="Steve Mutrux" userId="4fa98d0c-dc66-4728-b09b-a88e22e95094" providerId="ADAL" clId="{421BD283-33D8-4C6C-821F-71755E863FA2}" dt="2026-09-15T16:06:52.778" v="7"/>
        <pc:sldMkLst>
          <pc:docMk/>
          <pc:sldMk cId="2229155277" sldId="263"/>
        </pc:sldMkLst>
      </pc:sldChg>
      <pc:sldChg chg="addSp modSp add del mod ord">
        <pc:chgData name="Steve Mutrux" userId="4fa98d0c-dc66-4728-b09b-a88e22e95094" providerId="ADAL" clId="{421BD283-33D8-4C6C-821F-71755E863FA2}" dt="2026-09-15T17:32:59.196" v="205" actId="47"/>
        <pc:sldMkLst>
          <pc:docMk/>
          <pc:sldMk cId="3784798508" sldId="264"/>
        </pc:sldMkLst>
        <pc:graphicFrameChg chg="add mod modGraphic">
          <ac:chgData name="Steve Mutrux" userId="4fa98d0c-dc66-4728-b09b-a88e22e95094" providerId="ADAL" clId="{421BD283-33D8-4C6C-821F-71755E863FA2}" dt="2026-09-15T17:26:50.371" v="149" actId="21"/>
          <ac:graphicFrameMkLst>
            <pc:docMk/>
            <pc:sldMk cId="3784798508" sldId="264"/>
            <ac:graphicFrameMk id="3" creationId="{FA98907C-FF05-F27C-6580-F7DFB5B2FA79}"/>
          </ac:graphicFrameMkLst>
        </pc:graphicFrameChg>
      </pc:sldChg>
      <pc:sldChg chg="addSp modSp add mod">
        <pc:chgData name="Steve Mutrux" userId="4fa98d0c-dc66-4728-b09b-a88e22e95094" providerId="ADAL" clId="{421BD283-33D8-4C6C-821F-71755E863FA2}" dt="2026-09-15T18:30:11.896" v="704" actId="20577"/>
        <pc:sldMkLst>
          <pc:docMk/>
          <pc:sldMk cId="2553109476" sldId="265"/>
        </pc:sldMkLst>
        <pc:spChg chg="mod">
          <ac:chgData name="Steve Mutrux" userId="4fa98d0c-dc66-4728-b09b-a88e22e95094" providerId="ADAL" clId="{421BD283-33D8-4C6C-821F-71755E863FA2}" dt="2026-09-15T17:23:10.459" v="97" actId="20577"/>
          <ac:spMkLst>
            <pc:docMk/>
            <pc:sldMk cId="2553109476" sldId="265"/>
            <ac:spMk id="2" creationId="{9019CA75-AE86-96E8-F266-96497A23FD87}"/>
          </ac:spMkLst>
        </pc:spChg>
        <pc:spChg chg="add mod">
          <ac:chgData name="Steve Mutrux" userId="4fa98d0c-dc66-4728-b09b-a88e22e95094" providerId="ADAL" clId="{421BD283-33D8-4C6C-821F-71755E863FA2}" dt="2026-09-15T17:56:25.658" v="313" actId="1076"/>
          <ac:spMkLst>
            <pc:docMk/>
            <pc:sldMk cId="2553109476" sldId="265"/>
            <ac:spMk id="4" creationId="{487D995F-8AAC-6993-74EB-723E6B5C0BFF}"/>
          </ac:spMkLst>
        </pc:spChg>
        <pc:spChg chg="add mod">
          <ac:chgData name="Steve Mutrux" userId="4fa98d0c-dc66-4728-b09b-a88e22e95094" providerId="ADAL" clId="{421BD283-33D8-4C6C-821F-71755E863FA2}" dt="2026-09-15T18:30:11.896" v="704" actId="20577"/>
          <ac:spMkLst>
            <pc:docMk/>
            <pc:sldMk cId="2553109476" sldId="265"/>
            <ac:spMk id="5" creationId="{CC915FDB-49B9-2B7E-78DD-B03D9C91E7BB}"/>
          </ac:spMkLst>
        </pc:spChg>
      </pc:sldChg>
      <pc:sldChg chg="add del">
        <pc:chgData name="Steve Mutrux" userId="4fa98d0c-dc66-4728-b09b-a88e22e95094" providerId="ADAL" clId="{421BD283-33D8-4C6C-821F-71755E863FA2}" dt="2026-09-15T16:17:28.694" v="10"/>
        <pc:sldMkLst>
          <pc:docMk/>
          <pc:sldMk cId="3540047338" sldId="265"/>
        </pc:sldMkLst>
      </pc:sldChg>
      <pc:sldChg chg="addSp modSp add mod">
        <pc:chgData name="Steve Mutrux" userId="4fa98d0c-dc66-4728-b09b-a88e22e95094" providerId="ADAL" clId="{421BD283-33D8-4C6C-821F-71755E863FA2}" dt="2026-09-15T18:28:05.969" v="656" actId="2710"/>
        <pc:sldMkLst>
          <pc:docMk/>
          <pc:sldMk cId="353601395" sldId="266"/>
        </pc:sldMkLst>
        <pc:spChg chg="mod">
          <ac:chgData name="Steve Mutrux" userId="4fa98d0c-dc66-4728-b09b-a88e22e95094" providerId="ADAL" clId="{421BD283-33D8-4C6C-821F-71755E863FA2}" dt="2026-09-15T17:23:15.745" v="102" actId="20577"/>
          <ac:spMkLst>
            <pc:docMk/>
            <pc:sldMk cId="353601395" sldId="266"/>
            <ac:spMk id="2" creationId="{F8626D69-4F4F-76B2-E4FB-EA5B5DF367A4}"/>
          </ac:spMkLst>
        </pc:spChg>
        <pc:spChg chg="add">
          <ac:chgData name="Steve Mutrux" userId="4fa98d0c-dc66-4728-b09b-a88e22e95094" providerId="ADAL" clId="{421BD283-33D8-4C6C-821F-71755E863FA2}" dt="2026-09-15T17:56:28.856" v="314" actId="22"/>
          <ac:spMkLst>
            <pc:docMk/>
            <pc:sldMk cId="353601395" sldId="266"/>
            <ac:spMk id="4" creationId="{62300D51-2B10-B557-82F3-8A6662DF3624}"/>
          </ac:spMkLst>
        </pc:spChg>
        <pc:spChg chg="add mod">
          <ac:chgData name="Steve Mutrux" userId="4fa98d0c-dc66-4728-b09b-a88e22e95094" providerId="ADAL" clId="{421BD283-33D8-4C6C-821F-71755E863FA2}" dt="2026-09-15T18:28:05.969" v="656" actId="2710"/>
          <ac:spMkLst>
            <pc:docMk/>
            <pc:sldMk cId="353601395" sldId="266"/>
            <ac:spMk id="5" creationId="{F48311E2-530A-88F3-A0F2-5F0110403BE1}"/>
          </ac:spMkLst>
        </pc:spChg>
      </pc:sldChg>
      <pc:sldChg chg="addSp modSp add mod">
        <pc:chgData name="Steve Mutrux" userId="4fa98d0c-dc66-4728-b09b-a88e22e95094" providerId="ADAL" clId="{421BD283-33D8-4C6C-821F-71755E863FA2}" dt="2026-09-15T18:28:10.064" v="657" actId="2710"/>
        <pc:sldMkLst>
          <pc:docMk/>
          <pc:sldMk cId="557364214" sldId="267"/>
        </pc:sldMkLst>
        <pc:spChg chg="mod">
          <ac:chgData name="Steve Mutrux" userId="4fa98d0c-dc66-4728-b09b-a88e22e95094" providerId="ADAL" clId="{421BD283-33D8-4C6C-821F-71755E863FA2}" dt="2026-09-15T17:23:21.176" v="106" actId="20577"/>
          <ac:spMkLst>
            <pc:docMk/>
            <pc:sldMk cId="557364214" sldId="267"/>
            <ac:spMk id="2" creationId="{394BDA26-D74C-5390-5839-09EEB9016D38}"/>
          </ac:spMkLst>
        </pc:spChg>
        <pc:spChg chg="add">
          <ac:chgData name="Steve Mutrux" userId="4fa98d0c-dc66-4728-b09b-a88e22e95094" providerId="ADAL" clId="{421BD283-33D8-4C6C-821F-71755E863FA2}" dt="2026-09-15T17:56:29.473" v="315" actId="22"/>
          <ac:spMkLst>
            <pc:docMk/>
            <pc:sldMk cId="557364214" sldId="267"/>
            <ac:spMk id="4" creationId="{D33647DA-DFAA-FEB8-E5A2-61DBE5F52AC1}"/>
          </ac:spMkLst>
        </pc:spChg>
        <pc:spChg chg="add mod">
          <ac:chgData name="Steve Mutrux" userId="4fa98d0c-dc66-4728-b09b-a88e22e95094" providerId="ADAL" clId="{421BD283-33D8-4C6C-821F-71755E863FA2}" dt="2026-09-15T18:28:10.064" v="657" actId="2710"/>
          <ac:spMkLst>
            <pc:docMk/>
            <pc:sldMk cId="557364214" sldId="267"/>
            <ac:spMk id="5" creationId="{12223178-2D4D-92AC-AE08-E324647AB193}"/>
          </ac:spMkLst>
        </pc:spChg>
      </pc:sldChg>
      <pc:sldChg chg="addSp modSp add mod">
        <pc:chgData name="Steve Mutrux" userId="4fa98d0c-dc66-4728-b09b-a88e22e95094" providerId="ADAL" clId="{421BD283-33D8-4C6C-821F-71755E863FA2}" dt="2026-09-15T18:28:13.983" v="658" actId="2710"/>
        <pc:sldMkLst>
          <pc:docMk/>
          <pc:sldMk cId="3893094920" sldId="268"/>
        </pc:sldMkLst>
        <pc:spChg chg="mod">
          <ac:chgData name="Steve Mutrux" userId="4fa98d0c-dc66-4728-b09b-a88e22e95094" providerId="ADAL" clId="{421BD283-33D8-4C6C-821F-71755E863FA2}" dt="2026-09-15T17:23:24.232" v="110" actId="20577"/>
          <ac:spMkLst>
            <pc:docMk/>
            <pc:sldMk cId="3893094920" sldId="268"/>
            <ac:spMk id="2" creationId="{5745D002-DA86-69FC-73CA-295EFFA512FA}"/>
          </ac:spMkLst>
        </pc:spChg>
        <pc:spChg chg="add mod">
          <ac:chgData name="Steve Mutrux" userId="4fa98d0c-dc66-4728-b09b-a88e22e95094" providerId="ADAL" clId="{421BD283-33D8-4C6C-821F-71755E863FA2}" dt="2026-09-15T18:09:18.852" v="595"/>
          <ac:spMkLst>
            <pc:docMk/>
            <pc:sldMk cId="3893094920" sldId="268"/>
            <ac:spMk id="4" creationId="{417B9F22-9B70-7974-674D-300CF5BE5CE0}"/>
          </ac:spMkLst>
        </pc:spChg>
        <pc:spChg chg="add mod">
          <ac:chgData name="Steve Mutrux" userId="4fa98d0c-dc66-4728-b09b-a88e22e95094" providerId="ADAL" clId="{421BD283-33D8-4C6C-821F-71755E863FA2}" dt="2026-09-15T18:28:13.983" v="658" actId="2710"/>
          <ac:spMkLst>
            <pc:docMk/>
            <pc:sldMk cId="3893094920" sldId="268"/>
            <ac:spMk id="5" creationId="{3F61CD58-FAF9-4198-A045-50D19461C2D1}"/>
          </ac:spMkLst>
        </pc:spChg>
      </pc:sldChg>
      <pc:sldChg chg="modSp add mod">
        <pc:chgData name="Steve Mutrux" userId="4fa98d0c-dc66-4728-b09b-a88e22e95094" providerId="ADAL" clId="{421BD283-33D8-4C6C-821F-71755E863FA2}" dt="2026-09-15T17:27:49.740" v="195" actId="20577"/>
        <pc:sldMkLst>
          <pc:docMk/>
          <pc:sldMk cId="1755182162" sldId="269"/>
        </pc:sldMkLst>
        <pc:spChg chg="mod">
          <ac:chgData name="Steve Mutrux" userId="4fa98d0c-dc66-4728-b09b-a88e22e95094" providerId="ADAL" clId="{421BD283-33D8-4C6C-821F-71755E863FA2}" dt="2026-09-15T17:27:49.740" v="195" actId="20577"/>
          <ac:spMkLst>
            <pc:docMk/>
            <pc:sldMk cId="1755182162" sldId="269"/>
            <ac:spMk id="2" creationId="{98899C46-9E05-9DC8-C426-2C65F1A4E528}"/>
          </ac:spMkLst>
        </pc:spChg>
      </pc:sldChg>
      <pc:sldChg chg="addSp delSp modSp add mod ord">
        <pc:chgData name="Steve Mutrux" userId="4fa98d0c-dc66-4728-b09b-a88e22e95094" providerId="ADAL" clId="{421BD283-33D8-4C6C-821F-71755E863FA2}" dt="2026-09-15T18:28:18.737" v="659" actId="2710"/>
        <pc:sldMkLst>
          <pc:docMk/>
          <pc:sldMk cId="2049535269" sldId="270"/>
        </pc:sldMkLst>
        <pc:spChg chg="mod">
          <ac:chgData name="Steve Mutrux" userId="4fa98d0c-dc66-4728-b09b-a88e22e95094" providerId="ADAL" clId="{421BD283-33D8-4C6C-821F-71755E863FA2}" dt="2026-09-15T18:28:18.737" v="659" actId="2710"/>
          <ac:spMkLst>
            <pc:docMk/>
            <pc:sldMk cId="2049535269" sldId="270"/>
            <ac:spMk id="2" creationId="{28A7DA79-A174-410A-3A18-3A2891D7BA9C}"/>
          </ac:spMkLst>
        </pc:spChg>
        <pc:spChg chg="add del mod">
          <ac:chgData name="Steve Mutrux" userId="4fa98d0c-dc66-4728-b09b-a88e22e95094" providerId="ADAL" clId="{421BD283-33D8-4C6C-821F-71755E863FA2}" dt="2026-09-15T18:22:48.964" v="602" actId="478"/>
          <ac:spMkLst>
            <pc:docMk/>
            <pc:sldMk cId="2049535269" sldId="270"/>
            <ac:spMk id="3" creationId="{96714B1E-886B-EC76-37F9-55D406CB28A0}"/>
          </ac:spMkLst>
        </pc:spChg>
        <pc:spChg chg="add mod">
          <ac:chgData name="Steve Mutrux" userId="4fa98d0c-dc66-4728-b09b-a88e22e95094" providerId="ADAL" clId="{421BD283-33D8-4C6C-821F-71755E863FA2}" dt="2026-09-15T18:23:22.995" v="608" actId="14100"/>
          <ac:spMkLst>
            <pc:docMk/>
            <pc:sldMk cId="2049535269" sldId="270"/>
            <ac:spMk id="4" creationId="{93D1B975-23AA-D332-2B01-31BE712CDC3A}"/>
          </ac:spMkLst>
        </pc:spChg>
      </pc:sldChg>
      <pc:sldChg chg="modSp add mod">
        <pc:chgData name="Steve Mutrux" userId="4fa98d0c-dc66-4728-b09b-a88e22e95094" providerId="ADAL" clId="{421BD283-33D8-4C6C-821F-71755E863FA2}" dt="2026-09-15T17:35:47.186" v="210" actId="20577"/>
        <pc:sldMkLst>
          <pc:docMk/>
          <pc:sldMk cId="1557603729" sldId="271"/>
        </pc:sldMkLst>
        <pc:spChg chg="mod">
          <ac:chgData name="Steve Mutrux" userId="4fa98d0c-dc66-4728-b09b-a88e22e95094" providerId="ADAL" clId="{421BD283-33D8-4C6C-821F-71755E863FA2}" dt="2026-09-15T17:35:47.186" v="210" actId="20577"/>
          <ac:spMkLst>
            <pc:docMk/>
            <pc:sldMk cId="1557603729" sldId="271"/>
            <ac:spMk id="2" creationId="{5B048899-C536-5880-E201-0706C75C8AF2}"/>
          </ac:spMkLst>
        </pc:spChg>
      </pc:sldChg>
      <pc:sldChg chg="add">
        <pc:chgData name="Steve Mutrux" userId="4fa98d0c-dc66-4728-b09b-a88e22e95094" providerId="ADAL" clId="{421BD283-33D8-4C6C-821F-71755E863FA2}" dt="2026-09-15T17:37:22.720" v="258"/>
        <pc:sldMkLst>
          <pc:docMk/>
          <pc:sldMk cId="1194673410" sldId="272"/>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2BEFC-CD91-AF35-819F-8B5DF7E3A2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10AA6F00-2DC5-3F95-21B8-62F7E2D5A58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A68E9784-A8C0-197F-8601-1E368CC4DBC3}"/>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0C1A596E-A2D9-2DC9-F4F9-C955511C807E}"/>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E7F6DC6B-CCEA-3D24-08D9-AA51E7033B14}"/>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28947214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31873-8AAC-17EA-20C8-BA598FDFA66C}"/>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F615AD73-6B07-1C75-366B-2E5D498F073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199680F-6C36-4F61-71C6-CE324CE43204}"/>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C58FB50A-6E51-3CE0-9D72-99DB7729D3B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8CC6A50-5609-BF47-4026-0D0DDE3D52A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8686648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2BAF86-C365-911B-C205-355EA792C22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BCE1A9AD-894B-6DB0-BE46-10074FC17A9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4AC38D7-3CFA-407C-98EF-F240EAECACA5}"/>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40FBC222-71D1-C91F-6388-ABD2B955F7D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69AD9E98-BF03-8B3C-13D3-21EEDA6419B5}"/>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1415577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187890-162B-E8D0-7366-3972283A4D88}"/>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0B92A7C3-ABED-5D2A-2FB5-4CFECEF3387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1D3D290A-BA44-3428-2D24-1C4004C151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3303479B-3E17-54D7-EC6C-F108E7C83532}"/>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575BB476-6D7D-E84C-9105-9DF0D92ADCA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38923FFB-8D67-54C7-6D8E-C4D16CF7E38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7932505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27A2E-11AA-939C-2FA2-33D4EEB90075}"/>
              </a:ext>
            </a:extLst>
          </p:cNvPr>
          <p:cNvSpPr>
            <a:spLocks noGrp="1"/>
          </p:cNvSpPr>
          <p:nvPr>
            <p:ph type="title"/>
          </p:nvPr>
        </p:nvSpPr>
        <p:spPr>
          <a:xfrm>
            <a:off x="839788" y="365125"/>
            <a:ext cx="10515600" cy="1325563"/>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B444AE4-B12D-353B-AC53-31B7F60F787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03D5EB7-B7E0-9292-466B-D58DBC276E4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CC9F4956-09FD-8814-DCF0-65D90853FAC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2B8C579-179C-292A-9C30-858F2C1C96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D1372F-EE0C-10CF-3130-64E762A9B1C6}"/>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8" name="Footer Placeholder 7">
            <a:extLst>
              <a:ext uri="{FF2B5EF4-FFF2-40B4-BE49-F238E27FC236}">
                <a16:creationId xmlns:a16="http://schemas.microsoft.com/office/drawing/2014/main" id="{A4C0EB03-E20D-1F15-BD7C-A89538EBD34F}"/>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7226A8DC-A6ED-40B1-B813-4AC696FE9FFB}"/>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4231206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65D1CD-761C-E88C-B304-FB5A6E51FC9C}"/>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E00621FA-1E6C-EB90-DE89-8A18E1830EF3}"/>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4" name="Footer Placeholder 3">
            <a:extLst>
              <a:ext uri="{FF2B5EF4-FFF2-40B4-BE49-F238E27FC236}">
                <a16:creationId xmlns:a16="http://schemas.microsoft.com/office/drawing/2014/main" id="{3B35AD14-B901-C4A4-C573-E171E8241643}"/>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B6B0720-6549-5E36-BEF4-51C595EDBF5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847271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3F668C0-3B92-5EDD-E404-C795D29CB2ED}"/>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3" name="Footer Placeholder 2">
            <a:extLst>
              <a:ext uri="{FF2B5EF4-FFF2-40B4-BE49-F238E27FC236}">
                <a16:creationId xmlns:a16="http://schemas.microsoft.com/office/drawing/2014/main" id="{14996952-96D8-26C5-5C73-DAC5098049E6}"/>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6DC839C0-E92A-0322-797E-2F01E1960BED}"/>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19685248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78919-E557-8BBA-9D15-F065492F06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F43DF94A-4038-2476-EA31-1677E71256A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FC8A2717-8FCB-3C3C-4369-53A6FC51BF1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FFA2A1E-E9FF-4517-8CF2-FCC882B5963F}"/>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915D7AC2-095E-672C-9252-5B0C1D183594}"/>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DC1D65CF-D9C9-56FD-1866-1D678355AB4C}"/>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7543790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2D2D5-6105-DA78-7123-5E06C00609A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00CB73A9-8E3C-6721-0F92-E362FE6E8C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0A1F34C3-2E17-5FDE-0CFF-E71043E887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B73E6F-4288-4130-B521-7FB9F0ABD94A}"/>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6" name="Footer Placeholder 5">
            <a:extLst>
              <a:ext uri="{FF2B5EF4-FFF2-40B4-BE49-F238E27FC236}">
                <a16:creationId xmlns:a16="http://schemas.microsoft.com/office/drawing/2014/main" id="{ABAFCB01-540B-B0AB-C045-927E6F19CEC2}"/>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711C4E20-5410-C2CF-DB8D-DCA12F34997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13006377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CED9C-4087-86D9-D972-8038C5166B5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3EC19AD-5633-155C-3D2F-D7FC7EAE17E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D3C82816-8890-5EE0-5A83-C914D844D7DD}"/>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01F28401-4676-5393-096A-C7E656F7490F}"/>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140C980A-497B-9770-D3B0-737CE56F4C47}"/>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973016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3EFF47-1126-66D0-658A-8A1E43EAE97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31366B33-611E-503D-FBB3-06ABA27AD9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64A5AB1-1FD3-AEC8-87DF-034FE25F78FB}"/>
              </a:ext>
            </a:extLst>
          </p:cNvPr>
          <p:cNvSpPr>
            <a:spLocks noGrp="1"/>
          </p:cNvSpPr>
          <p:nvPr>
            <p:ph type="dt" sz="half" idx="10"/>
          </p:nvPr>
        </p:nvSpPr>
        <p:spPr/>
        <p:txBody>
          <a:body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A8D247CC-8CA6-41A2-D59F-AEF5841F7AEB}"/>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4904A082-FAA2-4379-5F47-B6D39DCB8102}"/>
              </a:ext>
            </a:extLst>
          </p:cNvPr>
          <p:cNvSpPr>
            <a:spLocks noGrp="1"/>
          </p:cNvSpPr>
          <p:nvPr>
            <p:ph type="sldNum" sz="quarter" idx="12"/>
          </p:nvPr>
        </p:nvSpPr>
        <p:spPr/>
        <p:txBody>
          <a:bodyPr/>
          <a:lstStyle/>
          <a:p>
            <a:fld id="{76BD12DC-7D0A-4FDB-B5C2-F49215E72C9B}" type="slidenum">
              <a:rPr lang="en-CA" smtClean="0"/>
              <a:t>‹#›</a:t>
            </a:fld>
            <a:endParaRPr lang="en-CA"/>
          </a:p>
        </p:txBody>
      </p:sp>
    </p:spTree>
    <p:extLst>
      <p:ext uri="{BB962C8B-B14F-4D97-AF65-F5344CB8AC3E}">
        <p14:creationId xmlns:p14="http://schemas.microsoft.com/office/powerpoint/2010/main" val="3689107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A516B3E-7423-6308-97E7-E76EC816970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4BDD9A16-9D58-C088-C5AD-9D140B09E3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8F9D3774-E76C-C200-E922-D6CEE57CF0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40B982-0E6D-4C64-AE1B-DA9749EF130C}" type="datetimeFigureOut">
              <a:rPr lang="en-CA" smtClean="0"/>
              <a:t>2026-09-15</a:t>
            </a:fld>
            <a:endParaRPr lang="en-CA"/>
          </a:p>
        </p:txBody>
      </p:sp>
      <p:sp>
        <p:nvSpPr>
          <p:cNvPr id="5" name="Footer Placeholder 4">
            <a:extLst>
              <a:ext uri="{FF2B5EF4-FFF2-40B4-BE49-F238E27FC236}">
                <a16:creationId xmlns:a16="http://schemas.microsoft.com/office/drawing/2014/main" id="{DE91A425-A56C-6785-B157-7F999A60F12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B55FD452-BF70-1D1A-CDBA-590B7BEFA10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6BD12DC-7D0A-4FDB-B5C2-F49215E72C9B}" type="slidenum">
              <a:rPr lang="en-CA" smtClean="0"/>
              <a:t>‹#›</a:t>
            </a:fld>
            <a:endParaRPr lang="en-CA"/>
          </a:p>
        </p:txBody>
      </p:sp>
    </p:spTree>
    <p:extLst>
      <p:ext uri="{BB962C8B-B14F-4D97-AF65-F5344CB8AC3E}">
        <p14:creationId xmlns:p14="http://schemas.microsoft.com/office/powerpoint/2010/main" val="130647805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4BB3A72-2E59-9C09-7249-7E3E1BB3A04A}"/>
              </a:ext>
            </a:extLst>
          </p:cNvPr>
          <p:cNvSpPr txBox="1"/>
          <p:nvPr/>
        </p:nvSpPr>
        <p:spPr>
          <a:xfrm>
            <a:off x="4694464" y="1240972"/>
            <a:ext cx="2551789" cy="369332"/>
          </a:xfrm>
          <a:prstGeom prst="rect">
            <a:avLst/>
          </a:prstGeom>
          <a:noFill/>
        </p:spPr>
        <p:txBody>
          <a:bodyPr wrap="none" rtlCol="0">
            <a:spAutoFit/>
          </a:bodyPr>
          <a:lstStyle/>
          <a:p>
            <a:r>
              <a:rPr lang="en-CA" dirty="0"/>
              <a:t>Crossfire NCR Overhaul</a:t>
            </a:r>
          </a:p>
        </p:txBody>
      </p:sp>
      <p:sp>
        <p:nvSpPr>
          <p:cNvPr id="4" name="TextBox 3">
            <a:extLst>
              <a:ext uri="{FF2B5EF4-FFF2-40B4-BE49-F238E27FC236}">
                <a16:creationId xmlns:a16="http://schemas.microsoft.com/office/drawing/2014/main" id="{9545E1D1-BA2D-1F66-1768-113A11E038CF}"/>
              </a:ext>
            </a:extLst>
          </p:cNvPr>
          <p:cNvSpPr txBox="1"/>
          <p:nvPr/>
        </p:nvSpPr>
        <p:spPr>
          <a:xfrm>
            <a:off x="4585607" y="5344886"/>
            <a:ext cx="3184846" cy="369332"/>
          </a:xfrm>
          <a:prstGeom prst="rect">
            <a:avLst/>
          </a:prstGeom>
          <a:noFill/>
        </p:spPr>
        <p:txBody>
          <a:bodyPr wrap="none" rtlCol="0">
            <a:spAutoFit/>
          </a:bodyPr>
          <a:lstStyle/>
          <a:p>
            <a:r>
              <a:rPr lang="en-CA" dirty="0"/>
              <a:t>Powered by Adestria Solutions</a:t>
            </a:r>
          </a:p>
        </p:txBody>
      </p:sp>
      <p:sp>
        <p:nvSpPr>
          <p:cNvPr id="6" name="TextBox 5">
            <a:extLst>
              <a:ext uri="{FF2B5EF4-FFF2-40B4-BE49-F238E27FC236}">
                <a16:creationId xmlns:a16="http://schemas.microsoft.com/office/drawing/2014/main" id="{B8539E16-0F45-D3AC-D91C-F90D2BA57BA2}"/>
              </a:ext>
            </a:extLst>
          </p:cNvPr>
          <p:cNvSpPr txBox="1"/>
          <p:nvPr/>
        </p:nvSpPr>
        <p:spPr>
          <a:xfrm>
            <a:off x="4694463" y="3244334"/>
            <a:ext cx="4104713" cy="707886"/>
          </a:xfrm>
          <a:prstGeom prst="rect">
            <a:avLst/>
          </a:prstGeom>
          <a:noFill/>
        </p:spPr>
        <p:txBody>
          <a:bodyPr wrap="none" rtlCol="0">
            <a:spAutoFit/>
          </a:bodyPr>
          <a:lstStyle/>
          <a:p>
            <a:r>
              <a:rPr lang="en-CA" sz="4000" dirty="0"/>
              <a:t>Name of software</a:t>
            </a:r>
          </a:p>
        </p:txBody>
      </p:sp>
    </p:spTree>
    <p:extLst>
      <p:ext uri="{BB962C8B-B14F-4D97-AF65-F5344CB8AC3E}">
        <p14:creationId xmlns:p14="http://schemas.microsoft.com/office/powerpoint/2010/main" val="107259207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2B15F-3631-633C-E0E3-BD112AD326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6678232-D860-76CE-77D5-D9F21C5850EF}"/>
              </a:ext>
            </a:extLst>
          </p:cNvPr>
          <p:cNvSpPr txBox="1"/>
          <p:nvPr/>
        </p:nvSpPr>
        <p:spPr>
          <a:xfrm>
            <a:off x="4506686" y="2759529"/>
            <a:ext cx="1542410" cy="369332"/>
          </a:xfrm>
          <a:prstGeom prst="rect">
            <a:avLst/>
          </a:prstGeom>
          <a:noFill/>
        </p:spPr>
        <p:txBody>
          <a:bodyPr wrap="none" rtlCol="0">
            <a:spAutoFit/>
          </a:bodyPr>
          <a:lstStyle/>
          <a:p>
            <a:r>
              <a:rPr lang="en-CA" dirty="0"/>
              <a:t>Outline of ppt</a:t>
            </a:r>
          </a:p>
        </p:txBody>
      </p:sp>
    </p:spTree>
    <p:extLst>
      <p:ext uri="{BB962C8B-B14F-4D97-AF65-F5344CB8AC3E}">
        <p14:creationId xmlns:p14="http://schemas.microsoft.com/office/powerpoint/2010/main" val="28160414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CC08CA-F15B-4FB7-9761-F6EBB88F48F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7943069-6591-7336-398B-719327BAD466}"/>
              </a:ext>
            </a:extLst>
          </p:cNvPr>
          <p:cNvSpPr txBox="1"/>
          <p:nvPr/>
        </p:nvSpPr>
        <p:spPr>
          <a:xfrm>
            <a:off x="4506686" y="2759529"/>
            <a:ext cx="4246740" cy="369332"/>
          </a:xfrm>
          <a:prstGeom prst="rect">
            <a:avLst/>
          </a:prstGeom>
          <a:noFill/>
        </p:spPr>
        <p:txBody>
          <a:bodyPr wrap="none" rtlCol="0">
            <a:spAutoFit/>
          </a:bodyPr>
          <a:lstStyle/>
          <a:p>
            <a:r>
              <a:rPr lang="en-CA" dirty="0"/>
              <a:t>Adestria (mission and vision statements)</a:t>
            </a:r>
          </a:p>
        </p:txBody>
      </p:sp>
      <p:sp>
        <p:nvSpPr>
          <p:cNvPr id="4" name="TextBox 3">
            <a:extLst>
              <a:ext uri="{FF2B5EF4-FFF2-40B4-BE49-F238E27FC236}">
                <a16:creationId xmlns:a16="http://schemas.microsoft.com/office/drawing/2014/main" id="{4179717D-B637-2B0D-B9EF-712078DD12DB}"/>
              </a:ext>
            </a:extLst>
          </p:cNvPr>
          <p:cNvSpPr txBox="1"/>
          <p:nvPr/>
        </p:nvSpPr>
        <p:spPr>
          <a:xfrm>
            <a:off x="3048680" y="3128861"/>
            <a:ext cx="6723969" cy="3139321"/>
          </a:xfrm>
          <a:prstGeom prst="rect">
            <a:avLst/>
          </a:prstGeom>
          <a:noFill/>
        </p:spPr>
        <p:txBody>
          <a:bodyPr wrap="square">
            <a:spAutoFit/>
          </a:bodyPr>
          <a:lstStyle/>
          <a:p>
            <a:r>
              <a:rPr lang="en-CA" sz="1800" b="0" i="0" dirty="0">
                <a:effectLst/>
                <a:latin typeface="+mn-lt"/>
              </a:rPr>
              <a:t>Mission At Adestria, we create, develop, and implement dependable software solutions that address practical issues. We empower companies to confidently expand operations, enhance customer experience, and streamline their online presence through responsive front end design, clean architecture, and efficient back end systems. Vision To be a trustworthy technology partner with a reputation for creative software development, accessible digital design, and technical accuracy. By transforming complex requirements into accessible, and valuable user experiences, we hope to impact the direction of online and application systems in the future.</a:t>
            </a:r>
            <a:endParaRPr lang="en-CA" dirty="0"/>
          </a:p>
        </p:txBody>
      </p:sp>
    </p:spTree>
    <p:extLst>
      <p:ext uri="{BB962C8B-B14F-4D97-AF65-F5344CB8AC3E}">
        <p14:creationId xmlns:p14="http://schemas.microsoft.com/office/powerpoint/2010/main" val="5181441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22A0C9-65FB-0BB9-F809-2285D9EF145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019CA75-AE86-96E8-F266-96497A23FD87}"/>
              </a:ext>
            </a:extLst>
          </p:cNvPr>
          <p:cNvSpPr txBox="1"/>
          <p:nvPr/>
        </p:nvSpPr>
        <p:spPr>
          <a:xfrm>
            <a:off x="4506686" y="2759529"/>
            <a:ext cx="619978" cy="369332"/>
          </a:xfrm>
          <a:prstGeom prst="rect">
            <a:avLst/>
          </a:prstGeom>
          <a:noFill/>
        </p:spPr>
        <p:txBody>
          <a:bodyPr wrap="none" rtlCol="0">
            <a:spAutoFit/>
          </a:bodyPr>
          <a:lstStyle/>
          <a:p>
            <a:r>
              <a:rPr lang="en-CA" dirty="0"/>
              <a:t>Jack</a:t>
            </a:r>
          </a:p>
        </p:txBody>
      </p:sp>
      <p:sp>
        <p:nvSpPr>
          <p:cNvPr id="4" name="TextBox 3">
            <a:extLst>
              <a:ext uri="{FF2B5EF4-FFF2-40B4-BE49-F238E27FC236}">
                <a16:creationId xmlns:a16="http://schemas.microsoft.com/office/drawing/2014/main" id="{487D995F-8AAC-6993-74EB-723E6B5C0BFF}"/>
              </a:ext>
            </a:extLst>
          </p:cNvPr>
          <p:cNvSpPr txBox="1"/>
          <p:nvPr/>
        </p:nvSpPr>
        <p:spPr>
          <a:xfrm>
            <a:off x="4407954" y="3267475"/>
            <a:ext cx="2050818" cy="923330"/>
          </a:xfrm>
          <a:prstGeom prst="rect">
            <a:avLst/>
          </a:prstGeom>
          <a:noFill/>
        </p:spPr>
        <p:txBody>
          <a:bodyPr wrap="none" rtlCol="0">
            <a:spAutoFit/>
          </a:bodyPr>
          <a:lstStyle/>
          <a:p>
            <a:pPr marL="285750" indent="-285750">
              <a:buFontTx/>
              <a:buChar char="-"/>
            </a:pPr>
            <a:r>
              <a:rPr lang="en-CA" dirty="0"/>
              <a:t>Past experience</a:t>
            </a:r>
          </a:p>
          <a:p>
            <a:pPr marL="285750" indent="-285750">
              <a:buFontTx/>
              <a:buChar char="-"/>
            </a:pPr>
            <a:r>
              <a:rPr lang="en-CA" dirty="0"/>
              <a:t>Role</a:t>
            </a:r>
          </a:p>
          <a:p>
            <a:pPr marL="285750" indent="-285750">
              <a:buFontTx/>
              <a:buChar char="-"/>
            </a:pPr>
            <a:r>
              <a:rPr lang="en-CA" dirty="0"/>
              <a:t>Expectations</a:t>
            </a:r>
          </a:p>
        </p:txBody>
      </p:sp>
      <p:sp>
        <p:nvSpPr>
          <p:cNvPr id="5" name="TextBox 4">
            <a:extLst>
              <a:ext uri="{FF2B5EF4-FFF2-40B4-BE49-F238E27FC236}">
                <a16:creationId xmlns:a16="http://schemas.microsoft.com/office/drawing/2014/main" id="{CC915FDB-49B9-2B7E-78DD-B03D9C91E7BB}"/>
              </a:ext>
            </a:extLst>
          </p:cNvPr>
          <p:cNvSpPr txBox="1"/>
          <p:nvPr/>
        </p:nvSpPr>
        <p:spPr>
          <a:xfrm>
            <a:off x="440111" y="376344"/>
            <a:ext cx="1588897" cy="5997476"/>
          </a:xfrm>
          <a:prstGeom prst="rect">
            <a:avLst/>
          </a:prstGeom>
          <a:noFill/>
        </p:spPr>
        <p:txBody>
          <a:bodyPr wrap="none" rtlCol="0">
            <a:spAutoFit/>
          </a:bodyPr>
          <a:lstStyle/>
          <a:p>
            <a:pPr>
              <a:lnSpc>
                <a:spcPct val="200000"/>
              </a:lnSpc>
            </a:pPr>
            <a:r>
              <a:rPr lang="en-CA" sz="2800" dirty="0">
                <a:latin typeface="Kumbh Sans" pitchFamily="2" charset="0"/>
                <a:cs typeface="Kumbh Sans" pitchFamily="2" charset="0"/>
              </a:rPr>
              <a:t>Adestria</a:t>
            </a:r>
          </a:p>
          <a:p>
            <a:pPr>
              <a:lnSpc>
                <a:spcPct val="200000"/>
              </a:lnSpc>
            </a:pPr>
            <a:r>
              <a:rPr lang="en-CA" sz="2800" dirty="0">
                <a:latin typeface="Kumbh Sans" pitchFamily="2" charset="0"/>
                <a:cs typeface="Kumbh Sans" pitchFamily="2" charset="0"/>
              </a:rPr>
              <a:t>    Jack</a:t>
            </a:r>
          </a:p>
          <a:p>
            <a:pPr>
              <a:lnSpc>
                <a:spcPct val="200000"/>
              </a:lnSpc>
            </a:pPr>
            <a:r>
              <a:rPr lang="en-CA" sz="2800" dirty="0">
                <a:solidFill>
                  <a:schemeClr val="tx1">
                    <a:lumMod val="25000"/>
                    <a:lumOff val="75000"/>
                  </a:schemeClr>
                </a:solidFill>
                <a:latin typeface="Kumbh Sans" pitchFamily="2" charset="0"/>
                <a:cs typeface="Kumbh Sans" pitchFamily="2" charset="0"/>
              </a:rPr>
              <a:t>    Kayla</a:t>
            </a:r>
          </a:p>
          <a:p>
            <a:pPr>
              <a:lnSpc>
                <a:spcPct val="200000"/>
              </a:lnSpc>
            </a:pPr>
            <a:r>
              <a:rPr lang="en-CA" sz="2800" dirty="0">
                <a:solidFill>
                  <a:schemeClr val="tx1">
                    <a:lumMod val="25000"/>
                    <a:lumOff val="75000"/>
                  </a:schemeClr>
                </a:solidFill>
                <a:latin typeface="Kumbh Sans" pitchFamily="2" charset="0"/>
                <a:cs typeface="Kumbh Sans" pitchFamily="2" charset="0"/>
              </a:rPr>
              <a:t>    Edin</a:t>
            </a:r>
          </a:p>
          <a:p>
            <a:pPr>
              <a:lnSpc>
                <a:spcPct val="200000"/>
              </a:lnSpc>
            </a:pPr>
            <a:r>
              <a:rPr lang="en-CA" sz="2800" dirty="0">
                <a:solidFill>
                  <a:schemeClr val="tx1">
                    <a:lumMod val="25000"/>
                    <a:lumOff val="75000"/>
                  </a:schemeClr>
                </a:solidFill>
                <a:latin typeface="Kumbh Sans" pitchFamily="2" charset="0"/>
                <a:cs typeface="Kumbh Sans" pitchFamily="2" charset="0"/>
              </a:rPr>
              <a:t>    Jake</a:t>
            </a:r>
          </a:p>
          <a:p>
            <a:pPr>
              <a:lnSpc>
                <a:spcPct val="200000"/>
              </a:lnSpc>
            </a:pPr>
            <a:r>
              <a:rPr lang="en-CA" sz="2800" dirty="0">
                <a:solidFill>
                  <a:schemeClr val="tx1">
                    <a:lumMod val="25000"/>
                    <a:lumOff val="75000"/>
                  </a:schemeClr>
                </a:solidFill>
                <a:latin typeface="Kumbh Sans" pitchFamily="2" charset="0"/>
                <a:cs typeface="Kumbh Sans" pitchFamily="2" charset="0"/>
              </a:rPr>
              <a:t>    Steve</a:t>
            </a:r>
          </a:p>
          <a:p>
            <a:pPr>
              <a:lnSpc>
                <a:spcPct val="200000"/>
              </a:lnSpc>
            </a:pPr>
            <a:r>
              <a:rPr lang="en-CA" sz="2800">
                <a:solidFill>
                  <a:schemeClr val="tx1">
                    <a:lumMod val="25000"/>
                    <a:lumOff val="75000"/>
                  </a:schemeClr>
                </a:solidFill>
                <a:latin typeface="Kumbh Sans" pitchFamily="2" charset="0"/>
                <a:cs typeface="Kumbh Sans" pitchFamily="2" charset="0"/>
              </a:rPr>
              <a:t>Project</a:t>
            </a:r>
            <a:endParaRPr lang="en-CA" sz="2800" dirty="0">
              <a:solidFill>
                <a:schemeClr val="tx1">
                  <a:lumMod val="25000"/>
                  <a:lumOff val="75000"/>
                </a:schemeClr>
              </a:solidFill>
              <a:latin typeface="Kumbh Sans" pitchFamily="2" charset="0"/>
              <a:cs typeface="Kumbh Sans" pitchFamily="2" charset="0"/>
            </a:endParaRPr>
          </a:p>
        </p:txBody>
      </p:sp>
    </p:spTree>
    <p:extLst>
      <p:ext uri="{BB962C8B-B14F-4D97-AF65-F5344CB8AC3E}">
        <p14:creationId xmlns:p14="http://schemas.microsoft.com/office/powerpoint/2010/main" val="25531094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FE8BA0-BBF8-10C0-6994-E8DD39E92B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8626D69-4F4F-76B2-E4FB-EA5B5DF367A4}"/>
              </a:ext>
            </a:extLst>
          </p:cNvPr>
          <p:cNvSpPr txBox="1"/>
          <p:nvPr/>
        </p:nvSpPr>
        <p:spPr>
          <a:xfrm>
            <a:off x="4506686" y="2759529"/>
            <a:ext cx="724878" cy="369332"/>
          </a:xfrm>
          <a:prstGeom prst="rect">
            <a:avLst/>
          </a:prstGeom>
          <a:noFill/>
        </p:spPr>
        <p:txBody>
          <a:bodyPr wrap="none" rtlCol="0">
            <a:spAutoFit/>
          </a:bodyPr>
          <a:lstStyle/>
          <a:p>
            <a:r>
              <a:rPr lang="en-CA" dirty="0"/>
              <a:t>Kayla</a:t>
            </a:r>
          </a:p>
        </p:txBody>
      </p:sp>
      <p:sp>
        <p:nvSpPr>
          <p:cNvPr id="4" name="TextBox 3">
            <a:extLst>
              <a:ext uri="{FF2B5EF4-FFF2-40B4-BE49-F238E27FC236}">
                <a16:creationId xmlns:a16="http://schemas.microsoft.com/office/drawing/2014/main" id="{62300D51-2B10-B557-82F3-8A6662DF3624}"/>
              </a:ext>
            </a:extLst>
          </p:cNvPr>
          <p:cNvSpPr txBox="1"/>
          <p:nvPr/>
        </p:nvSpPr>
        <p:spPr>
          <a:xfrm>
            <a:off x="4407954" y="3267475"/>
            <a:ext cx="2050818" cy="923330"/>
          </a:xfrm>
          <a:prstGeom prst="rect">
            <a:avLst/>
          </a:prstGeom>
          <a:noFill/>
        </p:spPr>
        <p:txBody>
          <a:bodyPr wrap="none" rtlCol="0">
            <a:spAutoFit/>
          </a:bodyPr>
          <a:lstStyle/>
          <a:p>
            <a:pPr marL="285750" indent="-285750">
              <a:buFontTx/>
              <a:buChar char="-"/>
            </a:pPr>
            <a:r>
              <a:rPr lang="en-CA" dirty="0"/>
              <a:t>Past experience</a:t>
            </a:r>
          </a:p>
          <a:p>
            <a:pPr marL="285750" indent="-285750">
              <a:buFontTx/>
              <a:buChar char="-"/>
            </a:pPr>
            <a:r>
              <a:rPr lang="en-CA" dirty="0"/>
              <a:t>Role</a:t>
            </a:r>
          </a:p>
          <a:p>
            <a:pPr marL="285750" indent="-285750">
              <a:buFontTx/>
              <a:buChar char="-"/>
            </a:pPr>
            <a:r>
              <a:rPr lang="en-CA" dirty="0"/>
              <a:t>Expectations</a:t>
            </a:r>
          </a:p>
        </p:txBody>
      </p:sp>
      <p:sp>
        <p:nvSpPr>
          <p:cNvPr id="5" name="TextBox 4">
            <a:extLst>
              <a:ext uri="{FF2B5EF4-FFF2-40B4-BE49-F238E27FC236}">
                <a16:creationId xmlns:a16="http://schemas.microsoft.com/office/drawing/2014/main" id="{F48311E2-530A-88F3-A0F2-5F0110403BE1}"/>
              </a:ext>
            </a:extLst>
          </p:cNvPr>
          <p:cNvSpPr txBox="1"/>
          <p:nvPr/>
        </p:nvSpPr>
        <p:spPr>
          <a:xfrm>
            <a:off x="480933" y="0"/>
            <a:ext cx="1144865" cy="4273927"/>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Jake</a:t>
            </a:r>
          </a:p>
          <a:p>
            <a:pPr>
              <a:lnSpc>
                <a:spcPct val="200000"/>
              </a:lnSpc>
            </a:pPr>
            <a:r>
              <a:rPr lang="en-CA" sz="2800" dirty="0">
                <a:solidFill>
                  <a:schemeClr val="tx1">
                    <a:lumMod val="25000"/>
                    <a:lumOff val="75000"/>
                  </a:schemeClr>
                </a:solidFill>
                <a:latin typeface="Kumbh Sans" pitchFamily="2" charset="0"/>
                <a:cs typeface="Kumbh Sans" pitchFamily="2" charset="0"/>
              </a:rPr>
              <a:t>Steve</a:t>
            </a:r>
          </a:p>
        </p:txBody>
      </p:sp>
    </p:spTree>
    <p:extLst>
      <p:ext uri="{BB962C8B-B14F-4D97-AF65-F5344CB8AC3E}">
        <p14:creationId xmlns:p14="http://schemas.microsoft.com/office/powerpoint/2010/main" val="3536013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8A2DB1-0972-ADB0-6F1C-CFF63DA488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4BDA26-D74C-5390-5839-09EEB9016D38}"/>
              </a:ext>
            </a:extLst>
          </p:cNvPr>
          <p:cNvSpPr txBox="1"/>
          <p:nvPr/>
        </p:nvSpPr>
        <p:spPr>
          <a:xfrm>
            <a:off x="4506686" y="2759529"/>
            <a:ext cx="623889" cy="369332"/>
          </a:xfrm>
          <a:prstGeom prst="rect">
            <a:avLst/>
          </a:prstGeom>
          <a:noFill/>
        </p:spPr>
        <p:txBody>
          <a:bodyPr wrap="none" rtlCol="0">
            <a:spAutoFit/>
          </a:bodyPr>
          <a:lstStyle/>
          <a:p>
            <a:r>
              <a:rPr lang="en-CA" dirty="0"/>
              <a:t>Edin</a:t>
            </a:r>
          </a:p>
        </p:txBody>
      </p:sp>
      <p:sp>
        <p:nvSpPr>
          <p:cNvPr id="4" name="TextBox 3">
            <a:extLst>
              <a:ext uri="{FF2B5EF4-FFF2-40B4-BE49-F238E27FC236}">
                <a16:creationId xmlns:a16="http://schemas.microsoft.com/office/drawing/2014/main" id="{D33647DA-DFAA-FEB8-E5A2-61DBE5F52AC1}"/>
              </a:ext>
            </a:extLst>
          </p:cNvPr>
          <p:cNvSpPr txBox="1"/>
          <p:nvPr/>
        </p:nvSpPr>
        <p:spPr>
          <a:xfrm>
            <a:off x="4407954" y="3267475"/>
            <a:ext cx="2050818" cy="923330"/>
          </a:xfrm>
          <a:prstGeom prst="rect">
            <a:avLst/>
          </a:prstGeom>
          <a:noFill/>
        </p:spPr>
        <p:txBody>
          <a:bodyPr wrap="none" rtlCol="0">
            <a:spAutoFit/>
          </a:bodyPr>
          <a:lstStyle/>
          <a:p>
            <a:pPr marL="285750" indent="-285750">
              <a:buFontTx/>
              <a:buChar char="-"/>
            </a:pPr>
            <a:r>
              <a:rPr lang="en-CA" dirty="0"/>
              <a:t>Past experience</a:t>
            </a:r>
          </a:p>
          <a:p>
            <a:pPr marL="285750" indent="-285750">
              <a:buFontTx/>
              <a:buChar char="-"/>
            </a:pPr>
            <a:r>
              <a:rPr lang="en-CA" dirty="0"/>
              <a:t>Role</a:t>
            </a:r>
          </a:p>
          <a:p>
            <a:pPr marL="285750" indent="-285750">
              <a:buFontTx/>
              <a:buChar char="-"/>
            </a:pPr>
            <a:r>
              <a:rPr lang="en-CA" dirty="0"/>
              <a:t>Expectations</a:t>
            </a:r>
          </a:p>
        </p:txBody>
      </p:sp>
      <p:sp>
        <p:nvSpPr>
          <p:cNvPr id="5" name="TextBox 4">
            <a:extLst>
              <a:ext uri="{FF2B5EF4-FFF2-40B4-BE49-F238E27FC236}">
                <a16:creationId xmlns:a16="http://schemas.microsoft.com/office/drawing/2014/main" id="{12223178-2D4D-92AC-AE08-E324647AB193}"/>
              </a:ext>
            </a:extLst>
          </p:cNvPr>
          <p:cNvSpPr txBox="1"/>
          <p:nvPr/>
        </p:nvSpPr>
        <p:spPr>
          <a:xfrm>
            <a:off x="480933" y="0"/>
            <a:ext cx="1144865" cy="4273927"/>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Jake</a:t>
            </a:r>
          </a:p>
          <a:p>
            <a:pPr>
              <a:lnSpc>
                <a:spcPct val="200000"/>
              </a:lnSpc>
            </a:pPr>
            <a:r>
              <a:rPr lang="en-CA" sz="2800" dirty="0">
                <a:solidFill>
                  <a:schemeClr val="tx1">
                    <a:lumMod val="25000"/>
                    <a:lumOff val="75000"/>
                  </a:schemeClr>
                </a:solidFill>
                <a:latin typeface="Kumbh Sans" pitchFamily="2" charset="0"/>
                <a:cs typeface="Kumbh Sans" pitchFamily="2" charset="0"/>
              </a:rPr>
              <a:t>Steve</a:t>
            </a:r>
          </a:p>
        </p:txBody>
      </p:sp>
    </p:spTree>
    <p:extLst>
      <p:ext uri="{BB962C8B-B14F-4D97-AF65-F5344CB8AC3E}">
        <p14:creationId xmlns:p14="http://schemas.microsoft.com/office/powerpoint/2010/main" val="557364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3C37E5-8D7F-1E15-21B2-AFA56ED8C01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745D002-DA86-69FC-73CA-295EFFA512FA}"/>
              </a:ext>
            </a:extLst>
          </p:cNvPr>
          <p:cNvSpPr txBox="1"/>
          <p:nvPr/>
        </p:nvSpPr>
        <p:spPr>
          <a:xfrm>
            <a:off x="4506686" y="2759529"/>
            <a:ext cx="614464" cy="369332"/>
          </a:xfrm>
          <a:prstGeom prst="rect">
            <a:avLst/>
          </a:prstGeom>
          <a:noFill/>
        </p:spPr>
        <p:txBody>
          <a:bodyPr wrap="none" rtlCol="0">
            <a:spAutoFit/>
          </a:bodyPr>
          <a:lstStyle/>
          <a:p>
            <a:r>
              <a:rPr lang="en-CA" dirty="0"/>
              <a:t>Jake</a:t>
            </a:r>
          </a:p>
        </p:txBody>
      </p:sp>
      <p:sp>
        <p:nvSpPr>
          <p:cNvPr id="4" name="TextBox 3">
            <a:extLst>
              <a:ext uri="{FF2B5EF4-FFF2-40B4-BE49-F238E27FC236}">
                <a16:creationId xmlns:a16="http://schemas.microsoft.com/office/drawing/2014/main" id="{417B9F22-9B70-7974-674D-300CF5BE5CE0}"/>
              </a:ext>
            </a:extLst>
          </p:cNvPr>
          <p:cNvSpPr txBox="1"/>
          <p:nvPr/>
        </p:nvSpPr>
        <p:spPr>
          <a:xfrm>
            <a:off x="4407954" y="3267475"/>
            <a:ext cx="3404137" cy="923330"/>
          </a:xfrm>
          <a:prstGeom prst="rect">
            <a:avLst/>
          </a:prstGeom>
          <a:noFill/>
        </p:spPr>
        <p:txBody>
          <a:bodyPr wrap="none" rtlCol="0">
            <a:spAutoFit/>
          </a:bodyPr>
          <a:lstStyle/>
          <a:p>
            <a:pPr marL="285750" indent="-285750">
              <a:buFontTx/>
              <a:buChar char="-"/>
            </a:pPr>
            <a:r>
              <a:rPr lang="en-CA" dirty="0"/>
              <a:t>Past experience</a:t>
            </a:r>
          </a:p>
          <a:p>
            <a:pPr marL="285750" indent="-285750">
              <a:buFontTx/>
              <a:buChar char="-"/>
            </a:pPr>
            <a:r>
              <a:rPr lang="en-CA" dirty="0"/>
              <a:t>Role</a:t>
            </a:r>
          </a:p>
          <a:p>
            <a:pPr marL="285750" indent="-285750">
              <a:buFontTx/>
              <a:buChar char="-"/>
            </a:pPr>
            <a:r>
              <a:rPr lang="en-CA" dirty="0"/>
              <a:t>Expectations to get out of this</a:t>
            </a:r>
          </a:p>
        </p:txBody>
      </p:sp>
      <p:sp>
        <p:nvSpPr>
          <p:cNvPr id="5" name="TextBox 4">
            <a:extLst>
              <a:ext uri="{FF2B5EF4-FFF2-40B4-BE49-F238E27FC236}">
                <a16:creationId xmlns:a16="http://schemas.microsoft.com/office/drawing/2014/main" id="{3F61CD58-FAF9-4198-A045-50D19461C2D1}"/>
              </a:ext>
            </a:extLst>
          </p:cNvPr>
          <p:cNvSpPr txBox="1"/>
          <p:nvPr/>
        </p:nvSpPr>
        <p:spPr>
          <a:xfrm>
            <a:off x="480933" y="0"/>
            <a:ext cx="1144865" cy="4273927"/>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Edin</a:t>
            </a:r>
          </a:p>
          <a:p>
            <a:pPr>
              <a:lnSpc>
                <a:spcPct val="200000"/>
              </a:lnSpc>
            </a:pPr>
            <a:r>
              <a:rPr lang="en-CA" sz="2800" dirty="0">
                <a:latin typeface="Kumbh Sans" pitchFamily="2" charset="0"/>
                <a:cs typeface="Kumbh Sans" pitchFamily="2" charset="0"/>
              </a:rPr>
              <a:t>Jake</a:t>
            </a:r>
          </a:p>
          <a:p>
            <a:pPr>
              <a:lnSpc>
                <a:spcPct val="200000"/>
              </a:lnSpc>
            </a:pPr>
            <a:r>
              <a:rPr lang="en-CA" sz="2800" dirty="0">
                <a:solidFill>
                  <a:schemeClr val="tx1">
                    <a:lumMod val="25000"/>
                    <a:lumOff val="75000"/>
                  </a:schemeClr>
                </a:solidFill>
                <a:latin typeface="Kumbh Sans" pitchFamily="2" charset="0"/>
                <a:cs typeface="Kumbh Sans" pitchFamily="2" charset="0"/>
              </a:rPr>
              <a:t>Steve</a:t>
            </a:r>
          </a:p>
        </p:txBody>
      </p:sp>
    </p:spTree>
    <p:extLst>
      <p:ext uri="{BB962C8B-B14F-4D97-AF65-F5344CB8AC3E}">
        <p14:creationId xmlns:p14="http://schemas.microsoft.com/office/powerpoint/2010/main" val="38930949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1A953A-22D6-6436-41E8-4509452EB9A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8A7DA79-A174-410A-3A18-3A2891D7BA9C}"/>
              </a:ext>
            </a:extLst>
          </p:cNvPr>
          <p:cNvSpPr txBox="1"/>
          <p:nvPr/>
        </p:nvSpPr>
        <p:spPr>
          <a:xfrm>
            <a:off x="480933" y="0"/>
            <a:ext cx="1144865" cy="4273927"/>
          </a:xfrm>
          <a:prstGeom prst="rect">
            <a:avLst/>
          </a:prstGeom>
          <a:noFill/>
        </p:spPr>
        <p:txBody>
          <a:bodyPr wrap="none" rtlCol="0">
            <a:spAutoFit/>
          </a:bodyPr>
          <a:lstStyle/>
          <a:p>
            <a:pPr>
              <a:lnSpc>
                <a:spcPct val="200000"/>
              </a:lnSpc>
            </a:pPr>
            <a:r>
              <a:rPr lang="en-CA" sz="2800" dirty="0">
                <a:solidFill>
                  <a:schemeClr val="tx1">
                    <a:lumMod val="25000"/>
                    <a:lumOff val="75000"/>
                  </a:schemeClr>
                </a:solidFill>
                <a:latin typeface="Kumbh Sans" pitchFamily="2" charset="0"/>
                <a:cs typeface="Kumbh Sans" pitchFamily="2" charset="0"/>
              </a:rPr>
              <a:t>Jack</a:t>
            </a:r>
          </a:p>
          <a:p>
            <a:pPr>
              <a:lnSpc>
                <a:spcPct val="200000"/>
              </a:lnSpc>
            </a:pPr>
            <a:r>
              <a:rPr lang="en-CA" sz="2800" dirty="0">
                <a:solidFill>
                  <a:schemeClr val="tx1">
                    <a:lumMod val="25000"/>
                    <a:lumOff val="75000"/>
                  </a:schemeClr>
                </a:solidFill>
                <a:latin typeface="Kumbh Sans" pitchFamily="2" charset="0"/>
                <a:cs typeface="Kumbh Sans" pitchFamily="2" charset="0"/>
              </a:rPr>
              <a:t>Kayla</a:t>
            </a:r>
          </a:p>
          <a:p>
            <a:pPr>
              <a:lnSpc>
                <a:spcPct val="200000"/>
              </a:lnSpc>
            </a:pPr>
            <a:r>
              <a:rPr lang="en-CA" sz="2800" dirty="0">
                <a:solidFill>
                  <a:schemeClr val="tx1">
                    <a:lumMod val="25000"/>
                    <a:lumOff val="75000"/>
                  </a:schemeClr>
                </a:solidFill>
                <a:latin typeface="Kumbh Sans" pitchFamily="2" charset="0"/>
                <a:cs typeface="Kumbh Sans" pitchFamily="2" charset="0"/>
              </a:rPr>
              <a:t>Edin</a:t>
            </a:r>
          </a:p>
          <a:p>
            <a:pPr>
              <a:lnSpc>
                <a:spcPct val="200000"/>
              </a:lnSpc>
            </a:pPr>
            <a:r>
              <a:rPr lang="en-CA" sz="2800" dirty="0">
                <a:solidFill>
                  <a:schemeClr val="tx1">
                    <a:lumMod val="25000"/>
                    <a:lumOff val="75000"/>
                  </a:schemeClr>
                </a:solidFill>
                <a:latin typeface="Kumbh Sans" pitchFamily="2" charset="0"/>
                <a:cs typeface="Kumbh Sans" pitchFamily="2" charset="0"/>
              </a:rPr>
              <a:t>Jake</a:t>
            </a:r>
          </a:p>
          <a:p>
            <a:pPr>
              <a:lnSpc>
                <a:spcPct val="200000"/>
              </a:lnSpc>
            </a:pPr>
            <a:r>
              <a:rPr lang="en-CA" sz="2800" dirty="0">
                <a:latin typeface="Kumbh Sans" pitchFamily="2" charset="0"/>
                <a:cs typeface="Kumbh Sans" pitchFamily="2" charset="0"/>
              </a:rPr>
              <a:t>Steve</a:t>
            </a:r>
          </a:p>
        </p:txBody>
      </p:sp>
      <p:sp>
        <p:nvSpPr>
          <p:cNvPr id="4" name="TextBox 3">
            <a:extLst>
              <a:ext uri="{FF2B5EF4-FFF2-40B4-BE49-F238E27FC236}">
                <a16:creationId xmlns:a16="http://schemas.microsoft.com/office/drawing/2014/main" id="{93D1B975-23AA-D332-2B01-31BE712CDC3A}"/>
              </a:ext>
            </a:extLst>
          </p:cNvPr>
          <p:cNvSpPr txBox="1"/>
          <p:nvPr/>
        </p:nvSpPr>
        <p:spPr>
          <a:xfrm>
            <a:off x="4163786" y="3429000"/>
            <a:ext cx="7705357" cy="1200329"/>
          </a:xfrm>
          <a:prstGeom prst="rect">
            <a:avLst/>
          </a:prstGeom>
          <a:noFill/>
        </p:spPr>
        <p:txBody>
          <a:bodyPr wrap="square" rtlCol="0">
            <a:spAutoFit/>
          </a:bodyPr>
          <a:lstStyle/>
          <a:p>
            <a:pPr marL="285750" indent="-285750">
              <a:buFontTx/>
              <a:buChar char="-"/>
            </a:pPr>
            <a:r>
              <a:rPr lang="en-CA" dirty="0">
                <a:latin typeface="Kumbh Sans" pitchFamily="2" charset="0"/>
                <a:cs typeface="Kumbh Sans" pitchFamily="2" charset="0"/>
              </a:rPr>
              <a:t>Studied Comp Sci at Brock University, 3 years web dev experience, 1 year embedded firmware dev</a:t>
            </a:r>
          </a:p>
          <a:p>
            <a:pPr marL="285750" indent="-285750">
              <a:buFontTx/>
              <a:buChar char="-"/>
            </a:pPr>
            <a:r>
              <a:rPr lang="en-CA" dirty="0">
                <a:latin typeface="Kumbh Sans" pitchFamily="2" charset="0"/>
                <a:cs typeface="Kumbh Sans" pitchFamily="2" charset="0"/>
              </a:rPr>
              <a:t>Admin person, making ppt, compiling doc package, …</a:t>
            </a:r>
          </a:p>
          <a:p>
            <a:pPr marL="285750" indent="-285750">
              <a:buFontTx/>
              <a:buChar char="-"/>
            </a:pPr>
            <a:r>
              <a:rPr lang="en-CA" dirty="0">
                <a:latin typeface="Kumbh Sans" pitchFamily="2" charset="0"/>
                <a:cs typeface="Kumbh Sans" pitchFamily="2" charset="0"/>
              </a:rPr>
              <a:t>Learning to let other take the wheel and grow in their own domain</a:t>
            </a:r>
          </a:p>
        </p:txBody>
      </p:sp>
    </p:spTree>
    <p:extLst>
      <p:ext uri="{BB962C8B-B14F-4D97-AF65-F5344CB8AC3E}">
        <p14:creationId xmlns:p14="http://schemas.microsoft.com/office/powerpoint/2010/main" val="20495352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1C921-2922-BE23-8C94-1233CD6D7FF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2E2CC7-570D-FDB3-3281-85D5D28B2E70}"/>
              </a:ext>
            </a:extLst>
          </p:cNvPr>
          <p:cNvSpPr txBox="1"/>
          <p:nvPr/>
        </p:nvSpPr>
        <p:spPr>
          <a:xfrm>
            <a:off x="4506686" y="2759529"/>
            <a:ext cx="1441420" cy="369332"/>
          </a:xfrm>
          <a:prstGeom prst="rect">
            <a:avLst/>
          </a:prstGeom>
          <a:noFill/>
        </p:spPr>
        <p:txBody>
          <a:bodyPr wrap="none" rtlCol="0">
            <a:spAutoFit/>
          </a:bodyPr>
          <a:lstStyle/>
          <a:p>
            <a:r>
              <a:rPr lang="en-CA" dirty="0"/>
              <a:t>Client needs</a:t>
            </a:r>
          </a:p>
        </p:txBody>
      </p:sp>
    </p:spTree>
    <p:extLst>
      <p:ext uri="{BB962C8B-B14F-4D97-AF65-F5344CB8AC3E}">
        <p14:creationId xmlns:p14="http://schemas.microsoft.com/office/powerpoint/2010/main" val="34446877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ECC437-54A6-6B8E-6E0E-B726DD8CE5C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39024A9-D0D1-B303-54D7-9B51CE76A009}"/>
              </a:ext>
            </a:extLst>
          </p:cNvPr>
          <p:cNvSpPr txBox="1"/>
          <p:nvPr/>
        </p:nvSpPr>
        <p:spPr>
          <a:xfrm>
            <a:off x="4506686" y="2759529"/>
            <a:ext cx="1497974" cy="369332"/>
          </a:xfrm>
          <a:prstGeom prst="rect">
            <a:avLst/>
          </a:prstGeom>
          <a:noFill/>
        </p:spPr>
        <p:txBody>
          <a:bodyPr wrap="none" rtlCol="0">
            <a:spAutoFit/>
          </a:bodyPr>
          <a:lstStyle/>
          <a:p>
            <a:r>
              <a:rPr lang="en-CA" dirty="0"/>
              <a:t>Competitor 1</a:t>
            </a:r>
          </a:p>
        </p:txBody>
      </p:sp>
    </p:spTree>
    <p:extLst>
      <p:ext uri="{BB962C8B-B14F-4D97-AF65-F5344CB8AC3E}">
        <p14:creationId xmlns:p14="http://schemas.microsoft.com/office/powerpoint/2010/main" val="119467341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D78032-0C9A-7338-75C4-3A981F48951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EB45249E-3CD1-3B49-F9CF-AF33CD9279A1}"/>
              </a:ext>
            </a:extLst>
          </p:cNvPr>
          <p:cNvSpPr txBox="1"/>
          <p:nvPr/>
        </p:nvSpPr>
        <p:spPr>
          <a:xfrm>
            <a:off x="4506686" y="2759529"/>
            <a:ext cx="1497974" cy="369332"/>
          </a:xfrm>
          <a:prstGeom prst="rect">
            <a:avLst/>
          </a:prstGeom>
          <a:noFill/>
        </p:spPr>
        <p:txBody>
          <a:bodyPr wrap="none" rtlCol="0">
            <a:spAutoFit/>
          </a:bodyPr>
          <a:lstStyle/>
          <a:p>
            <a:r>
              <a:rPr lang="en-CA" dirty="0"/>
              <a:t>Competitor 2</a:t>
            </a:r>
          </a:p>
        </p:txBody>
      </p:sp>
    </p:spTree>
    <p:extLst>
      <p:ext uri="{BB962C8B-B14F-4D97-AF65-F5344CB8AC3E}">
        <p14:creationId xmlns:p14="http://schemas.microsoft.com/office/powerpoint/2010/main" val="41900292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253801-181C-62EA-D428-47B4C6AEBA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7C1DAA-388D-15E8-746C-4763F989A8BD}"/>
              </a:ext>
            </a:extLst>
          </p:cNvPr>
          <p:cNvSpPr txBox="1"/>
          <p:nvPr/>
        </p:nvSpPr>
        <p:spPr>
          <a:xfrm>
            <a:off x="4506686" y="2759529"/>
            <a:ext cx="1414170" cy="369332"/>
          </a:xfrm>
          <a:prstGeom prst="rect">
            <a:avLst/>
          </a:prstGeom>
          <a:noFill/>
        </p:spPr>
        <p:txBody>
          <a:bodyPr wrap="none" rtlCol="0">
            <a:spAutoFit/>
          </a:bodyPr>
          <a:lstStyle/>
          <a:p>
            <a:r>
              <a:rPr lang="en-CA" dirty="0"/>
              <a:t>Our solution</a:t>
            </a:r>
          </a:p>
        </p:txBody>
      </p:sp>
    </p:spTree>
    <p:extLst>
      <p:ext uri="{BB962C8B-B14F-4D97-AF65-F5344CB8AC3E}">
        <p14:creationId xmlns:p14="http://schemas.microsoft.com/office/powerpoint/2010/main" val="11790666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AE2C6-1245-E0DC-4C07-4F3FF637473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8899C46-9E05-9DC8-C426-2C65F1A4E528}"/>
              </a:ext>
            </a:extLst>
          </p:cNvPr>
          <p:cNvSpPr txBox="1"/>
          <p:nvPr/>
        </p:nvSpPr>
        <p:spPr>
          <a:xfrm>
            <a:off x="4506686" y="2759529"/>
            <a:ext cx="4857292" cy="369332"/>
          </a:xfrm>
          <a:prstGeom prst="rect">
            <a:avLst/>
          </a:prstGeom>
          <a:noFill/>
        </p:spPr>
        <p:txBody>
          <a:bodyPr wrap="none" rtlCol="0">
            <a:spAutoFit/>
          </a:bodyPr>
          <a:lstStyle/>
          <a:p>
            <a:r>
              <a:rPr lang="en-CA" dirty="0"/>
              <a:t>Comparison table between us and competitors</a:t>
            </a:r>
          </a:p>
        </p:txBody>
      </p:sp>
    </p:spTree>
    <p:extLst>
      <p:ext uri="{BB962C8B-B14F-4D97-AF65-F5344CB8AC3E}">
        <p14:creationId xmlns:p14="http://schemas.microsoft.com/office/powerpoint/2010/main" val="17551821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6D546-8404-1906-1836-C08924CB8B1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E689793-48BC-E89A-D94F-DE97837489B8}"/>
              </a:ext>
            </a:extLst>
          </p:cNvPr>
          <p:cNvSpPr txBox="1"/>
          <p:nvPr/>
        </p:nvSpPr>
        <p:spPr>
          <a:xfrm>
            <a:off x="4506686" y="2759529"/>
            <a:ext cx="638316" cy="369332"/>
          </a:xfrm>
          <a:prstGeom prst="rect">
            <a:avLst/>
          </a:prstGeom>
          <a:noFill/>
        </p:spPr>
        <p:txBody>
          <a:bodyPr wrap="none" rtlCol="0">
            <a:spAutoFit/>
          </a:bodyPr>
          <a:lstStyle/>
          <a:p>
            <a:r>
              <a:rPr lang="en-CA" dirty="0"/>
              <a:t>Q&amp;A</a:t>
            </a:r>
          </a:p>
        </p:txBody>
      </p:sp>
    </p:spTree>
    <p:extLst>
      <p:ext uri="{BB962C8B-B14F-4D97-AF65-F5344CB8AC3E}">
        <p14:creationId xmlns:p14="http://schemas.microsoft.com/office/powerpoint/2010/main" val="22291552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06F22D-BE40-925B-D0B4-154AD0607E5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B048899-C536-5880-E201-0706C75C8AF2}"/>
              </a:ext>
            </a:extLst>
          </p:cNvPr>
          <p:cNvSpPr txBox="1"/>
          <p:nvPr/>
        </p:nvSpPr>
        <p:spPr>
          <a:xfrm>
            <a:off x="4506686" y="2759529"/>
            <a:ext cx="569387" cy="369332"/>
          </a:xfrm>
          <a:prstGeom prst="rect">
            <a:avLst/>
          </a:prstGeom>
          <a:noFill/>
        </p:spPr>
        <p:txBody>
          <a:bodyPr wrap="none" rtlCol="0">
            <a:spAutoFit/>
          </a:bodyPr>
          <a:lstStyle/>
          <a:p>
            <a:r>
              <a:rPr lang="en-CA" dirty="0"/>
              <a:t>End</a:t>
            </a:r>
          </a:p>
        </p:txBody>
      </p:sp>
    </p:spTree>
    <p:extLst>
      <p:ext uri="{BB962C8B-B14F-4D97-AF65-F5344CB8AC3E}">
        <p14:creationId xmlns:p14="http://schemas.microsoft.com/office/powerpoint/2010/main" val="1557603729"/>
      </p:ext>
    </p:extLst>
  </p:cSld>
  <p:clrMapOvr>
    <a:masterClrMapping/>
  </p:clrMapOvr>
</p:sld>
</file>

<file path=ppt/theme/theme1.xml><?xml version="1.0" encoding="utf-8"?>
<a:theme xmlns:a="http://schemas.openxmlformats.org/drawingml/2006/main" name="Office Theme">
  <a:themeElements>
    <a:clrScheme name="Adestria - Prog 1180">
      <a:dk1>
        <a:srgbClr val="042239"/>
      </a:dk1>
      <a:lt1>
        <a:srgbClr val="DBE9F7"/>
      </a:lt1>
      <a:dk2>
        <a:srgbClr val="021320"/>
      </a:dk2>
      <a:lt2>
        <a:srgbClr val="E8E8E8"/>
      </a:lt2>
      <a:accent1>
        <a:srgbClr val="8B130D"/>
      </a:accent1>
      <a:accent2>
        <a:srgbClr val="152B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81</TotalTime>
  <Words>238</Words>
  <Application>Microsoft Office PowerPoint</Application>
  <PresentationFormat>Widescreen</PresentationFormat>
  <Paragraphs>59</Paragraphs>
  <Slides>15</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Kumbh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Steve Mutrux</dc:creator>
  <cp:lastModifiedBy>Steve Mutrux</cp:lastModifiedBy>
  <cp:revision>1</cp:revision>
  <dcterms:created xsi:type="dcterms:W3CDTF">2026-09-15T14:42:30Z</dcterms:created>
  <dcterms:modified xsi:type="dcterms:W3CDTF">2026-09-15T18:30:15Z</dcterms:modified>
</cp:coreProperties>
</file>