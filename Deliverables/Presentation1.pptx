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74" r:id="rId5"/>
    <p:sldId id="273" r:id="rId6"/>
    <p:sldId id="266" r:id="rId7"/>
    <p:sldId id="267" r:id="rId8"/>
    <p:sldId id="268" r:id="rId9"/>
    <p:sldId id="270" r:id="rId10"/>
    <p:sldId id="260" r:id="rId11"/>
    <p:sldId id="272" r:id="rId12"/>
    <p:sldId id="261" r:id="rId13"/>
    <p:sldId id="262" r:id="rId14"/>
    <p:sldId id="269" r:id="rId15"/>
    <p:sldId id="263"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660" dt="2026-09-16T02:47:48.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9227" autoAdjust="0"/>
  </p:normalViewPr>
  <p:slideViewPr>
    <p:cSldViewPr snapToGrid="0">
      <p:cViewPr>
        <p:scale>
          <a:sx n="200" d="100"/>
          <a:sy n="200" d="100"/>
        </p:scale>
        <p:origin x="618"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6T02:47:48.323" v="3073"/>
      <pc:docMkLst>
        <pc:docMk/>
      </pc:docMkLst>
      <pc:sldChg chg="addSp modSp mod">
        <pc:chgData name="Steve Mutrux" userId="4fa98d0c-dc66-4728-b09b-a88e22e95094" providerId="ADAL" clId="{421BD283-33D8-4C6C-821F-71755E863FA2}" dt="2026-09-16T00:47:37.043" v="924" actId="2711"/>
        <pc:sldMkLst>
          <pc:docMk/>
          <pc:sldMk cId="1072592071" sldId="256"/>
        </pc:sldMkLst>
        <pc:spChg chg="add mod">
          <ac:chgData name="Steve Mutrux" userId="4fa98d0c-dc66-4728-b09b-a88e22e95094" providerId="ADAL" clId="{421BD283-33D8-4C6C-821F-71755E863FA2}" dt="2026-09-16T00:47:37.043" v="924" actId="2711"/>
          <ac:spMkLst>
            <pc:docMk/>
            <pc:sldMk cId="1072592071" sldId="256"/>
            <ac:spMk id="2" creationId="{C4BB3A72-2E59-9C09-7249-7E3E1BB3A04A}"/>
          </ac:spMkLst>
        </pc:spChg>
        <pc:spChg chg="add mod">
          <ac:chgData name="Steve Mutrux" userId="4fa98d0c-dc66-4728-b09b-a88e22e95094" providerId="ADAL" clId="{421BD283-33D8-4C6C-821F-71755E863FA2}" dt="2026-09-16T00:47:37.043" v="924" actId="2711"/>
          <ac:spMkLst>
            <pc:docMk/>
            <pc:sldMk cId="1072592071" sldId="256"/>
            <ac:spMk id="4" creationId="{9545E1D1-BA2D-1F66-1768-113A11E038CF}"/>
          </ac:spMkLst>
        </pc:spChg>
        <pc:spChg chg="add mod">
          <ac:chgData name="Steve Mutrux" userId="4fa98d0c-dc66-4728-b09b-a88e22e95094" providerId="ADAL" clId="{421BD283-33D8-4C6C-821F-71755E863FA2}" dt="2026-09-16T00:47:37.043" v="924" actId="2711"/>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02:36:33.111" v="3040" actId="167"/>
        <pc:sldMkLst>
          <pc:docMk/>
          <pc:sldMk cId="2816041415" sldId="257"/>
        </pc:sldMkLst>
        <pc:spChg chg="del mod">
          <ac:chgData name="Steve Mutrux" userId="4fa98d0c-dc66-4728-b09b-a88e22e95094" providerId="ADAL" clId="{421BD283-33D8-4C6C-821F-71755E863FA2}" dt="2026-09-16T00:46:31.976" v="922" actId="478"/>
          <ac:spMkLst>
            <pc:docMk/>
            <pc:sldMk cId="2816041415" sldId="257"/>
            <ac:spMk id="2" creationId="{46678232-D860-76CE-77D5-D9F21C5850EF}"/>
          </ac:spMkLst>
        </pc:spChg>
        <pc:spChg chg="add mod ord">
          <ac:chgData name="Steve Mutrux" userId="4fa98d0c-dc66-4728-b09b-a88e22e95094" providerId="ADAL" clId="{421BD283-33D8-4C6C-821F-71755E863FA2}" dt="2026-09-16T01:22:14.992" v="2244" actId="207"/>
          <ac:spMkLst>
            <pc:docMk/>
            <pc:sldMk cId="2816041415" sldId="257"/>
            <ac:spMk id="4" creationId="{FF2203D6-CADD-8886-994B-15E5019085A9}"/>
          </ac:spMkLst>
        </pc:spChg>
        <pc:spChg chg="add del mod">
          <ac:chgData name="Steve Mutrux" userId="4fa98d0c-dc66-4728-b09b-a88e22e95094" providerId="ADAL" clId="{421BD283-33D8-4C6C-821F-71755E863FA2}" dt="2026-09-16T01:03:58.801" v="1038" actId="478"/>
          <ac:spMkLst>
            <pc:docMk/>
            <pc:sldMk cId="2816041415" sldId="257"/>
            <ac:spMk id="6" creationId="{C410810D-A989-74D7-F0EB-6BE5858E3F6A}"/>
          </ac:spMkLst>
        </pc:spChg>
        <pc:spChg chg="add del mod">
          <ac:chgData name="Steve Mutrux" userId="4fa98d0c-dc66-4728-b09b-a88e22e95094" providerId="ADAL" clId="{421BD283-33D8-4C6C-821F-71755E863FA2}" dt="2026-09-16T01:03:18.802" v="1036" actId="478"/>
          <ac:spMkLst>
            <pc:docMk/>
            <pc:sldMk cId="2816041415" sldId="257"/>
            <ac:spMk id="7" creationId="{3261E8B8-4A5D-BECA-1304-E8332AAE561A}"/>
          </ac:spMkLst>
        </pc:spChg>
        <pc:spChg chg="add del mod topLvl">
          <ac:chgData name="Steve Mutrux" userId="4fa98d0c-dc66-4728-b09b-a88e22e95094" providerId="ADAL" clId="{421BD283-33D8-4C6C-821F-71755E863FA2}" dt="2026-09-16T01:11:16.400" v="1106" actId="478"/>
          <ac:spMkLst>
            <pc:docMk/>
            <pc:sldMk cId="2816041415" sldId="257"/>
            <ac:spMk id="9" creationId="{FAEF5536-44D2-9012-9C74-2886C3A8524B}"/>
          </ac:spMkLst>
        </pc:spChg>
        <pc:spChg chg="add del mod topLvl">
          <ac:chgData name="Steve Mutrux" userId="4fa98d0c-dc66-4728-b09b-a88e22e95094" providerId="ADAL" clId="{421BD283-33D8-4C6C-821F-71755E863FA2}" dt="2026-09-16T01:11:14.839" v="1105" actId="478"/>
          <ac:spMkLst>
            <pc:docMk/>
            <pc:sldMk cId="2816041415" sldId="257"/>
            <ac:spMk id="11" creationId="{E786029E-8D13-42CC-AFB7-93C737CF5FB5}"/>
          </ac:spMkLst>
        </pc:spChg>
        <pc:spChg chg="add del mod topLvl">
          <ac:chgData name="Steve Mutrux" userId="4fa98d0c-dc66-4728-b09b-a88e22e95094" providerId="ADAL" clId="{421BD283-33D8-4C6C-821F-71755E863FA2}" dt="2026-09-16T01:11:14.839" v="1105" actId="478"/>
          <ac:spMkLst>
            <pc:docMk/>
            <pc:sldMk cId="2816041415" sldId="257"/>
            <ac:spMk id="13" creationId="{68683EA2-9224-6664-E087-6B86DAA4A1C0}"/>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02:36:33.111" v="3040" actId="167"/>
          <ac:spMkLst>
            <pc:docMk/>
            <pc:sldMk cId="2816041415" sldId="257"/>
            <ac:spMk id="19" creationId="{34355EF9-B8A3-1336-E2F3-0B95B2A432A6}"/>
          </ac:spMkLst>
        </pc:spChg>
        <pc:spChg chg="add mod ord">
          <ac:chgData name="Steve Mutrux" userId="4fa98d0c-dc66-4728-b09b-a88e22e95094" providerId="ADAL" clId="{421BD283-33D8-4C6C-821F-71755E863FA2}" dt="2026-09-16T02:36:33.111" v="3040" actId="167"/>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del mod">
          <ac:chgData name="Steve Mutrux" userId="4fa98d0c-dc66-4728-b09b-a88e22e95094" providerId="ADAL" clId="{421BD283-33D8-4C6C-821F-71755E863FA2}" dt="2026-09-16T01:06:19.504" v="1065" actId="165"/>
          <ac:grpSpMkLst>
            <pc:docMk/>
            <pc:sldMk cId="2816041415" sldId="257"/>
            <ac:grpSpMk id="14" creationId="{73DF0394-079E-F5AC-B018-B56745238E9B}"/>
          </ac:grpSpMkLst>
        </pc:grpChg>
        <pc:grpChg chg="add mod ord">
          <ac:chgData name="Steve Mutrux" userId="4fa98d0c-dc66-4728-b09b-a88e22e95094" providerId="ADAL" clId="{421BD283-33D8-4C6C-821F-71755E863FA2}" dt="2026-09-16T02:36:33.111" v="3040" actId="167"/>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6T02:47:48.323" v="3073"/>
        <pc:sldMkLst>
          <pc:docMk/>
          <pc:sldMk cId="518144185" sldId="258"/>
        </pc:sldMkLst>
        <pc:spChg chg="del mod">
          <ac:chgData name="Steve Mutrux" userId="4fa98d0c-dc66-4728-b09b-a88e22e95094" providerId="ADAL" clId="{421BD283-33D8-4C6C-821F-71755E863FA2}" dt="2026-09-16T00:46:35.289" v="923" actId="478"/>
          <ac:spMkLst>
            <pc:docMk/>
            <pc:sldMk cId="518144185" sldId="258"/>
            <ac:spMk id="2" creationId="{C7943069-6591-7336-398B-719327BAD466}"/>
          </ac:spMkLst>
        </pc:spChg>
        <pc:spChg chg="add del">
          <ac:chgData name="Steve Mutrux" userId="4fa98d0c-dc66-4728-b09b-a88e22e95094" providerId="ADAL" clId="{421BD283-33D8-4C6C-821F-71755E863FA2}" dt="2026-09-15T17:23:02.164" v="89" actId="22"/>
          <ac:spMkLst>
            <pc:docMk/>
            <pc:sldMk cId="518144185" sldId="258"/>
            <ac:spMk id="4" creationId="{2BF38305-4E94-805E-6DF4-E584E9A7D528}"/>
          </ac:spMkLst>
        </pc:spChg>
        <pc:spChg chg="add del mod ord">
          <ac:chgData name="Steve Mutrux" userId="4fa98d0c-dc66-4728-b09b-a88e22e95094" providerId="ADAL" clId="{421BD283-33D8-4C6C-821F-71755E863FA2}" dt="2026-09-16T01:41:19.114" v="2580"/>
          <ac:spMkLst>
            <pc:docMk/>
            <pc:sldMk cId="518144185" sldId="258"/>
            <ac:spMk id="4" creationId="{4179717D-B637-2B0D-B9EF-712078DD12DB}"/>
          </ac:spMkLst>
        </pc:spChg>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del">
          <ac:chgData name="Steve Mutrux" userId="4fa98d0c-dc66-4728-b09b-a88e22e95094" providerId="ADAL" clId="{421BD283-33D8-4C6C-821F-71755E863FA2}" dt="2026-09-15T17:23:02.015" v="88" actId="22"/>
          <ac:spMkLst>
            <pc:docMk/>
            <pc:sldMk cId="518144185" sldId="258"/>
            <ac:spMk id="6" creationId="{C11197FF-9241-4E98-1F23-6A6849A7C448}"/>
          </ac:spMkLst>
        </pc:spChg>
        <pc:spChg chg="add del mod">
          <ac:chgData name="Steve Mutrux" userId="4fa98d0c-dc66-4728-b09b-a88e22e95094" providerId="ADAL" clId="{421BD283-33D8-4C6C-821F-71755E863FA2}" dt="2026-09-16T01:32:58.829" v="2270" actId="478"/>
          <ac:spMkLst>
            <pc:docMk/>
            <pc:sldMk cId="518144185" sldId="258"/>
            <ac:spMk id="6" creationId="{F30D305D-9660-BFE0-D543-CD5D129E965D}"/>
          </ac:spMkLst>
        </pc:spChg>
        <pc:spChg chg="add del mod">
          <ac:chgData name="Steve Mutrux" userId="4fa98d0c-dc66-4728-b09b-a88e22e95094" providerId="ADAL" clId="{421BD283-33D8-4C6C-821F-71755E863FA2}" dt="2026-09-16T01:34:24.418" v="2280" actId="478"/>
          <ac:spMkLst>
            <pc:docMk/>
            <pc:sldMk cId="518144185" sldId="258"/>
            <ac:spMk id="8" creationId="{4420A185-84EB-DED9-0C78-E7C60A358624}"/>
          </ac:spMkLst>
        </pc:spChg>
        <pc:spChg chg="add mod">
          <ac:chgData name="Steve Mutrux" userId="4fa98d0c-dc66-4728-b09b-a88e22e95094" providerId="ADAL" clId="{421BD283-33D8-4C6C-821F-71755E863FA2}" dt="2026-09-16T01:44:44.516" v="2607" actId="20577"/>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del mod">
          <ac:chgData name="Steve Mutrux" userId="4fa98d0c-dc66-4728-b09b-a88e22e95094" providerId="ADAL" clId="{421BD283-33D8-4C6C-821F-71755E863FA2}" dt="2026-09-16T01:46:37.054" v="2657" actId="21"/>
          <ac:spMkLst>
            <pc:docMk/>
            <pc:sldMk cId="518144185" sldId="258"/>
            <ac:spMk id="15" creationId="{44A84756-8249-7168-7DA3-B3CFCE071452}"/>
          </ac:spMkLst>
        </pc:spChg>
        <pc:spChg chg="add del mod">
          <ac:chgData name="Steve Mutrux" userId="4fa98d0c-dc66-4728-b09b-a88e22e95094" providerId="ADAL" clId="{421BD283-33D8-4C6C-821F-71755E863FA2}" dt="2026-09-16T01:46:37.054" v="2657" actId="21"/>
          <ac:spMkLst>
            <pc:docMk/>
            <pc:sldMk cId="518144185" sldId="258"/>
            <ac:spMk id="17" creationId="{AC29BAEA-85E2-CE44-DFD8-33264295EAFB}"/>
          </ac:spMkLst>
        </pc:spChg>
        <pc:spChg chg="add mod">
          <ac:chgData name="Steve Mutrux" userId="4fa98d0c-dc66-4728-b09b-a88e22e95094" providerId="ADAL" clId="{421BD283-33D8-4C6C-821F-71755E863FA2}" dt="2026-09-16T02:07:30.283" v="2884" actId="1076"/>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6T02:07:30.283" v="2884" actId="1076"/>
          <ac:spMkLst>
            <pc:docMk/>
            <pc:sldMk cId="518144185" sldId="258"/>
            <ac:spMk id="20" creationId="{CCFAD389-EE71-B68B-7904-B518B60423D2}"/>
          </ac:spMkLst>
        </pc:spChg>
        <pc:spChg chg="add mod">
          <ac:chgData name="Steve Mutrux" userId="4fa98d0c-dc66-4728-b09b-a88e22e95094" providerId="ADAL" clId="{421BD283-33D8-4C6C-821F-71755E863FA2}" dt="2026-09-16T02:07:30.283" v="2884" actId="1076"/>
          <ac:spMkLst>
            <pc:docMk/>
            <pc:sldMk cId="518144185" sldId="258"/>
            <ac:spMk id="21" creationId="{AD65F9A4-3D9F-CADB-4D37-DD80B4615F45}"/>
          </ac:spMkLst>
        </pc:spChg>
        <pc:spChg chg="add mod">
          <ac:chgData name="Steve Mutrux" userId="4fa98d0c-dc66-4728-b09b-a88e22e95094" providerId="ADAL" clId="{421BD283-33D8-4C6C-821F-71755E863FA2}" dt="2026-09-16T02:07:30.283" v="2884" actId="1076"/>
          <ac:spMkLst>
            <pc:docMk/>
            <pc:sldMk cId="518144185" sldId="258"/>
            <ac:spMk id="22" creationId="{12F11FF0-1BF1-6CC5-4631-D4121454A724}"/>
          </ac:spMkLst>
        </pc:spChg>
        <pc:spChg chg="add mod">
          <ac:chgData name="Steve Mutrux" userId="4fa98d0c-dc66-4728-b09b-a88e22e95094" providerId="ADAL" clId="{421BD283-33D8-4C6C-821F-71755E863FA2}" dt="2026-09-16T02:07:30.283" v="2884" actId="1076"/>
          <ac:spMkLst>
            <pc:docMk/>
            <pc:sldMk cId="518144185" sldId="258"/>
            <ac:spMk id="23" creationId="{407BEB45-41C6-4289-92A8-7E218F7F8701}"/>
          </ac:spMkLst>
        </pc:spChg>
        <pc:spChg chg="add mod">
          <ac:chgData name="Steve Mutrux" userId="4fa98d0c-dc66-4728-b09b-a88e22e95094" providerId="ADAL" clId="{421BD283-33D8-4C6C-821F-71755E863FA2}" dt="2026-09-16T02:07:30.283" v="2884"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modSp add del mod">
        <pc:chgData name="Steve Mutrux" userId="4fa98d0c-dc66-4728-b09b-a88e22e95094" providerId="ADAL" clId="{421BD283-33D8-4C6C-821F-71755E863FA2}" dt="2026-09-15T17:33:19.095" v="206" actId="47"/>
        <pc:sldMkLst>
          <pc:docMk/>
          <pc:sldMk cId="2746681985" sldId="259"/>
        </pc:sldMkLst>
        <pc:spChg chg="mod">
          <ac:chgData name="Steve Mutrux" userId="4fa98d0c-dc66-4728-b09b-a88e22e95094" providerId="ADAL" clId="{421BD283-33D8-4C6C-821F-71755E863FA2}" dt="2026-09-15T17:24:30.924" v="143" actId="20577"/>
          <ac:spMkLst>
            <pc:docMk/>
            <pc:sldMk cId="2746681985" sldId="259"/>
            <ac:spMk id="2" creationId="{46FCA733-7FA2-BB2D-AC86-FA58306C8D48}"/>
          </ac:spMkLst>
        </pc:spChg>
      </pc:sldChg>
      <pc:sldChg chg="addSp delSp modSp add mod">
        <pc:chgData name="Steve Mutrux" userId="4fa98d0c-dc66-4728-b09b-a88e22e95094" providerId="ADAL" clId="{421BD283-33D8-4C6C-821F-71755E863FA2}" dt="2026-09-16T00:46:15.741" v="916" actId="478"/>
        <pc:sldMkLst>
          <pc:docMk/>
          <pc:sldMk cId="3444687766" sldId="260"/>
        </pc:sldMkLst>
        <pc:spChg chg="del mod">
          <ac:chgData name="Steve Mutrux" userId="4fa98d0c-dc66-4728-b09b-a88e22e95094" providerId="ADAL" clId="{421BD283-33D8-4C6C-821F-71755E863FA2}" dt="2026-09-16T00:46:15.741" v="916" actId="478"/>
          <ac:spMkLst>
            <pc:docMk/>
            <pc:sldMk cId="3444687766" sldId="260"/>
            <ac:spMk id="2" creationId="{002E2CC7-570D-FDB3-3281-85D5D28B2E70}"/>
          </ac:spMkLst>
        </pc:spChg>
        <pc:spChg chg="add mod">
          <ac:chgData name="Steve Mutrux" userId="4fa98d0c-dc66-4728-b09b-a88e22e95094" providerId="ADAL" clId="{421BD283-33D8-4C6C-821F-71755E863FA2}" dt="2026-09-16T00:45:21.601" v="904" actId="207"/>
          <ac:spMkLst>
            <pc:docMk/>
            <pc:sldMk cId="3444687766" sldId="260"/>
            <ac:spMk id="4" creationId="{42765858-AB49-C69A-CA41-8F00663B3404}"/>
          </ac:spMkLst>
        </pc:spChg>
      </pc:sldChg>
      <pc:sldChg chg="addSp delSp modSp add mod">
        <pc:chgData name="Steve Mutrux" userId="4fa98d0c-dc66-4728-b09b-a88e22e95094" providerId="ADAL" clId="{421BD283-33D8-4C6C-821F-71755E863FA2}" dt="2026-09-16T00:46:11.904" v="914" actId="478"/>
        <pc:sldMkLst>
          <pc:docMk/>
          <pc:sldMk cId="4190029259" sldId="261"/>
        </pc:sldMkLst>
        <pc:spChg chg="del">
          <ac:chgData name="Steve Mutrux" userId="4fa98d0c-dc66-4728-b09b-a88e22e95094" providerId="ADAL" clId="{421BD283-33D8-4C6C-821F-71755E863FA2}" dt="2026-09-16T00:46:11.904" v="914" actId="478"/>
          <ac:spMkLst>
            <pc:docMk/>
            <pc:sldMk cId="4190029259" sldId="261"/>
            <ac:spMk id="2" creationId="{EB45249E-3CD1-3B49-F9CF-AF33CD9279A1}"/>
          </ac:spMkLst>
        </pc:spChg>
        <pc:spChg chg="add del">
          <ac:chgData name="Steve Mutrux" userId="4fa98d0c-dc66-4728-b09b-a88e22e95094" providerId="ADAL" clId="{421BD283-33D8-4C6C-821F-71755E863FA2}" dt="2026-09-16T00:42:24.116" v="855" actId="478"/>
          <ac:spMkLst>
            <pc:docMk/>
            <pc:sldMk cId="4190029259" sldId="261"/>
            <ac:spMk id="4" creationId="{86ABD23B-52C3-0A87-E606-1F99B12A92D7}"/>
          </ac:spMkLst>
        </pc:spChg>
        <pc:spChg chg="add mod">
          <ac:chgData name="Steve Mutrux" userId="4fa98d0c-dc66-4728-b09b-a88e22e95094" providerId="ADAL" clId="{421BD283-33D8-4C6C-821F-71755E863FA2}" dt="2026-09-16T00:45:46.853" v="908" actId="207"/>
          <ac:spMkLst>
            <pc:docMk/>
            <pc:sldMk cId="4190029259" sldId="261"/>
            <ac:spMk id="6" creationId="{C26F907F-3A16-3C95-A3C0-1A0D83238263}"/>
          </ac:spMkLst>
        </pc:spChg>
      </pc:sldChg>
      <pc:sldChg chg="addSp delSp modSp add mod">
        <pc:chgData name="Steve Mutrux" userId="4fa98d0c-dc66-4728-b09b-a88e22e95094" providerId="ADAL" clId="{421BD283-33D8-4C6C-821F-71755E863FA2}" dt="2026-09-16T00:46:09.571" v="913" actId="478"/>
        <pc:sldMkLst>
          <pc:docMk/>
          <pc:sldMk cId="1179066660" sldId="262"/>
        </pc:sldMkLst>
        <pc:spChg chg="del">
          <ac:chgData name="Steve Mutrux" userId="4fa98d0c-dc66-4728-b09b-a88e22e95094" providerId="ADAL" clId="{421BD283-33D8-4C6C-821F-71755E863FA2}" dt="2026-09-16T00:46:09.571" v="913" actId="478"/>
          <ac:spMkLst>
            <pc:docMk/>
            <pc:sldMk cId="1179066660" sldId="262"/>
            <ac:spMk id="2" creationId="{FB7C1DAA-388D-15E8-746C-4763F989A8BD}"/>
          </ac:spMkLst>
        </pc:spChg>
        <pc:spChg chg="add del">
          <ac:chgData name="Steve Mutrux" userId="4fa98d0c-dc66-4728-b09b-a88e22e95094" providerId="ADAL" clId="{421BD283-33D8-4C6C-821F-71755E863FA2}" dt="2026-09-16T00:42:27.997" v="857" actId="478"/>
          <ac:spMkLst>
            <pc:docMk/>
            <pc:sldMk cId="1179066660" sldId="262"/>
            <ac:spMk id="4" creationId="{454DAE8C-0239-F0A4-BA7E-4FE0FF2D9897}"/>
          </ac:spMkLst>
        </pc:spChg>
        <pc:spChg chg="add mod">
          <ac:chgData name="Steve Mutrux" userId="4fa98d0c-dc66-4728-b09b-a88e22e95094" providerId="ADAL" clId="{421BD283-33D8-4C6C-821F-71755E863FA2}" dt="2026-09-16T00:45:53.311" v="910" actId="207"/>
          <ac:spMkLst>
            <pc:docMk/>
            <pc:sldMk cId="1179066660" sldId="262"/>
            <ac:spMk id="6" creationId="{0CDADB92-84C5-A652-539F-1C8F5047D3A6}"/>
          </ac:spMkLst>
        </pc:spChg>
      </pc:sldChg>
      <pc:sldChg chg="addSp delSp modSp add mod">
        <pc:chgData name="Steve Mutrux" userId="4fa98d0c-dc66-4728-b09b-a88e22e95094" providerId="ADAL" clId="{421BD283-33D8-4C6C-821F-71755E863FA2}" dt="2026-09-16T00:46:05.458" v="912" actId="207"/>
        <pc:sldMkLst>
          <pc:docMk/>
          <pc:sldMk cId="2229155277" sldId="263"/>
        </pc:sldMkLst>
        <pc:spChg chg="del">
          <ac:chgData name="Steve Mutrux" userId="4fa98d0c-dc66-4728-b09b-a88e22e95094" providerId="ADAL" clId="{421BD283-33D8-4C6C-821F-71755E863FA2}" dt="2026-09-16T00:43:06.714" v="871" actId="478"/>
          <ac:spMkLst>
            <pc:docMk/>
            <pc:sldMk cId="2229155277" sldId="263"/>
            <ac:spMk id="2" creationId="{9E689793-48BC-E89A-D94F-DE97837489B8}"/>
          </ac:spMkLst>
        </pc:spChg>
        <pc:spChg chg="add del">
          <ac:chgData name="Steve Mutrux" userId="4fa98d0c-dc66-4728-b09b-a88e22e95094" providerId="ADAL" clId="{421BD283-33D8-4C6C-821F-71755E863FA2}" dt="2026-09-16T00:42:33.831" v="861" actId="478"/>
          <ac:spMkLst>
            <pc:docMk/>
            <pc:sldMk cId="2229155277" sldId="263"/>
            <ac:spMk id="4" creationId="{202A19DB-42DD-70EE-502D-F38B63917B61}"/>
          </ac:spMkLst>
        </pc:spChg>
        <pc:spChg chg="add mod">
          <ac:chgData name="Steve Mutrux" userId="4fa98d0c-dc66-4728-b09b-a88e22e95094" providerId="ADAL" clId="{421BD283-33D8-4C6C-821F-71755E863FA2}" dt="2026-09-16T00:46:05.458" v="912" actId="207"/>
          <ac:spMkLst>
            <pc:docMk/>
            <pc:sldMk cId="2229155277" sldId="263"/>
            <ac:spMk id="6" creationId="{3781749F-2DE4-6052-FCC1-9E1C1554116A}"/>
          </ac:spMkLst>
        </pc:spChg>
      </pc:sldChg>
      <pc:sldChg chg="addSp modSp add del mod ord">
        <pc:chgData name="Steve Mutrux" userId="4fa98d0c-dc66-4728-b09b-a88e22e95094" providerId="ADAL" clId="{421BD283-33D8-4C6C-821F-71755E863FA2}" dt="2026-09-15T17:32:59.196" v="205" actId="47"/>
        <pc:sldMkLst>
          <pc:docMk/>
          <pc:sldMk cId="3784798508" sldId="264"/>
        </pc:sldMkLst>
        <pc:graphicFrameChg chg="add mod modGraphic">
          <ac:chgData name="Steve Mutrux" userId="4fa98d0c-dc66-4728-b09b-a88e22e95094" providerId="ADAL" clId="{421BD283-33D8-4C6C-821F-71755E863FA2}" dt="2026-09-15T17:26:50.371" v="149" actId="21"/>
          <ac:graphicFrameMkLst>
            <pc:docMk/>
            <pc:sldMk cId="3784798508" sldId="264"/>
            <ac:graphicFrameMk id="3" creationId="{FA98907C-FF05-F27C-6580-F7DFB5B2FA79}"/>
          </ac:graphicFrameMkLst>
        </pc:graphicFrameChg>
      </pc:sldChg>
      <pc:sldChg chg="addSp delSp modSp add del mod addAnim delAnim modAnim">
        <pc:chgData name="Steve Mutrux" userId="4fa98d0c-dc66-4728-b09b-a88e22e95094" providerId="ADAL" clId="{421BD283-33D8-4C6C-821F-71755E863FA2}" dt="2026-09-16T02:08:34.656" v="2886" actId="47"/>
        <pc:sldMkLst>
          <pc:docMk/>
          <pc:sldMk cId="2553109476" sldId="265"/>
        </pc:sldMkLst>
        <pc:spChg chg="del mod">
          <ac:chgData name="Steve Mutrux" userId="4fa98d0c-dc66-4728-b09b-a88e22e95094" providerId="ADAL" clId="{421BD283-33D8-4C6C-821F-71755E863FA2}" dt="2026-09-16T00:46:27.819" v="920" actId="478"/>
          <ac:spMkLst>
            <pc:docMk/>
            <pc:sldMk cId="2553109476" sldId="265"/>
            <ac:spMk id="2" creationId="{9019CA75-AE86-96E8-F266-96497A23FD87}"/>
          </ac:spMkLst>
        </pc:spChg>
        <pc:spChg chg="add del mod">
          <ac:chgData name="Steve Mutrux" userId="4fa98d0c-dc66-4728-b09b-a88e22e95094" providerId="ADAL" clId="{421BD283-33D8-4C6C-821F-71755E863FA2}" dt="2026-09-16T01:46:29.971" v="2655" actId="478"/>
          <ac:spMkLst>
            <pc:docMk/>
            <pc:sldMk cId="2553109476" sldId="265"/>
            <ac:spMk id="4" creationId="{487D995F-8AAC-6993-74EB-723E6B5C0BFF}"/>
          </ac:spMkLst>
        </pc:spChg>
        <pc:spChg chg="add del mod">
          <ac:chgData name="Steve Mutrux" userId="4fa98d0c-dc66-4728-b09b-a88e22e95094" providerId="ADAL" clId="{421BD283-33D8-4C6C-821F-71755E863FA2}" dt="2026-09-16T01:46:31.802" v="2656" actId="478"/>
          <ac:spMkLst>
            <pc:docMk/>
            <pc:sldMk cId="2553109476" sldId="265"/>
            <ac:spMk id="5" creationId="{CC915FDB-49B9-2B7E-78DD-B03D9C91E7BB}"/>
          </ac:spMkLst>
        </pc:spChg>
        <pc:spChg chg="add mod">
          <ac:chgData name="Steve Mutrux" userId="4fa98d0c-dc66-4728-b09b-a88e22e95094" providerId="ADAL" clId="{421BD283-33D8-4C6C-821F-71755E863FA2}" dt="2026-09-16T01:48:58.599" v="2674" actId="1076"/>
          <ac:spMkLst>
            <pc:docMk/>
            <pc:sldMk cId="2553109476" sldId="265"/>
            <ac:spMk id="6" creationId="{61D39F87-CA97-9841-1740-3A707FCB0820}"/>
          </ac:spMkLst>
        </pc:spChg>
        <pc:spChg chg="add mod">
          <ac:chgData name="Steve Mutrux" userId="4fa98d0c-dc66-4728-b09b-a88e22e95094" providerId="ADAL" clId="{421BD283-33D8-4C6C-821F-71755E863FA2}" dt="2026-09-16T01:48:58.599" v="2674" actId="1076"/>
          <ac:spMkLst>
            <pc:docMk/>
            <pc:sldMk cId="2553109476" sldId="265"/>
            <ac:spMk id="8" creationId="{D2CAF332-5168-1014-A2BD-160BABC51106}"/>
          </ac:spMkLst>
        </pc:spChg>
        <pc:spChg chg="add mod">
          <ac:chgData name="Steve Mutrux" userId="4fa98d0c-dc66-4728-b09b-a88e22e95094" providerId="ADAL" clId="{421BD283-33D8-4C6C-821F-71755E863FA2}" dt="2026-09-16T02:05:29.497" v="2880" actId="1076"/>
          <ac:spMkLst>
            <pc:docMk/>
            <pc:sldMk cId="2553109476" sldId="265"/>
            <ac:spMk id="9" creationId="{C08C61C3-61B5-0EF2-19EE-F7A6E4779A21}"/>
          </ac:spMkLst>
        </pc:spChg>
        <pc:spChg chg="add mod">
          <ac:chgData name="Steve Mutrux" userId="4fa98d0c-dc66-4728-b09b-a88e22e95094" providerId="ADAL" clId="{421BD283-33D8-4C6C-821F-71755E863FA2}" dt="2026-09-16T02:05:29.497" v="2880" actId="1076"/>
          <ac:spMkLst>
            <pc:docMk/>
            <pc:sldMk cId="2553109476" sldId="265"/>
            <ac:spMk id="11" creationId="{EFE92541-AAEA-62B9-4C58-46C0C2B56148}"/>
          </ac:spMkLst>
        </pc:spChg>
        <pc:spChg chg="add mod">
          <ac:chgData name="Steve Mutrux" userId="4fa98d0c-dc66-4728-b09b-a88e22e95094" providerId="ADAL" clId="{421BD283-33D8-4C6C-821F-71755E863FA2}" dt="2026-09-16T02:05:29.497" v="2880" actId="1076"/>
          <ac:spMkLst>
            <pc:docMk/>
            <pc:sldMk cId="2553109476" sldId="265"/>
            <ac:spMk id="13" creationId="{C70B50C0-42DE-9FB3-0CDD-78007CFF07ED}"/>
          </ac:spMkLst>
        </pc:spChg>
        <pc:spChg chg="add mod">
          <ac:chgData name="Steve Mutrux" userId="4fa98d0c-dc66-4728-b09b-a88e22e95094" providerId="ADAL" clId="{421BD283-33D8-4C6C-821F-71755E863FA2}" dt="2026-09-16T02:05:29.497" v="2880" actId="1076"/>
          <ac:spMkLst>
            <pc:docMk/>
            <pc:sldMk cId="2553109476" sldId="265"/>
            <ac:spMk id="15" creationId="{37045FA2-1A16-FF5A-C8E5-885FD071F442}"/>
          </ac:spMkLst>
        </pc:spChg>
        <pc:spChg chg="add mod">
          <ac:chgData name="Steve Mutrux" userId="4fa98d0c-dc66-4728-b09b-a88e22e95094" providerId="ADAL" clId="{421BD283-33D8-4C6C-821F-71755E863FA2}" dt="2026-09-16T02:05:29.497" v="2880" actId="1076"/>
          <ac:spMkLst>
            <pc:docMk/>
            <pc:sldMk cId="2553109476" sldId="265"/>
            <ac:spMk id="17" creationId="{23F0DB1B-0A97-0CF7-C61A-82BBCBC2417E}"/>
          </ac:spMkLst>
        </pc:spChg>
      </pc:sldChg>
      <pc:sldChg chg="add del">
        <pc:chgData name="Steve Mutrux" userId="4fa98d0c-dc66-4728-b09b-a88e22e95094" providerId="ADAL" clId="{421BD283-33D8-4C6C-821F-71755E863FA2}" dt="2026-09-15T16:17:28.694" v="10"/>
        <pc:sldMkLst>
          <pc:docMk/>
          <pc:sldMk cId="3540047338" sldId="265"/>
        </pc:sldMkLst>
      </pc:sldChg>
      <pc:sldChg chg="addSp delSp modSp add mod">
        <pc:chgData name="Steve Mutrux" userId="4fa98d0c-dc66-4728-b09b-a88e22e95094" providerId="ADAL" clId="{421BD283-33D8-4C6C-821F-71755E863FA2}" dt="2026-09-16T00:48:53.540" v="932" actId="207"/>
        <pc:sldMkLst>
          <pc:docMk/>
          <pc:sldMk cId="353601395" sldId="266"/>
        </pc:sldMkLst>
        <pc:spChg chg="del mod">
          <ac:chgData name="Steve Mutrux" userId="4fa98d0c-dc66-4728-b09b-a88e22e95094" providerId="ADAL" clId="{421BD283-33D8-4C6C-821F-71755E863FA2}" dt="2026-09-16T00:46:26.334" v="919" actId="478"/>
          <ac:spMkLst>
            <pc:docMk/>
            <pc:sldMk cId="353601395" sldId="266"/>
            <ac:spMk id="2" creationId="{F8626D69-4F4F-76B2-E4FB-EA5B5DF367A4}"/>
          </ac:spMkLst>
        </pc:spChg>
        <pc:spChg chg="add mod">
          <ac:chgData name="Steve Mutrux" userId="4fa98d0c-dc66-4728-b09b-a88e22e95094" providerId="ADAL" clId="{421BD283-33D8-4C6C-821F-71755E863FA2}" dt="2026-09-16T00:47:55.663" v="927" actId="2711"/>
          <ac:spMkLst>
            <pc:docMk/>
            <pc:sldMk cId="353601395" sldId="266"/>
            <ac:spMk id="4" creationId="{62300D51-2B10-B557-82F3-8A6662DF3624}"/>
          </ac:spMkLst>
        </pc:spChg>
        <pc:spChg chg="add del mod">
          <ac:chgData name="Steve Mutrux" userId="4fa98d0c-dc66-4728-b09b-a88e22e95094" providerId="ADAL" clId="{421BD283-33D8-4C6C-821F-71755E863FA2}" dt="2026-09-16T00:36:14.750" v="705" actId="478"/>
          <ac:spMkLst>
            <pc:docMk/>
            <pc:sldMk cId="353601395" sldId="266"/>
            <ac:spMk id="5" creationId="{F48311E2-530A-88F3-A0F2-5F0110403BE1}"/>
          </ac:spMkLst>
        </pc:spChg>
        <pc:spChg chg="add mod">
          <ac:chgData name="Steve Mutrux" userId="4fa98d0c-dc66-4728-b09b-a88e22e95094" providerId="ADAL" clId="{421BD283-33D8-4C6C-821F-71755E863FA2}" dt="2026-09-16T00:48:53.540" v="932" actId="207"/>
          <ac:spMkLst>
            <pc:docMk/>
            <pc:sldMk cId="353601395" sldId="266"/>
            <ac:spMk id="6" creationId="{DB957D48-6A7C-B8E3-25B3-448F0B786932}"/>
          </ac:spMkLst>
        </pc:spChg>
      </pc:sldChg>
      <pc:sldChg chg="addSp delSp modSp add mod">
        <pc:chgData name="Steve Mutrux" userId="4fa98d0c-dc66-4728-b09b-a88e22e95094" providerId="ADAL" clId="{421BD283-33D8-4C6C-821F-71755E863FA2}" dt="2026-09-16T00:48:56.149" v="933" actId="207"/>
        <pc:sldMkLst>
          <pc:docMk/>
          <pc:sldMk cId="557364214" sldId="267"/>
        </pc:sldMkLst>
        <pc:spChg chg="del mod">
          <ac:chgData name="Steve Mutrux" userId="4fa98d0c-dc66-4728-b09b-a88e22e95094" providerId="ADAL" clId="{421BD283-33D8-4C6C-821F-71755E863FA2}" dt="2026-09-16T00:46:24.274" v="918" actId="478"/>
          <ac:spMkLst>
            <pc:docMk/>
            <pc:sldMk cId="557364214" sldId="267"/>
            <ac:spMk id="2" creationId="{394BDA26-D74C-5390-5839-09EEB9016D38}"/>
          </ac:spMkLst>
        </pc:spChg>
        <pc:spChg chg="add mod">
          <ac:chgData name="Steve Mutrux" userId="4fa98d0c-dc66-4728-b09b-a88e22e95094" providerId="ADAL" clId="{421BD283-33D8-4C6C-821F-71755E863FA2}" dt="2026-09-16T00:48:02.005" v="929" actId="2711"/>
          <ac:spMkLst>
            <pc:docMk/>
            <pc:sldMk cId="557364214" sldId="267"/>
            <ac:spMk id="4" creationId="{D33647DA-DFAA-FEB8-E5A2-61DBE5F52AC1}"/>
          </ac:spMkLst>
        </pc:spChg>
        <pc:spChg chg="add del mod">
          <ac:chgData name="Steve Mutrux" userId="4fa98d0c-dc66-4728-b09b-a88e22e95094" providerId="ADAL" clId="{421BD283-33D8-4C6C-821F-71755E863FA2}" dt="2026-09-16T00:36:25.032" v="707" actId="478"/>
          <ac:spMkLst>
            <pc:docMk/>
            <pc:sldMk cId="557364214" sldId="267"/>
            <ac:spMk id="5" creationId="{12223178-2D4D-92AC-AE08-E324647AB193}"/>
          </ac:spMkLst>
        </pc:spChg>
        <pc:spChg chg="add mod">
          <ac:chgData name="Steve Mutrux" userId="4fa98d0c-dc66-4728-b09b-a88e22e95094" providerId="ADAL" clId="{421BD283-33D8-4C6C-821F-71755E863FA2}" dt="2026-09-16T00:48:56.149" v="933" actId="207"/>
          <ac:spMkLst>
            <pc:docMk/>
            <pc:sldMk cId="557364214" sldId="267"/>
            <ac:spMk id="6" creationId="{4B417B1F-4D76-94E6-39D5-BE8719071E14}"/>
          </ac:spMkLst>
        </pc:spChg>
      </pc:sldChg>
      <pc:sldChg chg="addSp delSp modSp add mod">
        <pc:chgData name="Steve Mutrux" userId="4fa98d0c-dc66-4728-b09b-a88e22e95094" providerId="ADAL" clId="{421BD283-33D8-4C6C-821F-71755E863FA2}" dt="2026-09-16T00:48:58.410" v="934" actId="207"/>
        <pc:sldMkLst>
          <pc:docMk/>
          <pc:sldMk cId="3893094920" sldId="268"/>
        </pc:sldMkLst>
        <pc:spChg chg="del mod">
          <ac:chgData name="Steve Mutrux" userId="4fa98d0c-dc66-4728-b09b-a88e22e95094" providerId="ADAL" clId="{421BD283-33D8-4C6C-821F-71755E863FA2}" dt="2026-09-16T00:46:20.737" v="917" actId="478"/>
          <ac:spMkLst>
            <pc:docMk/>
            <pc:sldMk cId="3893094920" sldId="268"/>
            <ac:spMk id="2" creationId="{5745D002-DA86-69FC-73CA-295EFFA512FA}"/>
          </ac:spMkLst>
        </pc:spChg>
        <pc:spChg chg="add mod">
          <ac:chgData name="Steve Mutrux" userId="4fa98d0c-dc66-4728-b09b-a88e22e95094" providerId="ADAL" clId="{421BD283-33D8-4C6C-821F-71755E863FA2}" dt="2026-09-16T00:48:05.837" v="930" actId="2711"/>
          <ac:spMkLst>
            <pc:docMk/>
            <pc:sldMk cId="3893094920" sldId="268"/>
            <ac:spMk id="4" creationId="{417B9F22-9B70-7974-674D-300CF5BE5CE0}"/>
          </ac:spMkLst>
        </pc:spChg>
        <pc:spChg chg="add del mod">
          <ac:chgData name="Steve Mutrux" userId="4fa98d0c-dc66-4728-b09b-a88e22e95094" providerId="ADAL" clId="{421BD283-33D8-4C6C-821F-71755E863FA2}" dt="2026-09-16T00:39:05.901" v="726" actId="478"/>
          <ac:spMkLst>
            <pc:docMk/>
            <pc:sldMk cId="3893094920" sldId="268"/>
            <ac:spMk id="5" creationId="{3F61CD58-FAF9-4198-A045-50D19461C2D1}"/>
          </ac:spMkLst>
        </pc:spChg>
        <pc:spChg chg="add mod">
          <ac:chgData name="Steve Mutrux" userId="4fa98d0c-dc66-4728-b09b-a88e22e95094" providerId="ADAL" clId="{421BD283-33D8-4C6C-821F-71755E863FA2}" dt="2026-09-16T00:48:58.410" v="934" actId="207"/>
          <ac:spMkLst>
            <pc:docMk/>
            <pc:sldMk cId="3893094920" sldId="268"/>
            <ac:spMk id="6" creationId="{963CB6CA-9071-0ED2-6369-CCD22B4D6B1D}"/>
          </ac:spMkLst>
        </pc:spChg>
      </pc:sldChg>
      <pc:sldChg chg="addSp delSp modSp add mod">
        <pc:chgData name="Steve Mutrux" userId="4fa98d0c-dc66-4728-b09b-a88e22e95094" providerId="ADAL" clId="{421BD283-33D8-4C6C-821F-71755E863FA2}" dt="2026-09-16T01:32:55.280" v="2269" actId="14100"/>
        <pc:sldMkLst>
          <pc:docMk/>
          <pc:sldMk cId="1755182162" sldId="269"/>
        </pc:sldMkLst>
        <pc:spChg chg="del mod">
          <ac:chgData name="Steve Mutrux" userId="4fa98d0c-dc66-4728-b09b-a88e22e95094" providerId="ADAL" clId="{421BD283-33D8-4C6C-821F-71755E863FA2}" dt="2026-09-16T00:43:08.967" v="872" actId="478"/>
          <ac:spMkLst>
            <pc:docMk/>
            <pc:sldMk cId="1755182162" sldId="269"/>
            <ac:spMk id="2" creationId="{98899C46-9E05-9DC8-C426-2C65F1A4E528}"/>
          </ac:spMkLst>
        </pc:spChg>
        <pc:spChg chg="add del">
          <ac:chgData name="Steve Mutrux" userId="4fa98d0c-dc66-4728-b09b-a88e22e95094" providerId="ADAL" clId="{421BD283-33D8-4C6C-821F-71755E863FA2}" dt="2026-09-16T00:42:30.834" v="859" actId="478"/>
          <ac:spMkLst>
            <pc:docMk/>
            <pc:sldMk cId="1755182162" sldId="269"/>
            <ac:spMk id="4" creationId="{9D074477-3D77-AC6D-5F95-C6900C660E61}"/>
          </ac:spMkLst>
        </pc:spChg>
        <pc:spChg chg="add mod">
          <ac:chgData name="Steve Mutrux" userId="4fa98d0c-dc66-4728-b09b-a88e22e95094" providerId="ADAL" clId="{421BD283-33D8-4C6C-821F-71755E863FA2}" dt="2026-09-16T00:46:00.079" v="911" actId="207"/>
          <ac:spMkLst>
            <pc:docMk/>
            <pc:sldMk cId="1755182162" sldId="269"/>
            <ac:spMk id="6" creationId="{DE0AABFC-72E2-9D06-FC3C-5D2C8EFA51D3}"/>
          </ac:spMkLst>
        </pc:spChg>
        <pc:spChg chg="add mod">
          <ac:chgData name="Steve Mutrux" userId="4fa98d0c-dc66-4728-b09b-a88e22e95094" providerId="ADAL" clId="{421BD283-33D8-4C6C-821F-71755E863FA2}" dt="2026-09-16T01:32:55.280" v="2269" actId="14100"/>
          <ac:spMkLst>
            <pc:docMk/>
            <pc:sldMk cId="1755182162" sldId="269"/>
            <ac:spMk id="8" creationId="{99DF9151-06C6-FF03-633D-97C04C35ADF6}"/>
          </ac:spMkLst>
        </pc:spChg>
      </pc:sldChg>
      <pc:sldChg chg="addSp delSp modSp add mod ord">
        <pc:chgData name="Steve Mutrux" userId="4fa98d0c-dc66-4728-b09b-a88e22e95094" providerId="ADAL" clId="{421BD283-33D8-4C6C-821F-71755E863FA2}" dt="2026-09-16T00:49:00.986" v="935" actId="207"/>
        <pc:sldMkLst>
          <pc:docMk/>
          <pc:sldMk cId="2049535269" sldId="270"/>
        </pc:sldMkLst>
        <pc:spChg chg="del mod">
          <ac:chgData name="Steve Mutrux" userId="4fa98d0c-dc66-4728-b09b-a88e22e95094" providerId="ADAL" clId="{421BD283-33D8-4C6C-821F-71755E863FA2}" dt="2026-09-16T00:39:08.755" v="728" actId="478"/>
          <ac:spMkLst>
            <pc:docMk/>
            <pc:sldMk cId="2049535269" sldId="270"/>
            <ac:spMk id="2" creationId="{28A7DA79-A174-410A-3A18-3A2891D7BA9C}"/>
          </ac:spMkLst>
        </pc:spChg>
        <pc:spChg chg="add del mod">
          <ac:chgData name="Steve Mutrux" userId="4fa98d0c-dc66-4728-b09b-a88e22e95094" providerId="ADAL" clId="{421BD283-33D8-4C6C-821F-71755E863FA2}" dt="2026-09-15T18:22:48.964" v="602" actId="478"/>
          <ac:spMkLst>
            <pc:docMk/>
            <pc:sldMk cId="2049535269" sldId="270"/>
            <ac:spMk id="3" creationId="{96714B1E-886B-EC76-37F9-55D406CB28A0}"/>
          </ac:spMkLst>
        </pc:spChg>
        <pc:spChg chg="add mod">
          <ac:chgData name="Steve Mutrux" userId="4fa98d0c-dc66-4728-b09b-a88e22e95094" providerId="ADAL" clId="{421BD283-33D8-4C6C-821F-71755E863FA2}" dt="2026-09-15T18:23:22.995" v="608" actId="14100"/>
          <ac:spMkLst>
            <pc:docMk/>
            <pc:sldMk cId="2049535269" sldId="270"/>
            <ac:spMk id="4" creationId="{93D1B975-23AA-D332-2B01-31BE712CDC3A}"/>
          </ac:spMkLst>
        </pc:spChg>
        <pc:spChg chg="add mod">
          <ac:chgData name="Steve Mutrux" userId="4fa98d0c-dc66-4728-b09b-a88e22e95094" providerId="ADAL" clId="{421BD283-33D8-4C6C-821F-71755E863FA2}" dt="2026-09-16T00:49:00.986" v="935" actId="207"/>
          <ac:spMkLst>
            <pc:docMk/>
            <pc:sldMk cId="2049535269" sldId="270"/>
            <ac:spMk id="5" creationId="{C0C4D05C-8AD1-4702-C50E-A96CC6F600F5}"/>
          </ac:spMkLst>
        </pc:spChg>
      </pc:sldChg>
      <pc:sldChg chg="delSp modSp add mod">
        <pc:chgData name="Steve Mutrux" userId="4fa98d0c-dc66-4728-b09b-a88e22e95094" providerId="ADAL" clId="{421BD283-33D8-4C6C-821F-71755E863FA2}" dt="2026-09-16T00:43:04.454" v="870" actId="478"/>
        <pc:sldMkLst>
          <pc:docMk/>
          <pc:sldMk cId="1557603729" sldId="271"/>
        </pc:sldMkLst>
        <pc:spChg chg="del mod">
          <ac:chgData name="Steve Mutrux" userId="4fa98d0c-dc66-4728-b09b-a88e22e95094" providerId="ADAL" clId="{421BD283-33D8-4C6C-821F-71755E863FA2}" dt="2026-09-16T00:43:04.454" v="870" actId="478"/>
          <ac:spMkLst>
            <pc:docMk/>
            <pc:sldMk cId="1557603729" sldId="271"/>
            <ac:spMk id="2" creationId="{5B048899-C536-5880-E201-0706C75C8AF2}"/>
          </ac:spMkLst>
        </pc:spChg>
      </pc:sldChg>
      <pc:sldChg chg="addSp delSp modSp add mod">
        <pc:chgData name="Steve Mutrux" userId="4fa98d0c-dc66-4728-b09b-a88e22e95094" providerId="ADAL" clId="{421BD283-33D8-4C6C-821F-71755E863FA2}" dt="2026-09-16T00:46:14.001" v="915" actId="478"/>
        <pc:sldMkLst>
          <pc:docMk/>
          <pc:sldMk cId="1194673410" sldId="272"/>
        </pc:sldMkLst>
        <pc:spChg chg="del">
          <ac:chgData name="Steve Mutrux" userId="4fa98d0c-dc66-4728-b09b-a88e22e95094" providerId="ADAL" clId="{421BD283-33D8-4C6C-821F-71755E863FA2}" dt="2026-09-16T00:46:14.001" v="915" actId="478"/>
          <ac:spMkLst>
            <pc:docMk/>
            <pc:sldMk cId="1194673410" sldId="272"/>
            <ac:spMk id="2" creationId="{939024A9-D0D1-B303-54D7-9B51CE76A009}"/>
          </ac:spMkLst>
        </pc:spChg>
        <pc:spChg chg="add del mod">
          <ac:chgData name="Steve Mutrux" userId="4fa98d0c-dc66-4728-b09b-a88e22e95094" providerId="ADAL" clId="{421BD283-33D8-4C6C-821F-71755E863FA2}" dt="2026-09-16T00:42:19.867" v="853" actId="478"/>
          <ac:spMkLst>
            <pc:docMk/>
            <pc:sldMk cId="1194673410" sldId="272"/>
            <ac:spMk id="4" creationId="{64A8FB32-00B1-B038-6ABD-C376D8B9CD8A}"/>
          </ac:spMkLst>
        </pc:spChg>
        <pc:spChg chg="add del">
          <ac:chgData name="Steve Mutrux" userId="4fa98d0c-dc66-4728-b09b-a88e22e95094" providerId="ADAL" clId="{421BD283-33D8-4C6C-821F-71755E863FA2}" dt="2026-09-16T00:39:13.953" v="733" actId="22"/>
          <ac:spMkLst>
            <pc:docMk/>
            <pc:sldMk cId="1194673410" sldId="272"/>
            <ac:spMk id="6" creationId="{6B180316-7B74-BE2C-6203-1CA10C2658DF}"/>
          </ac:spMkLst>
        </pc:spChg>
        <pc:spChg chg="add mod">
          <ac:chgData name="Steve Mutrux" userId="4fa98d0c-dc66-4728-b09b-a88e22e95094" providerId="ADAL" clId="{421BD283-33D8-4C6C-821F-71755E863FA2}" dt="2026-09-16T00:45:38.256" v="906" actId="207"/>
          <ac:spMkLst>
            <pc:docMk/>
            <pc:sldMk cId="1194673410" sldId="272"/>
            <ac:spMk id="8" creationId="{6D7F7FB9-948B-2F04-F5F0-3961BF3B13D4}"/>
          </ac:spMkLst>
        </pc:spChg>
      </pc:sldChg>
      <pc:sldChg chg="addSp modSp add mod modAnim">
        <pc:chgData name="Steve Mutrux" userId="4fa98d0c-dc66-4728-b09b-a88e22e95094" providerId="ADAL" clId="{421BD283-33D8-4C6C-821F-71755E863FA2}" dt="2026-09-16T02:45:05.721" v="3071"/>
        <pc:sldMkLst>
          <pc:docMk/>
          <pc:sldMk cId="3925825761" sldId="273"/>
        </pc:sldMkLst>
        <pc:spChg chg="add mod ord">
          <ac:chgData name="Steve Mutrux" userId="4fa98d0c-dc66-4728-b09b-a88e22e95094" providerId="ADAL" clId="{421BD283-33D8-4C6C-821F-71755E863FA2}" dt="2026-09-16T02:41:14.688" v="3048" actId="1036"/>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grpChg chg="add mod ord">
          <ac:chgData name="Steve Mutrux" userId="4fa98d0c-dc66-4728-b09b-a88e22e95094" providerId="ADAL" clId="{421BD283-33D8-4C6C-821F-71755E863FA2}" dt="2026-09-16T02:41:14.688" v="3048" actId="1036"/>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02:41:14.688" v="3048" actId="1036"/>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6T02:46:57.028" v="3072"/>
        <pc:sldMkLst>
          <pc:docMk/>
          <pc:sldMk cId="859702855" sldId="274"/>
        </pc:sldMkLst>
        <pc:spChg chg="add ord">
          <ac:chgData name="Steve Mutrux" userId="4fa98d0c-dc66-4728-b09b-a88e22e95094" providerId="ADAL" clId="{421BD283-33D8-4C6C-821F-71755E863FA2}" dt="2026-09-16T02:09:26.719" v="2900" actId="16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spChg chg="del mod">
          <ac:chgData name="Steve Mutrux" userId="4fa98d0c-dc66-4728-b09b-a88e22e95094" providerId="ADAL" clId="{421BD283-33D8-4C6C-821F-71755E863FA2}" dt="2026-09-16T02:08:39.108" v="2889" actId="478"/>
          <ac:spMkLst>
            <pc:docMk/>
            <pc:sldMk cId="859702855" sldId="274"/>
            <ac:spMk id="18" creationId="{3288F7ED-2806-9B1F-B32B-CB7C59B37C2B}"/>
          </ac:spMkLst>
        </pc:spChg>
        <pc:spChg chg="del">
          <ac:chgData name="Steve Mutrux" userId="4fa98d0c-dc66-4728-b09b-a88e22e95094" providerId="ADAL" clId="{421BD283-33D8-4C6C-821F-71755E863FA2}" dt="2026-09-16T02:08:41.758" v="2892" actId="478"/>
          <ac:spMkLst>
            <pc:docMk/>
            <pc:sldMk cId="859702855" sldId="274"/>
            <ac:spMk id="19" creationId="{C94A94E7-DDB7-3325-1AEA-1A201F538B5C}"/>
          </ac:spMkLst>
        </pc:spChg>
        <pc:spChg chg="del">
          <ac:chgData name="Steve Mutrux" userId="4fa98d0c-dc66-4728-b09b-a88e22e95094" providerId="ADAL" clId="{421BD283-33D8-4C6C-821F-71755E863FA2}" dt="2026-09-16T02:08:41.051" v="2891" actId="478"/>
          <ac:spMkLst>
            <pc:docMk/>
            <pc:sldMk cId="859702855" sldId="274"/>
            <ac:spMk id="20" creationId="{5980DB84-AECE-13E2-9066-0C115732599E}"/>
          </ac:spMkLst>
        </pc:spChg>
        <pc:spChg chg="del">
          <ac:chgData name="Steve Mutrux" userId="4fa98d0c-dc66-4728-b09b-a88e22e95094" providerId="ADAL" clId="{421BD283-33D8-4C6C-821F-71755E863FA2}" dt="2026-09-16T02:08:43.032" v="2893" actId="478"/>
          <ac:spMkLst>
            <pc:docMk/>
            <pc:sldMk cId="859702855" sldId="274"/>
            <ac:spMk id="21" creationId="{095E80ED-3582-BEB8-866C-476BD40548A5}"/>
          </ac:spMkLst>
        </pc:spChg>
        <pc:spChg chg="del">
          <ac:chgData name="Steve Mutrux" userId="4fa98d0c-dc66-4728-b09b-a88e22e95094" providerId="ADAL" clId="{421BD283-33D8-4C6C-821F-71755E863FA2}" dt="2026-09-16T02:08:44.321" v="2895" actId="478"/>
          <ac:spMkLst>
            <pc:docMk/>
            <pc:sldMk cId="859702855" sldId="274"/>
            <ac:spMk id="22" creationId="{C2BB10E2-8380-7431-56F7-929B0BDA422C}"/>
          </ac:spMkLst>
        </pc:spChg>
        <pc:spChg chg="del">
          <ac:chgData name="Steve Mutrux" userId="4fa98d0c-dc66-4728-b09b-a88e22e95094" providerId="ADAL" clId="{421BD283-33D8-4C6C-821F-71755E863FA2}" dt="2026-09-16T02:08:40.108" v="2890" actId="478"/>
          <ac:spMkLst>
            <pc:docMk/>
            <pc:sldMk cId="859702855" sldId="274"/>
            <ac:spMk id="23" creationId="{B456D9DD-B0E7-2CC1-7A73-32F948777BEE}"/>
          </ac:spMkLst>
        </pc:spChg>
        <pc:spChg chg="del">
          <ac:chgData name="Steve Mutrux" userId="4fa98d0c-dc66-4728-b09b-a88e22e95094" providerId="ADAL" clId="{421BD283-33D8-4C6C-821F-71755E863FA2}" dt="2026-09-16T02:08:43.717" v="2894" actId="478"/>
          <ac:spMkLst>
            <pc:docMk/>
            <pc:sldMk cId="859702855" sldId="274"/>
            <ac:spMk id="24" creationId="{E1864E2E-F8F9-C970-D221-B315584E2BE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2026-09-15</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r>
              <a:rPr lang="en-CA" dirty="0"/>
              <a:t>Blurb about Jack</a:t>
            </a:r>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694464" y="1240972"/>
            <a:ext cx="2754280" cy="369332"/>
          </a:xfrm>
          <a:prstGeom prst="rect">
            <a:avLst/>
          </a:prstGeom>
          <a:noFill/>
        </p:spPr>
        <p:txBody>
          <a:bodyPr wrap="none" rtlCol="0">
            <a:spAutoFit/>
          </a:bodyPr>
          <a:lstStyle/>
          <a:p>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585607" y="5344886"/>
            <a:ext cx="3462807" cy="369332"/>
          </a:xfrm>
          <a:prstGeom prst="rect">
            <a:avLst/>
          </a:prstGeom>
          <a:noFill/>
        </p:spPr>
        <p:txBody>
          <a:bodyPr wrap="none" rtlCol="0">
            <a:spAutoFit/>
          </a:bodyPr>
          <a:lstStyle/>
          <a:p>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694463" y="3244334"/>
            <a:ext cx="4466287" cy="707886"/>
          </a:xfrm>
          <a:prstGeom prst="rect">
            <a:avLst/>
          </a:prstGeom>
          <a:noFill/>
        </p:spPr>
        <p:txBody>
          <a:bodyPr wrap="none" rtlCol="0">
            <a:spAutoFit/>
          </a:bodyPr>
          <a:lstStyle/>
          <a:p>
            <a:r>
              <a:rPr lang="en-CA" sz="4000" dirty="0">
                <a:latin typeface="Kumbh Sans" pitchFamily="2" charset="0"/>
                <a:cs typeface="Kumbh Sans" pitchFamily="2" charset="0"/>
              </a:rPr>
              <a:t>Name of software</a:t>
            </a:r>
          </a:p>
        </p:txBody>
      </p:sp>
    </p:spTree>
    <p:extLst>
      <p:ext uri="{BB962C8B-B14F-4D97-AF65-F5344CB8AC3E}">
        <p14:creationId xmlns:p14="http://schemas.microsoft.com/office/powerpoint/2010/main" val="1072592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Tree>
    <p:extLst>
      <p:ext uri="{BB962C8B-B14F-4D97-AF65-F5344CB8AC3E}">
        <p14:creationId xmlns:p14="http://schemas.microsoft.com/office/powerpoint/2010/main" val="2816041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xEl>
                                              <p:pRg st="0" end="0"/>
                                            </p:txEl>
                                          </p:spTgt>
                                        </p:tgtEl>
                                        <p:attrNameLst>
                                          <p:attrName>style.visibility</p:attrName>
                                        </p:attrNameLst>
                                      </p:cBhvr>
                                      <p:to>
                                        <p:strVal val="visible"/>
                                      </p:to>
                                    </p:set>
                                    <p:animEffect transition="in" filter="fade">
                                      <p:cBhvr>
                                        <p:cTn id="7" dur="500"/>
                                        <p:tgtEl>
                                          <p:spTgt spid="1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xEl>
                                              <p:pRg st="1" end="1"/>
                                            </p:txEl>
                                          </p:spTgt>
                                        </p:tgtEl>
                                        <p:attrNameLst>
                                          <p:attrName>style.visibility</p:attrName>
                                        </p:attrNameLst>
                                      </p:cBhvr>
                                      <p:to>
                                        <p:strVal val="visible"/>
                                      </p:to>
                                    </p:set>
                                    <p:animEffect transition="in" filter="fade">
                                      <p:cBhvr>
                                        <p:cTn id="12" dur="500"/>
                                        <p:tgtEl>
                                          <p:spTgt spid="16">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6">
                                            <p:txEl>
                                              <p:pRg st="0" end="0"/>
                                            </p:txEl>
                                          </p:spTgt>
                                        </p:tgtEl>
                                        <p:attrNameLst>
                                          <p:attrName>style.color</p:attrName>
                                        </p:attrNameLst>
                                      </p:cBhvr>
                                      <p:to>
                                        <a:srgbClr val="96CDF8"/>
                                      </p:to>
                                    </p:animClr>
                                    <p:animClr clrSpc="rgb" dir="cw">
                                      <p:cBhvr>
                                        <p:cTn id="15" dur="500" fill="hold"/>
                                        <p:tgtEl>
                                          <p:spTgt spid="16">
                                            <p:txEl>
                                              <p:pRg st="0" end="0"/>
                                            </p:txEl>
                                          </p:spTgt>
                                        </p:tgtEl>
                                        <p:attrNameLst>
                                          <p:attrName>fillcolor</p:attrName>
                                        </p:attrNameLst>
                                      </p:cBhvr>
                                      <p:to>
                                        <a:srgbClr val="96CDF8"/>
                                      </p:to>
                                    </p:animClr>
                                    <p:set>
                                      <p:cBhvr>
                                        <p:cTn id="16" dur="500" fill="hold"/>
                                        <p:tgtEl>
                                          <p:spTgt spid="16">
                                            <p:txEl>
                                              <p:pRg st="0" end="0"/>
                                            </p:txEl>
                                          </p:spTgt>
                                        </p:tgtEl>
                                        <p:attrNameLst>
                                          <p:attrName>fill.type</p:attrName>
                                        </p:attrNameLst>
                                      </p:cBhvr>
                                      <p:to>
                                        <p:strVal val="solid"/>
                                      </p:to>
                                    </p:set>
                                    <p:set>
                                      <p:cBhvr>
                                        <p:cTn id="17" dur="500" fill="hold"/>
                                        <p:tgtEl>
                                          <p:spTgt spid="16">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6">
                                            <p:txEl>
                                              <p:pRg st="2" end="2"/>
                                            </p:txEl>
                                          </p:spTgt>
                                        </p:tgtEl>
                                        <p:attrNameLst>
                                          <p:attrName>style.visibility</p:attrName>
                                        </p:attrNameLst>
                                      </p:cBhvr>
                                      <p:to>
                                        <p:strVal val="visible"/>
                                      </p:to>
                                    </p:set>
                                    <p:animEffect transition="in" filter="fade">
                                      <p:cBhvr>
                                        <p:cTn id="22" dur="500"/>
                                        <p:tgtEl>
                                          <p:spTgt spid="16">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6">
                                            <p:txEl>
                                              <p:pRg st="1" end="1"/>
                                            </p:txEl>
                                          </p:spTgt>
                                        </p:tgtEl>
                                        <p:attrNameLst>
                                          <p:attrName>style.color</p:attrName>
                                        </p:attrNameLst>
                                      </p:cBhvr>
                                      <p:to>
                                        <a:srgbClr val="96CDF8"/>
                                      </p:to>
                                    </p:animClr>
                                    <p:animClr clrSpc="rgb" dir="cw">
                                      <p:cBhvr>
                                        <p:cTn id="25" dur="500" fill="hold"/>
                                        <p:tgtEl>
                                          <p:spTgt spid="16">
                                            <p:txEl>
                                              <p:pRg st="1" end="1"/>
                                            </p:txEl>
                                          </p:spTgt>
                                        </p:tgtEl>
                                        <p:attrNameLst>
                                          <p:attrName>fillcolor</p:attrName>
                                        </p:attrNameLst>
                                      </p:cBhvr>
                                      <p:to>
                                        <a:srgbClr val="96CDF8"/>
                                      </p:to>
                                    </p:animClr>
                                    <p:set>
                                      <p:cBhvr>
                                        <p:cTn id="26" dur="500" fill="hold"/>
                                        <p:tgtEl>
                                          <p:spTgt spid="16">
                                            <p:txEl>
                                              <p:pRg st="1" end="1"/>
                                            </p:txEl>
                                          </p:spTgt>
                                        </p:tgtEl>
                                        <p:attrNameLst>
                                          <p:attrName>fill.type</p:attrName>
                                        </p:attrNameLst>
                                      </p:cBhvr>
                                      <p:to>
                                        <p:strVal val="solid"/>
                                      </p:to>
                                    </p:set>
                                    <p:set>
                                      <p:cBhvr>
                                        <p:cTn id="27" dur="500" fill="hold"/>
                                        <p:tgtEl>
                                          <p:spTgt spid="16">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9" presetClass="emph" presetSubtype="0" fill="hold" nodeType="clickEffect">
                                  <p:stCondLst>
                                    <p:cond delay="0"/>
                                  </p:stCondLst>
                                  <p:childTnLst>
                                    <p:animClr clrSpc="rgb" dir="cw">
                                      <p:cBhvr override="childStyle">
                                        <p:cTn id="31" dur="500" fill="hold"/>
                                        <p:tgtEl>
                                          <p:spTgt spid="16">
                                            <p:txEl>
                                              <p:pRg st="2" end="2"/>
                                            </p:txEl>
                                          </p:spTgt>
                                        </p:tgtEl>
                                        <p:attrNameLst>
                                          <p:attrName>style.color</p:attrName>
                                        </p:attrNameLst>
                                      </p:cBhvr>
                                      <p:to>
                                        <a:srgbClr val="96CDF8"/>
                                      </p:to>
                                    </p:animClr>
                                    <p:animClr clrSpc="rgb" dir="cw">
                                      <p:cBhvr>
                                        <p:cTn id="32" dur="500" fill="hold"/>
                                        <p:tgtEl>
                                          <p:spTgt spid="16">
                                            <p:txEl>
                                              <p:pRg st="2" end="2"/>
                                            </p:txEl>
                                          </p:spTgt>
                                        </p:tgtEl>
                                        <p:attrNameLst>
                                          <p:attrName>fillcolor</p:attrName>
                                        </p:attrNameLst>
                                      </p:cBhvr>
                                      <p:to>
                                        <a:srgbClr val="96CDF8"/>
                                      </p:to>
                                    </p:animClr>
                                    <p:set>
                                      <p:cBhvr>
                                        <p:cTn id="33" dur="500" fill="hold"/>
                                        <p:tgtEl>
                                          <p:spTgt spid="16">
                                            <p:txEl>
                                              <p:pRg st="2" end="2"/>
                                            </p:txEl>
                                          </p:spTgt>
                                        </p:tgtEl>
                                        <p:attrNameLst>
                                          <p:attrName>fill.type</p:attrName>
                                        </p:attrNameLst>
                                      </p:cBhvr>
                                      <p:to>
                                        <p:strVal val="solid"/>
                                      </p:to>
                                    </p:set>
                                    <p:set>
                                      <p:cBhvr>
                                        <p:cTn id="34" dur="500" fill="hold"/>
                                        <p:tgtEl>
                                          <p:spTgt spid="16">
                                            <p:txEl>
                                              <p:pRg st="2" end="2"/>
                                            </p:txEl>
                                          </p:spTgt>
                                        </p:tgtEl>
                                        <p:attrNameLst>
                                          <p:attrName>fill.on</p:attrName>
                                        </p:attrNameLst>
                                      </p:cBhvr>
                                      <p:to>
                                        <p:strVal val="true"/>
                                      </p:to>
                                    </p:set>
                                  </p:childTnLst>
                                </p:cTn>
                              </p:par>
                              <p:par>
                                <p:cTn id="35" presetID="10"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500"/>
                                        <p:tgtEl>
                                          <p:spTgt spid="18"/>
                                        </p:tgtEl>
                                      </p:cBhvr>
                                    </p:animEffect>
                                  </p:childTnLst>
                                </p:cTn>
                              </p:par>
                              <p:par>
                                <p:cTn id="38" presetID="10" presetClass="exit" presetSubtype="0" fill="hold" grpId="0" nodeType="withEffect">
                                  <p:stCondLst>
                                    <p:cond delay="0"/>
                                  </p:stCondLst>
                                  <p:childTnLst>
                                    <p:animEffect transition="out" filter="fade">
                                      <p:cBhvr>
                                        <p:cTn id="39" dur="500"/>
                                        <p:tgtEl>
                                          <p:spTgt spid="16">
                                            <p:txEl>
                                              <p:pRg st="0" end="0"/>
                                            </p:txEl>
                                          </p:spTgt>
                                        </p:tgtEl>
                                      </p:cBhvr>
                                    </p:animEffect>
                                    <p:set>
                                      <p:cBhvr>
                                        <p:cTn id="40" dur="1" fill="hold">
                                          <p:stCondLst>
                                            <p:cond delay="499"/>
                                          </p:stCondLst>
                                        </p:cTn>
                                        <p:tgtEl>
                                          <p:spTgt spid="16">
                                            <p:txEl>
                                              <p:pRg st="0" end="0"/>
                                            </p:txEl>
                                          </p:spTgt>
                                        </p:tgtEl>
                                        <p:attrNameLst>
                                          <p:attrName>style.visibility</p:attrName>
                                        </p:attrNameLst>
                                      </p:cBhvr>
                                      <p:to>
                                        <p:strVal val="hidden"/>
                                      </p:to>
                                    </p:set>
                                  </p:childTnLst>
                                </p:cTn>
                              </p:par>
                              <p:par>
                                <p:cTn id="41" presetID="10" presetClass="exit" presetSubtype="0" fill="hold" grpId="0" nodeType="withEffect">
                                  <p:stCondLst>
                                    <p:cond delay="0"/>
                                  </p:stCondLst>
                                  <p:childTnLst>
                                    <p:animEffect transition="out" filter="fade">
                                      <p:cBhvr>
                                        <p:cTn id="42" dur="500"/>
                                        <p:tgtEl>
                                          <p:spTgt spid="16">
                                            <p:txEl>
                                              <p:pRg st="1" end="1"/>
                                            </p:txEl>
                                          </p:spTgt>
                                        </p:tgtEl>
                                      </p:cBhvr>
                                    </p:animEffect>
                                    <p:set>
                                      <p:cBhvr>
                                        <p:cTn id="43" dur="1" fill="hold">
                                          <p:stCondLst>
                                            <p:cond delay="499"/>
                                          </p:stCondLst>
                                        </p:cTn>
                                        <p:tgtEl>
                                          <p:spTgt spid="16">
                                            <p:txEl>
                                              <p:pRg st="1" end="1"/>
                                            </p:txEl>
                                          </p:spTgt>
                                        </p:tgtEl>
                                        <p:attrNameLst>
                                          <p:attrName>style.visibility</p:attrName>
                                        </p:attrNameLst>
                                      </p:cBhvr>
                                      <p:to>
                                        <p:strVal val="hidden"/>
                                      </p:to>
                                    </p:set>
                                  </p:childTnLst>
                                </p:cTn>
                              </p:par>
                              <p:par>
                                <p:cTn id="44" presetID="10" presetClass="exit" presetSubtype="0" fill="hold" grpId="0" nodeType="withEffect">
                                  <p:stCondLst>
                                    <p:cond delay="0"/>
                                  </p:stCondLst>
                                  <p:childTnLst>
                                    <p:animEffect transition="out" filter="fade">
                                      <p:cBhvr>
                                        <p:cTn id="45" dur="500"/>
                                        <p:tgtEl>
                                          <p:spTgt spid="16">
                                            <p:txEl>
                                              <p:pRg st="2" end="2"/>
                                            </p:txEl>
                                          </p:spTgt>
                                        </p:tgtEl>
                                      </p:cBhvr>
                                    </p:animEffect>
                                    <p:set>
                                      <p:cBhvr>
                                        <p:cTn id="46" dur="1" fill="hold">
                                          <p:stCondLst>
                                            <p:cond delay="499"/>
                                          </p:stCondLst>
                                        </p:cTn>
                                        <p:tgtEl>
                                          <p:spTgt spid="16">
                                            <p:txEl>
                                              <p:pRg st="2" end="2"/>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16">
                                            <p:bg/>
                                          </p:spTgt>
                                        </p:tgtEl>
                                      </p:cBhvr>
                                    </p:animEffect>
                                    <p:set>
                                      <p:cBhvr>
                                        <p:cTn id="49" dur="1" fill="hold">
                                          <p:stCondLst>
                                            <p:cond delay="499"/>
                                          </p:stCondLst>
                                        </p:cTn>
                                        <p:tgtEl>
                                          <p:spTgt spid="16">
                                            <p:bg/>
                                          </p:spTgt>
                                        </p:tgtEl>
                                        <p:attrNameLst>
                                          <p:attrName>style.visibility</p:attrName>
                                        </p:attrNameLst>
                                      </p:cBhvr>
                                      <p:to>
                                        <p:strVal val="hidden"/>
                                      </p:to>
                                    </p:set>
                                  </p:childTnLst>
                                </p:cTn>
                              </p:par>
                            </p:childTnLst>
                          </p:cTn>
                        </p:par>
                        <p:par>
                          <p:cTn id="50" fill="hold">
                            <p:stCondLst>
                              <p:cond delay="500"/>
                            </p:stCondLst>
                            <p:childTnLst>
                              <p:par>
                                <p:cTn id="51" presetID="42" presetClass="path" presetSubtype="0" accel="20000" decel="75000" fill="hold" nodeType="afterEffect">
                                  <p:stCondLst>
                                    <p:cond delay="0"/>
                                  </p:stCondLst>
                                  <p:childTnLst>
                                    <p:animMotion origin="layout" path="M -1.45833E-6 3.33333E-6 L -0.39857 -0.25949 " pathEditMode="relative" rAng="0" ptsTypes="AA">
                                      <p:cBhvr>
                                        <p:cTn id="52" dur="2000" fill="hold"/>
                                        <p:tgtEl>
                                          <p:spTgt spid="18"/>
                                        </p:tgtEl>
                                        <p:attrNameLst>
                                          <p:attrName>ppt_x</p:attrName>
                                          <p:attrName>ppt_y</p:attrName>
                                        </p:attrNameLst>
                                      </p:cBhvr>
                                      <p:rCtr x="-19935" y="-12986"/>
                                    </p:animMotion>
                                  </p:childTnLst>
                                </p:cTn>
                              </p:par>
                            </p:childTnLst>
                          </p:cTn>
                        </p:par>
                        <p:par>
                          <p:cTn id="53" fill="hold">
                            <p:stCondLst>
                              <p:cond delay="2500"/>
                            </p:stCondLst>
                            <p:childTnLst>
                              <p:par>
                                <p:cTn id="54" presetID="10" presetClass="entr" presetSubtype="0" fill="hold" grpId="0" nodeType="after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fade">
                                      <p:cBhvr>
                                        <p:cTn id="56" dur="500"/>
                                        <p:tgtEl>
                                          <p:spTgt spid="4"/>
                                        </p:tgtEl>
                                      </p:cBhvr>
                                    </p:animEffect>
                                  </p:childTnLst>
                                </p:cTn>
                              </p:par>
                            </p:childTnLst>
                          </p:cTn>
                        </p:par>
                        <p:par>
                          <p:cTn id="57" fill="hold">
                            <p:stCondLst>
                              <p:cond delay="3000"/>
                            </p:stCondLst>
                            <p:childTnLst>
                              <p:par>
                                <p:cTn id="58" presetID="10" presetClass="exit" presetSubtype="0" fill="hold" nodeType="afterEffect">
                                  <p:stCondLst>
                                    <p:cond delay="0"/>
                                  </p:stCondLst>
                                  <p:childTnLst>
                                    <p:animEffect transition="out" filter="fade">
                                      <p:cBhvr>
                                        <p:cTn id="59" dur="500"/>
                                        <p:tgtEl>
                                          <p:spTgt spid="18"/>
                                        </p:tgtEl>
                                      </p:cBhvr>
                                    </p:animEffect>
                                    <p:set>
                                      <p:cBhvr>
                                        <p:cTn id="60" dur="1" fill="hold">
                                          <p:stCondLst>
                                            <p:cond delay="499"/>
                                          </p:stCondLst>
                                        </p:cTn>
                                        <p:tgtEl>
                                          <p:spTgt spid="18"/>
                                        </p:tgtEl>
                                        <p:attrNameLst>
                                          <p:attrName>style.visibility</p:attrName>
                                        </p:attrNameLst>
                                      </p:cBhvr>
                                      <p:to>
                                        <p:strVal val="hidden"/>
                                      </p:to>
                                    </p:set>
                                  </p:childTnLst>
                                </p:cTn>
                              </p:par>
                            </p:childTnLst>
                          </p:cTn>
                        </p:par>
                        <p:par>
                          <p:cTn id="61" fill="hold">
                            <p:stCondLst>
                              <p:cond delay="3500"/>
                            </p:stCondLst>
                            <p:childTnLst>
                              <p:par>
                                <p:cTn id="62" presetID="10" presetClass="entr" presetSubtype="0" fill="hold" grpId="0" nodeType="after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500"/>
                                        <p:tgtEl>
                                          <p:spTgt spid="19"/>
                                        </p:tgtEl>
                                      </p:cBhvr>
                                    </p:animEffect>
                                  </p:childTnLst>
                                </p:cTn>
                              </p:par>
                              <p:par>
                                <p:cTn id="68" presetID="10" presetClass="entr" presetSubtype="0" fill="hold" nodeType="withEffect">
                                  <p:stCondLst>
                                    <p:cond delay="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16" grpId="0" build="allAtOnce" animBg="1"/>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416550" y="3199884"/>
            <a:ext cx="1273105" cy="923330"/>
          </a:xfrm>
          <a:prstGeom prst="rect">
            <a:avLst/>
          </a:prstGeom>
          <a:noFill/>
        </p:spPr>
        <p:txBody>
          <a:bodyPr wrap="none" rtlCol="0">
            <a:spAutoFit/>
          </a:bodyPr>
          <a:lstStyle/>
          <a:p>
            <a:pPr algn="r"/>
            <a:r>
              <a:rPr lang="en-CA" dirty="0"/>
              <a:t>Create</a:t>
            </a:r>
          </a:p>
          <a:p>
            <a:pPr algn="r"/>
            <a:r>
              <a:rPr lang="en-CA" dirty="0"/>
              <a:t>Develop</a:t>
            </a:r>
          </a:p>
          <a:p>
            <a:pPr algn="r"/>
            <a:r>
              <a:rPr lang="en-CA" dirty="0"/>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25253" cy="369332"/>
          </a:xfrm>
          <a:prstGeom prst="rect">
            <a:avLst/>
          </a:prstGeom>
          <a:noFill/>
        </p:spPr>
        <p:txBody>
          <a:bodyPr wrap="none" rtlCol="0">
            <a:spAutoFit/>
          </a:bodyPr>
          <a:lstStyle/>
          <a:p>
            <a:r>
              <a:rPr lang="en-CA" dirty="0"/>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059906" cy="369332"/>
          </a:xfrm>
          <a:prstGeom prst="rect">
            <a:avLst/>
          </a:prstGeom>
          <a:noFill/>
        </p:spPr>
        <p:txBody>
          <a:bodyPr wrap="none" rtlCol="0">
            <a:spAutoFit/>
          </a:bodyPr>
          <a:lstStyle/>
          <a:p>
            <a:r>
              <a:rPr lang="en-CA" dirty="0"/>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268361" cy="369332"/>
          </a:xfrm>
          <a:prstGeom prst="rect">
            <a:avLst/>
          </a:prstGeom>
          <a:noFill/>
        </p:spPr>
        <p:txBody>
          <a:bodyPr wrap="none" rtlCol="0">
            <a:spAutoFit/>
          </a:bodyPr>
          <a:lstStyle/>
          <a:p>
            <a:r>
              <a:rPr lang="en-CA" dirty="0"/>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42820" y="3199884"/>
            <a:ext cx="293670" cy="369332"/>
          </a:xfrm>
          <a:prstGeom prst="rect">
            <a:avLst/>
          </a:prstGeom>
          <a:noFill/>
        </p:spPr>
        <p:txBody>
          <a:bodyPr wrap="none" rtlCol="0">
            <a:spAutoFit/>
          </a:bodyPr>
          <a:lstStyle/>
          <a:p>
            <a:r>
              <a:rPr lang="en-CA" dirty="0"/>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599032" y="3198336"/>
            <a:ext cx="293670" cy="369332"/>
          </a:xfrm>
          <a:prstGeom prst="rect">
            <a:avLst/>
          </a:prstGeom>
          <a:noFill/>
        </p:spPr>
        <p:txBody>
          <a:bodyPr wrap="none" rtlCol="0">
            <a:spAutoFit/>
          </a:bodyPr>
          <a:lstStyle/>
          <a:p>
            <a:r>
              <a:rPr lang="en-CA" dirty="0"/>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72494"/>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56469"/>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392582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700"/>
                                  </p:stCondLst>
                                  <p:childTnLst>
                                    <p:animMotion origin="layout" path="M -2.29167E-6 -3.33333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700"/>
                                  </p:stCondLst>
                                  <p:childTnLst>
                                    <p:animMotion origin="layout" path="M -4.375E-6 2.59259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700"/>
                                  </p:stCondLst>
                                  <p:childTnLst>
                                    <p:animMotion origin="layout" path="M -4.375E-6 2.22222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13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13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2300D51-2B10-B557-82F3-8A6662DF3624}"/>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3536013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647DA-DFAA-FEB8-E5A2-61DBE5F52AC1}"/>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5573642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7B9F22-9B70-7974-674D-300CF5BE5CE0}"/>
              </a:ext>
            </a:extLst>
          </p:cNvPr>
          <p:cNvSpPr txBox="1"/>
          <p:nvPr/>
        </p:nvSpPr>
        <p:spPr>
          <a:xfrm>
            <a:off x="4407954" y="3267475"/>
            <a:ext cx="3695242"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 to get out of this</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38930949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A953A-22D6-6436-41E8-4509452EB9A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D1B975-23AA-D332-2B01-31BE712CDC3A}"/>
              </a:ext>
            </a:extLst>
          </p:cNvPr>
          <p:cNvSpPr txBox="1"/>
          <p:nvPr/>
        </p:nvSpPr>
        <p:spPr>
          <a:xfrm>
            <a:off x="4163786" y="3429000"/>
            <a:ext cx="7705357" cy="1200329"/>
          </a:xfrm>
          <a:prstGeom prst="rect">
            <a:avLst/>
          </a:prstGeom>
          <a:noFill/>
        </p:spPr>
        <p:txBody>
          <a:bodyPr wrap="square" rtlCol="0">
            <a:spAutoFit/>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p:txBody>
      </p:sp>
      <p:sp>
        <p:nvSpPr>
          <p:cNvPr id="5" name="TextBox 4">
            <a:extLst>
              <a:ext uri="{FF2B5EF4-FFF2-40B4-BE49-F238E27FC236}">
                <a16:creationId xmlns:a16="http://schemas.microsoft.com/office/drawing/2014/main" id="{C0C4D05C-8AD1-4702-C50E-A96CC6F600F5}"/>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2049535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4446877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D7F7FB9-948B-2F04-F5F0-3961BF3B13D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Situation</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p:txBody>
      </p:sp>
    </p:spTree>
    <p:extLst>
      <p:ext uri="{BB962C8B-B14F-4D97-AF65-F5344CB8AC3E}">
        <p14:creationId xmlns:p14="http://schemas.microsoft.com/office/powerpoint/2010/main" val="11946734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26F907F-3A16-3C95-A3C0-1A0D8323826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Situation</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p:txBody>
      </p:sp>
    </p:spTree>
    <p:extLst>
      <p:ext uri="{BB962C8B-B14F-4D97-AF65-F5344CB8AC3E}">
        <p14:creationId xmlns:p14="http://schemas.microsoft.com/office/powerpoint/2010/main" val="41900292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0CDADB92-84C5-A652-539F-1C8F5047D3A6}"/>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Situation</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p:txBody>
      </p:sp>
    </p:spTree>
    <p:extLst>
      <p:ext uri="{BB962C8B-B14F-4D97-AF65-F5344CB8AC3E}">
        <p14:creationId xmlns:p14="http://schemas.microsoft.com/office/powerpoint/2010/main" val="11790666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E0AABFC-72E2-9D06-FC3C-5D2C8EFA51D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Situation</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Comparison</a:t>
            </a:r>
          </a:p>
        </p:txBody>
      </p:sp>
      <p:sp>
        <p:nvSpPr>
          <p:cNvPr id="8" name="Rectangle 7">
            <a:extLst>
              <a:ext uri="{FF2B5EF4-FFF2-40B4-BE49-F238E27FC236}">
                <a16:creationId xmlns:a16="http://schemas.microsoft.com/office/drawing/2014/main" id="{99DF9151-06C6-FF03-633D-97C04C35ADF6}"/>
              </a:ext>
            </a:extLst>
          </p:cNvPr>
          <p:cNvSpPr/>
          <p:nvPr/>
        </p:nvSpPr>
        <p:spPr>
          <a:xfrm>
            <a:off x="3003633" y="576263"/>
            <a:ext cx="8607342" cy="56959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75518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781749F-2DE4-6052-FCC1-9E1C1554116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2229155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6F22D-BE40-925B-D0B4-154AD0607E50}"/>
            </a:ext>
          </a:extLst>
        </p:cNvPr>
        <p:cNvGrpSpPr/>
        <p:nvPr/>
      </p:nvGrpSpPr>
      <p:grpSpPr>
        <a:xfrm>
          <a:off x="0" y="0"/>
          <a:ext cx="0" cy="0"/>
          <a:chOff x="0" y="0"/>
          <a:chExt cx="0" cy="0"/>
        </a:xfrm>
      </p:grpSpPr>
    </p:spTree>
    <p:extLst>
      <p:ext uri="{BB962C8B-B14F-4D97-AF65-F5344CB8AC3E}">
        <p14:creationId xmlns:p14="http://schemas.microsoft.com/office/powerpoint/2010/main" val="1557603729"/>
      </p:ext>
    </p:extLst>
  </p:cSld>
  <p:clrMapOvr>
    <a:masterClrMapping/>
  </p:clrMapOvr>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213</TotalTime>
  <Words>360</Words>
  <Application>Microsoft Office PowerPoint</Application>
  <PresentationFormat>Widescreen</PresentationFormat>
  <Paragraphs>129</Paragraphs>
  <Slides>16</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Kumbh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2026-09-16T02:47:58Z</dcterms:modified>
</cp:coreProperties>
</file>