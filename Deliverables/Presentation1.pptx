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9"/>
  </p:notesMasterIdLst>
  <p:sldIdLst>
    <p:sldId id="256" r:id="rId2"/>
    <p:sldId id="257" r:id="rId3"/>
    <p:sldId id="258" r:id="rId4"/>
    <p:sldId id="274" r:id="rId5"/>
    <p:sldId id="273" r:id="rId6"/>
    <p:sldId id="266" r:id="rId7"/>
    <p:sldId id="267" r:id="rId8"/>
    <p:sldId id="268" r:id="rId9"/>
    <p:sldId id="275" r:id="rId10"/>
    <p:sldId id="272" r:id="rId11"/>
    <p:sldId id="260" r:id="rId12"/>
    <p:sldId id="276" r:id="rId13"/>
    <p:sldId id="261" r:id="rId14"/>
    <p:sldId id="262" r:id="rId15"/>
    <p:sldId id="269" r:id="rId16"/>
    <p:sldId id="263" r:id="rId17"/>
    <p:sldId id="271" r:id="rId18"/>
  </p:sldIdLst>
  <p:sldSz cx="12192000" cy="6858000"/>
  <p:notesSz cx="6858000" cy="9144000"/>
  <p:embeddedFontLst>
    <p:embeddedFont>
      <p:font typeface="Kumbh Sans" pitchFamily="2" charset="0"/>
      <p:regular r:id="rId20"/>
      <p:bold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26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40A192-0FD3-4679-B782-39515230B446}" v="272" dt="2026-09-16T18:38:35.183"/>
    <p1510:client id="{EADFFEA0-CC63-45EF-97E4-5A80CDB68182}" v="1745" dt="2026-09-17T17:57:23.0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p:scale>
          <a:sx n="200" d="100"/>
          <a:sy n="200" d="100"/>
        </p:scale>
        <p:origin x="1152"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7T17:59:39.962" v="5183" actId="1076"/>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del mod">
          <ac:chgData name="Steve Mutrux" userId="4fa98d0c-dc66-4728-b09b-a88e22e95094" providerId="ADAL" clId="{421BD283-33D8-4C6C-821F-71755E863FA2}" dt="2026-09-16T00:46:31.976" v="922" actId="478"/>
          <ac:spMkLst>
            <pc:docMk/>
            <pc:sldMk cId="2816041415" sldId="257"/>
            <ac:spMk id="2" creationId="{46678232-D860-76CE-77D5-D9F21C5850EF}"/>
          </ac:spMkLst>
        </pc:spChg>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del mod">
          <ac:chgData name="Steve Mutrux" userId="4fa98d0c-dc66-4728-b09b-a88e22e95094" providerId="ADAL" clId="{421BD283-33D8-4C6C-821F-71755E863FA2}" dt="2026-09-16T01:03:58.801" v="1038" actId="478"/>
          <ac:spMkLst>
            <pc:docMk/>
            <pc:sldMk cId="2816041415" sldId="257"/>
            <ac:spMk id="6" creationId="{C410810D-A989-74D7-F0EB-6BE5858E3F6A}"/>
          </ac:spMkLst>
        </pc:spChg>
        <pc:spChg chg="add del mod">
          <ac:chgData name="Steve Mutrux" userId="4fa98d0c-dc66-4728-b09b-a88e22e95094" providerId="ADAL" clId="{421BD283-33D8-4C6C-821F-71755E863FA2}" dt="2026-09-16T01:03:18.802" v="1036" actId="478"/>
          <ac:spMkLst>
            <pc:docMk/>
            <pc:sldMk cId="2816041415" sldId="257"/>
            <ac:spMk id="7" creationId="{3261E8B8-4A5D-BECA-1304-E8332AAE561A}"/>
          </ac:spMkLst>
        </pc:spChg>
        <pc:spChg chg="add del mod topLvl">
          <ac:chgData name="Steve Mutrux" userId="4fa98d0c-dc66-4728-b09b-a88e22e95094" providerId="ADAL" clId="{421BD283-33D8-4C6C-821F-71755E863FA2}" dt="2026-09-16T01:11:16.400" v="1106" actId="478"/>
          <ac:spMkLst>
            <pc:docMk/>
            <pc:sldMk cId="2816041415" sldId="257"/>
            <ac:spMk id="9" creationId="{FAEF5536-44D2-9012-9C74-2886C3A8524B}"/>
          </ac:spMkLst>
        </pc:spChg>
        <pc:spChg chg="add del mod topLvl">
          <ac:chgData name="Steve Mutrux" userId="4fa98d0c-dc66-4728-b09b-a88e22e95094" providerId="ADAL" clId="{421BD283-33D8-4C6C-821F-71755E863FA2}" dt="2026-09-16T01:11:14.839" v="1105" actId="478"/>
          <ac:spMkLst>
            <pc:docMk/>
            <pc:sldMk cId="2816041415" sldId="257"/>
            <ac:spMk id="11" creationId="{E786029E-8D13-42CC-AFB7-93C737CF5FB5}"/>
          </ac:spMkLst>
        </pc:spChg>
        <pc:spChg chg="add del mod topLvl">
          <ac:chgData name="Steve Mutrux" userId="4fa98d0c-dc66-4728-b09b-a88e22e95094" providerId="ADAL" clId="{421BD283-33D8-4C6C-821F-71755E863FA2}" dt="2026-09-16T01:11:14.839" v="1105" actId="478"/>
          <ac:spMkLst>
            <pc:docMk/>
            <pc:sldMk cId="2816041415" sldId="257"/>
            <ac:spMk id="13" creationId="{68683EA2-9224-6664-E087-6B86DAA4A1C0}"/>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del mod">
          <ac:chgData name="Steve Mutrux" userId="4fa98d0c-dc66-4728-b09b-a88e22e95094" providerId="ADAL" clId="{421BD283-33D8-4C6C-821F-71755E863FA2}" dt="2026-09-16T01:06:19.504" v="1065" actId="165"/>
          <ac:grpSpMkLst>
            <pc:docMk/>
            <pc:sldMk cId="2816041415" sldId="257"/>
            <ac:grpSpMk id="14" creationId="{73DF0394-079E-F5AC-B018-B56745238E9B}"/>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6T02:47:48.323" v="3073"/>
        <pc:sldMkLst>
          <pc:docMk/>
          <pc:sldMk cId="518144185" sldId="258"/>
        </pc:sldMkLst>
        <pc:spChg chg="del mod">
          <ac:chgData name="Steve Mutrux" userId="4fa98d0c-dc66-4728-b09b-a88e22e95094" providerId="ADAL" clId="{421BD283-33D8-4C6C-821F-71755E863FA2}" dt="2026-09-16T00:46:35.289" v="923" actId="478"/>
          <ac:spMkLst>
            <pc:docMk/>
            <pc:sldMk cId="518144185" sldId="258"/>
            <ac:spMk id="2" creationId="{C7943069-6591-7336-398B-719327BAD466}"/>
          </ac:spMkLst>
        </pc:spChg>
        <pc:spChg chg="add del mod ord">
          <ac:chgData name="Steve Mutrux" userId="4fa98d0c-dc66-4728-b09b-a88e22e95094" providerId="ADAL" clId="{421BD283-33D8-4C6C-821F-71755E863FA2}" dt="2026-09-16T01:41:19.114" v="2580"/>
          <ac:spMkLst>
            <pc:docMk/>
            <pc:sldMk cId="518144185" sldId="258"/>
            <ac:spMk id="4" creationId="{4179717D-B637-2B0D-B9EF-712078DD12DB}"/>
          </ac:spMkLst>
        </pc:spChg>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del mod">
          <ac:chgData name="Steve Mutrux" userId="4fa98d0c-dc66-4728-b09b-a88e22e95094" providerId="ADAL" clId="{421BD283-33D8-4C6C-821F-71755E863FA2}" dt="2026-09-16T01:32:58.829" v="2270" actId="478"/>
          <ac:spMkLst>
            <pc:docMk/>
            <pc:sldMk cId="518144185" sldId="258"/>
            <ac:spMk id="6" creationId="{F30D305D-9660-BFE0-D543-CD5D129E965D}"/>
          </ac:spMkLst>
        </pc:spChg>
        <pc:spChg chg="add del mod">
          <ac:chgData name="Steve Mutrux" userId="4fa98d0c-dc66-4728-b09b-a88e22e95094" providerId="ADAL" clId="{421BD283-33D8-4C6C-821F-71755E863FA2}" dt="2026-09-16T01:34:24.418" v="2280" actId="478"/>
          <ac:spMkLst>
            <pc:docMk/>
            <pc:sldMk cId="518144185" sldId="258"/>
            <ac:spMk id="8" creationId="{4420A185-84EB-DED9-0C78-E7C60A358624}"/>
          </ac:spMkLst>
        </pc:spChg>
        <pc:spChg chg="add mod">
          <ac:chgData name="Steve Mutrux" userId="4fa98d0c-dc66-4728-b09b-a88e22e95094" providerId="ADAL" clId="{421BD283-33D8-4C6C-821F-71755E863FA2}" dt="2026-09-16T01:44:44.516" v="2607" actId="20577"/>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del mod">
          <ac:chgData name="Steve Mutrux" userId="4fa98d0c-dc66-4728-b09b-a88e22e95094" providerId="ADAL" clId="{421BD283-33D8-4C6C-821F-71755E863FA2}" dt="2026-09-16T01:46:37.054" v="2657" actId="21"/>
          <ac:spMkLst>
            <pc:docMk/>
            <pc:sldMk cId="518144185" sldId="258"/>
            <ac:spMk id="15" creationId="{44A84756-8249-7168-7DA3-B3CFCE071452}"/>
          </ac:spMkLst>
        </pc:spChg>
        <pc:spChg chg="add del mod">
          <ac:chgData name="Steve Mutrux" userId="4fa98d0c-dc66-4728-b09b-a88e22e95094" providerId="ADAL" clId="{421BD283-33D8-4C6C-821F-71755E863FA2}" dt="2026-09-16T01:46:37.054" v="2657" actId="21"/>
          <ac:spMkLst>
            <pc:docMk/>
            <pc:sldMk cId="518144185" sldId="258"/>
            <ac:spMk id="17" creationId="{AC29BAEA-85E2-CE44-DFD8-33264295EAFB}"/>
          </ac:spMkLst>
        </pc:spChg>
        <pc:spChg chg="add mod">
          <ac:chgData name="Steve Mutrux" userId="4fa98d0c-dc66-4728-b09b-a88e22e95094" providerId="ADAL" clId="{421BD283-33D8-4C6C-821F-71755E863FA2}" dt="2026-09-16T02:07:30.283" v="2884" actId="1076"/>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6T02:07:30.283" v="2884" actId="1076"/>
          <ac:spMkLst>
            <pc:docMk/>
            <pc:sldMk cId="518144185" sldId="258"/>
            <ac:spMk id="20" creationId="{CCFAD389-EE71-B68B-7904-B518B60423D2}"/>
          </ac:spMkLst>
        </pc:spChg>
        <pc:spChg chg="add mod">
          <ac:chgData name="Steve Mutrux" userId="4fa98d0c-dc66-4728-b09b-a88e22e95094" providerId="ADAL" clId="{421BD283-33D8-4C6C-821F-71755E863FA2}" dt="2026-09-16T02:07:30.283" v="2884" actId="1076"/>
          <ac:spMkLst>
            <pc:docMk/>
            <pc:sldMk cId="518144185" sldId="258"/>
            <ac:spMk id="21" creationId="{AD65F9A4-3D9F-CADB-4D37-DD80B4615F45}"/>
          </ac:spMkLst>
        </pc:spChg>
        <pc:spChg chg="add mod">
          <ac:chgData name="Steve Mutrux" userId="4fa98d0c-dc66-4728-b09b-a88e22e95094" providerId="ADAL" clId="{421BD283-33D8-4C6C-821F-71755E863FA2}" dt="2026-09-16T02:07:30.283" v="2884" actId="1076"/>
          <ac:spMkLst>
            <pc:docMk/>
            <pc:sldMk cId="518144185" sldId="258"/>
            <ac:spMk id="22" creationId="{12F11FF0-1BF1-6CC5-4631-D4121454A724}"/>
          </ac:spMkLst>
        </pc:spChg>
        <pc:spChg chg="add mod">
          <ac:chgData name="Steve Mutrux" userId="4fa98d0c-dc66-4728-b09b-a88e22e95094" providerId="ADAL" clId="{421BD283-33D8-4C6C-821F-71755E863FA2}" dt="2026-09-16T02:07:30.283" v="2884" actId="1076"/>
          <ac:spMkLst>
            <pc:docMk/>
            <pc:sldMk cId="518144185" sldId="258"/>
            <ac:spMk id="23" creationId="{407BEB45-41C6-4289-92A8-7E218F7F8701}"/>
          </ac:spMkLst>
        </pc:spChg>
        <pc:spChg chg="add mod">
          <ac:chgData name="Steve Mutrux" userId="4fa98d0c-dc66-4728-b09b-a88e22e95094" providerId="ADAL" clId="{421BD283-33D8-4C6C-821F-71755E863FA2}" dt="2026-09-16T02:07:30.283" v="2884"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addSp delSp modSp add mod ord modTransition modAnim">
        <pc:chgData name="Steve Mutrux" userId="4fa98d0c-dc66-4728-b09b-a88e22e95094" providerId="ADAL" clId="{421BD283-33D8-4C6C-821F-71755E863FA2}" dt="2026-09-16T15:22:15.053" v="4690"/>
        <pc:sldMkLst>
          <pc:docMk/>
          <pc:sldMk cId="3444687766" sldId="260"/>
        </pc:sldMkLst>
        <pc:spChg chg="del mod">
          <ac:chgData name="Steve Mutrux" userId="4fa98d0c-dc66-4728-b09b-a88e22e95094" providerId="ADAL" clId="{421BD283-33D8-4C6C-821F-71755E863FA2}" dt="2026-09-16T00:46:15.741" v="916" actId="478"/>
          <ac:spMkLst>
            <pc:docMk/>
            <pc:sldMk cId="3444687766" sldId="260"/>
            <ac:spMk id="2" creationId="{002E2CC7-570D-FDB3-3281-85D5D28B2E70}"/>
          </ac:spMkLst>
        </pc:spChg>
        <pc:spChg chg="add mod">
          <ac:chgData name="Steve Mutrux" userId="4fa98d0c-dc66-4728-b09b-a88e22e95094" providerId="ADAL" clId="{421BD283-33D8-4C6C-821F-71755E863FA2}" dt="2026-09-16T15:08:22.939" v="4538"/>
          <ac:spMkLst>
            <pc:docMk/>
            <pc:sldMk cId="3444687766" sldId="260"/>
            <ac:spMk id="2" creationId="{691C4877-3DAD-6CAA-ED51-1E15F5891382}"/>
          </ac:spMkLst>
        </pc:spChg>
        <pc:spChg chg="add mod">
          <ac:chgData name="Steve Mutrux" userId="4fa98d0c-dc66-4728-b09b-a88e22e95094" providerId="ADAL" clId="{421BD283-33D8-4C6C-821F-71755E863FA2}" dt="2026-09-16T15:16:53.093" v="4684" actId="20577"/>
          <ac:spMkLst>
            <pc:docMk/>
            <pc:sldMk cId="3444687766" sldId="260"/>
            <ac:spMk id="3" creationId="{5F97503A-9C72-47A2-2CA8-09144AD4223D}"/>
          </ac:spMkLst>
        </pc:spChg>
        <pc:spChg chg="mod">
          <ac:chgData name="Steve Mutrux" userId="4fa98d0c-dc66-4728-b09b-a88e22e95094" providerId="ADAL" clId="{421BD283-33D8-4C6C-821F-71755E863FA2}" dt="2026-09-16T11:58:01.971" v="3483" actId="14100"/>
          <ac:spMkLst>
            <pc:docMk/>
            <pc:sldMk cId="3444687766" sldId="260"/>
            <ac:spMk id="3" creationId="{F0AC75C3-D900-D841-B78D-2A1D1677A633}"/>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mod">
          <ac:chgData name="Steve Mutrux" userId="4fa98d0c-dc66-4728-b09b-a88e22e95094" providerId="ADAL" clId="{421BD283-33D8-4C6C-821F-71755E863FA2}" dt="2026-09-16T11:55:46.486" v="3460"/>
          <ac:spMkLst>
            <pc:docMk/>
            <pc:sldMk cId="3444687766" sldId="260"/>
            <ac:spMk id="7" creationId="{BF7235CB-A883-A271-6DE2-5F16525B620E}"/>
          </ac:spMkLst>
        </pc:spChg>
        <pc:spChg chg="mod">
          <ac:chgData name="Steve Mutrux" userId="4fa98d0c-dc66-4728-b09b-a88e22e95094" providerId="ADAL" clId="{421BD283-33D8-4C6C-821F-71755E863FA2}" dt="2026-09-16T11:55:46.486" v="3460"/>
          <ac:spMkLst>
            <pc:docMk/>
            <pc:sldMk cId="3444687766" sldId="260"/>
            <ac:spMk id="8" creationId="{FB8386EE-B837-D805-5371-59DFE3A39A54}"/>
          </ac:spMkLst>
        </pc:spChg>
        <pc:spChg chg="mod">
          <ac:chgData name="Steve Mutrux" userId="4fa98d0c-dc66-4728-b09b-a88e22e95094" providerId="ADAL" clId="{421BD283-33D8-4C6C-821F-71755E863FA2}" dt="2026-09-16T11:58:27.537" v="3488" actId="1076"/>
          <ac:spMkLst>
            <pc:docMk/>
            <pc:sldMk cId="3444687766" sldId="260"/>
            <ac:spMk id="9" creationId="{4BC384DA-B5A9-A2C3-80E9-6C83E5BF28BB}"/>
          </ac:spMkLst>
        </pc:spChg>
        <pc:spChg chg="mod">
          <ac:chgData name="Steve Mutrux" userId="4fa98d0c-dc66-4728-b09b-a88e22e95094" providerId="ADAL" clId="{421BD283-33D8-4C6C-821F-71755E863FA2}" dt="2026-09-16T11:58:24.099" v="3487" actId="1076"/>
          <ac:spMkLst>
            <pc:docMk/>
            <pc:sldMk cId="3444687766" sldId="260"/>
            <ac:spMk id="10" creationId="{6E43F294-A723-9C2D-9117-3EAFCB8D7DD4}"/>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del mod ord">
          <ac:chgData name="Steve Mutrux" userId="4fa98d0c-dc66-4728-b09b-a88e22e95094" providerId="ADAL" clId="{421BD283-33D8-4C6C-821F-71755E863FA2}" dt="2026-09-16T12:28:36.433" v="3715" actId="478"/>
          <ac:grpSpMkLst>
            <pc:docMk/>
            <pc:sldMk cId="3444687766" sldId="260"/>
            <ac:grpSpMk id="2" creationId="{B3BE51AA-CD21-FF1C-65C4-A34C48469377}"/>
          </ac:grpSpMkLst>
        </pc:grpChg>
        <pc:grpChg chg="mod">
          <ac:chgData name="Steve Mutrux" userId="4fa98d0c-dc66-4728-b09b-a88e22e95094" providerId="ADAL" clId="{421BD283-33D8-4C6C-821F-71755E863FA2}" dt="2026-09-16T11:55:46.486" v="3460"/>
          <ac:grpSpMkLst>
            <pc:docMk/>
            <pc:sldMk cId="3444687766" sldId="260"/>
            <ac:grpSpMk id="5" creationId="{8502D639-0220-4089-B432-B8558923B3C1}"/>
          </ac:grpSpMkLst>
        </pc:grpChg>
        <pc:grpChg chg="mod">
          <ac:chgData name="Steve Mutrux" userId="4fa98d0c-dc66-4728-b09b-a88e22e95094" providerId="ADAL" clId="{421BD283-33D8-4C6C-821F-71755E863FA2}" dt="2026-09-16T11:55:46.486" v="3460"/>
          <ac:grpSpMkLst>
            <pc:docMk/>
            <pc:sldMk cId="3444687766" sldId="260"/>
            <ac:grpSpMk id="6" creationId="{19E43BAC-DCCF-D719-04C1-CCDA01A414D3}"/>
          </ac:grpSpMkLst>
        </pc:gr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modNotesTx">
        <pc:chgData name="Steve Mutrux" userId="4fa98d0c-dc66-4728-b09b-a88e22e95094" providerId="ADAL" clId="{421BD283-33D8-4C6C-821F-71755E863FA2}" dt="2026-09-17T17:29:59.649" v="4771" actId="20577"/>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del">
          <ac:chgData name="Steve Mutrux" userId="4fa98d0c-dc66-4728-b09b-a88e22e95094" providerId="ADAL" clId="{421BD283-33D8-4C6C-821F-71755E863FA2}" dt="2026-09-16T00:46:11.904" v="914" actId="478"/>
          <ac:spMkLst>
            <pc:docMk/>
            <pc:sldMk cId="4190029259" sldId="261"/>
            <ac:spMk id="2" creationId="{EB45249E-3CD1-3B49-F9CF-AF33CD9279A1}"/>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add del">
          <ac:chgData name="Steve Mutrux" userId="4fa98d0c-dc66-4728-b09b-a88e22e95094" providerId="ADAL" clId="{421BD283-33D8-4C6C-821F-71755E863FA2}" dt="2026-09-16T00:42:24.116" v="855" actId="478"/>
          <ac:spMkLst>
            <pc:docMk/>
            <pc:sldMk cId="4190029259" sldId="261"/>
            <ac:spMk id="4" creationId="{86ABD23B-52C3-0A87-E606-1F99B12A92D7}"/>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add del mod">
          <ac:chgData name="Steve Mutrux" userId="4fa98d0c-dc66-4728-b09b-a88e22e95094" providerId="ADAL" clId="{421BD283-33D8-4C6C-821F-71755E863FA2}" dt="2026-09-16T12:37:31.420" v="3843" actId="478"/>
          <ac:spMkLst>
            <pc:docMk/>
            <pc:sldMk cId="4190029259" sldId="261"/>
            <ac:spMk id="6" creationId="{C26F907F-3A16-3C95-A3C0-1A0D83238263}"/>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del mod">
          <ac:chgData name="Steve Mutrux" userId="4fa98d0c-dc66-4728-b09b-a88e22e95094" providerId="ADAL" clId="{421BD283-33D8-4C6C-821F-71755E863FA2}" dt="2026-09-16T12:41:09.381" v="3879" actId="478"/>
          <ac:spMkLst>
            <pc:docMk/>
            <pc:sldMk cId="4190029259" sldId="261"/>
            <ac:spMk id="15" creationId="{E8AC0F8B-75D9-6940-D2C6-15D7200CBF96}"/>
          </ac:spMkLst>
        </pc:spChg>
        <pc:spChg chg="add del mod">
          <ac:chgData name="Steve Mutrux" userId="4fa98d0c-dc66-4728-b09b-a88e22e95094" providerId="ADAL" clId="{421BD283-33D8-4C6C-821F-71755E863FA2}" dt="2026-09-16T12:41:10.088" v="3880" actId="478"/>
          <ac:spMkLst>
            <pc:docMk/>
            <pc:sldMk cId="4190029259" sldId="261"/>
            <ac:spMk id="17" creationId="{B77C07AD-A18F-C228-4CB7-289C48CC9D50}"/>
          </ac:spMkLst>
        </pc:spChg>
        <pc:spChg chg="add del mod">
          <ac:chgData name="Steve Mutrux" userId="4fa98d0c-dc66-4728-b09b-a88e22e95094" providerId="ADAL" clId="{421BD283-33D8-4C6C-821F-71755E863FA2}" dt="2026-09-16T12:41:12.820" v="3882" actId="478"/>
          <ac:spMkLst>
            <pc:docMk/>
            <pc:sldMk cId="4190029259" sldId="261"/>
            <ac:spMk id="19" creationId="{6025D1BC-186D-5E9A-8EFC-D3D3544AC95C}"/>
          </ac:spMkLst>
        </pc:spChg>
        <pc:spChg chg="add del mod">
          <ac:chgData name="Steve Mutrux" userId="4fa98d0c-dc66-4728-b09b-a88e22e95094" providerId="ADAL" clId="{421BD283-33D8-4C6C-821F-71755E863FA2}" dt="2026-09-16T12:41:11.370" v="3881" actId="478"/>
          <ac:spMkLst>
            <pc:docMk/>
            <pc:sldMk cId="4190029259" sldId="261"/>
            <ac:spMk id="21" creationId="{C56B7234-588E-45B2-37AF-971B195666C1}"/>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spChg chg="mod">
          <ac:chgData name="Steve Mutrux" userId="4fa98d0c-dc66-4728-b09b-a88e22e95094" providerId="ADAL" clId="{421BD283-33D8-4C6C-821F-71755E863FA2}" dt="2026-09-16T12:45:45.433" v="3916"/>
          <ac:spMkLst>
            <pc:docMk/>
            <pc:sldMk cId="4190029259" sldId="261"/>
            <ac:spMk id="37" creationId="{E14BB88B-0E96-59B3-6EF0-279E58A2B8ED}"/>
          </ac:spMkLst>
        </pc:spChg>
        <pc:spChg chg="mod">
          <ac:chgData name="Steve Mutrux" userId="4fa98d0c-dc66-4728-b09b-a88e22e95094" providerId="ADAL" clId="{421BD283-33D8-4C6C-821F-71755E863FA2}" dt="2026-09-16T12:45:45.433" v="3916"/>
          <ac:spMkLst>
            <pc:docMk/>
            <pc:sldMk cId="4190029259" sldId="261"/>
            <ac:spMk id="40" creationId="{34B31535-460B-ADF4-80F4-ACC7134B73F9}"/>
          </ac:spMkLst>
        </pc:spChg>
        <pc:spChg chg="mod">
          <ac:chgData name="Steve Mutrux" userId="4fa98d0c-dc66-4728-b09b-a88e22e95094" providerId="ADAL" clId="{421BD283-33D8-4C6C-821F-71755E863FA2}" dt="2026-09-16T12:45:45.433" v="3916"/>
          <ac:spMkLst>
            <pc:docMk/>
            <pc:sldMk cId="4190029259" sldId="261"/>
            <ac:spMk id="41" creationId="{27FEF0EB-867D-16D0-15C2-CD3994E3BBDE}"/>
          </ac:spMkLst>
        </pc:spChg>
        <pc:spChg chg="mod">
          <ac:chgData name="Steve Mutrux" userId="4fa98d0c-dc66-4728-b09b-a88e22e95094" providerId="ADAL" clId="{421BD283-33D8-4C6C-821F-71755E863FA2}" dt="2026-09-16T12:45:45.433" v="3916"/>
          <ac:spMkLst>
            <pc:docMk/>
            <pc:sldMk cId="4190029259" sldId="261"/>
            <ac:spMk id="42" creationId="{647F243E-B534-9042-3F18-1A8B8362CD16}"/>
          </ac:spMkLst>
        </pc:spChg>
        <pc:spChg chg="mod">
          <ac:chgData name="Steve Mutrux" userId="4fa98d0c-dc66-4728-b09b-a88e22e95094" providerId="ADAL" clId="{421BD283-33D8-4C6C-821F-71755E863FA2}" dt="2026-09-16T12:45:45.433" v="3916"/>
          <ac:spMkLst>
            <pc:docMk/>
            <pc:sldMk cId="4190029259" sldId="261"/>
            <ac:spMk id="43" creationId="{E3193F3F-9BF7-FAB2-D152-4360CC438B1F}"/>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grpChg chg="add mod ord">
          <ac:chgData name="Steve Mutrux" userId="4fa98d0c-dc66-4728-b09b-a88e22e95094" providerId="ADAL" clId="{421BD283-33D8-4C6C-821F-71755E863FA2}" dt="2026-09-16T12:46:41.590" v="3946" actId="1035"/>
          <ac:grpSpMkLst>
            <pc:docMk/>
            <pc:sldMk cId="4190029259" sldId="261"/>
            <ac:grpSpMk id="36" creationId="{678ED05D-2A4B-61AA-076B-C0C666BA3F7F}"/>
          </ac:grpSpMkLst>
        </pc:grpChg>
        <pc:grpChg chg="mod">
          <ac:chgData name="Steve Mutrux" userId="4fa98d0c-dc66-4728-b09b-a88e22e95094" providerId="ADAL" clId="{421BD283-33D8-4C6C-821F-71755E863FA2}" dt="2026-09-16T12:45:45.433" v="3916"/>
          <ac:grpSpMkLst>
            <pc:docMk/>
            <pc:sldMk cId="4190029259" sldId="261"/>
            <ac:grpSpMk id="38" creationId="{927BA3C9-6617-CB9C-8987-32C8B8373228}"/>
          </ac:grpSpMkLst>
        </pc:grpChg>
        <pc:grpChg chg="mod">
          <ac:chgData name="Steve Mutrux" userId="4fa98d0c-dc66-4728-b09b-a88e22e95094" providerId="ADAL" clId="{421BD283-33D8-4C6C-821F-71755E863FA2}" dt="2026-09-16T12:45:45.433" v="3916"/>
          <ac:grpSpMkLst>
            <pc:docMk/>
            <pc:sldMk cId="4190029259" sldId="261"/>
            <ac:grpSpMk id="39" creationId="{7C9560F7-8264-7EF2-E259-3151A7DA378D}"/>
          </ac:grpSpMkLst>
        </pc:grpChg>
      </pc:sldChg>
      <pc:sldChg chg="addSp delSp modSp add mod modTransition modAnim">
        <pc:chgData name="Steve Mutrux" userId="4fa98d0c-dc66-4728-b09b-a88e22e95094" providerId="ADAL" clId="{421BD283-33D8-4C6C-821F-71755E863FA2}" dt="2026-09-17T17:59:39.962" v="5183" actId="1076"/>
        <pc:sldMkLst>
          <pc:docMk/>
          <pc:sldMk cId="1179066660" sldId="262"/>
        </pc:sldMkLst>
        <pc:spChg chg="add mod">
          <ac:chgData name="Steve Mutrux" userId="4fa98d0c-dc66-4728-b09b-a88e22e95094" providerId="ADAL" clId="{421BD283-33D8-4C6C-821F-71755E863FA2}" dt="2026-09-16T12:54:11.577" v="4060" actId="207"/>
          <ac:spMkLst>
            <pc:docMk/>
            <pc:sldMk cId="1179066660" sldId="262"/>
            <ac:spMk id="2" creationId="{0BF92EDD-8888-E08D-FA4D-6A5E72D683AA}"/>
          </ac:spMkLst>
        </pc:spChg>
        <pc:spChg chg="del">
          <ac:chgData name="Steve Mutrux" userId="4fa98d0c-dc66-4728-b09b-a88e22e95094" providerId="ADAL" clId="{421BD283-33D8-4C6C-821F-71755E863FA2}" dt="2026-09-16T00:46:09.571" v="913" actId="478"/>
          <ac:spMkLst>
            <pc:docMk/>
            <pc:sldMk cId="1179066660" sldId="262"/>
            <ac:spMk id="2" creationId="{FB7C1DAA-388D-15E8-746C-4763F989A8BD}"/>
          </ac:spMkLst>
        </pc:spChg>
        <pc:spChg chg="add del">
          <ac:chgData name="Steve Mutrux" userId="4fa98d0c-dc66-4728-b09b-a88e22e95094" providerId="ADAL" clId="{421BD283-33D8-4C6C-821F-71755E863FA2}" dt="2026-09-16T00:42:27.997" v="857" actId="478"/>
          <ac:spMkLst>
            <pc:docMk/>
            <pc:sldMk cId="1179066660" sldId="262"/>
            <ac:spMk id="4" creationId="{454DAE8C-0239-F0A4-BA7E-4FE0FF2D9897}"/>
          </ac:spMkLst>
        </pc:spChg>
        <pc:spChg chg="mod">
          <ac:chgData name="Steve Mutrux" userId="4fa98d0c-dc66-4728-b09b-a88e22e95094" providerId="ADAL" clId="{421BD283-33D8-4C6C-821F-71755E863FA2}" dt="2026-09-16T12:53:48.110" v="4054"/>
          <ac:spMkLst>
            <pc:docMk/>
            <pc:sldMk cId="1179066660" sldId="262"/>
            <ac:spMk id="4" creationId="{7B5338A2-686D-30BB-18B5-63EF3F6596C5}"/>
          </ac:spMkLst>
        </pc:spChg>
        <pc:spChg chg="add del mod">
          <ac:chgData name="Steve Mutrux" userId="4fa98d0c-dc66-4728-b09b-a88e22e95094" providerId="ADAL" clId="{421BD283-33D8-4C6C-821F-71755E863FA2}" dt="2026-09-16T12:37:36.048" v="3845" actId="478"/>
          <ac:spMkLst>
            <pc:docMk/>
            <pc:sldMk cId="1179066660" sldId="262"/>
            <ac:spMk id="6" creationId="{0CDADB92-84C5-A652-539F-1C8F5047D3A6}"/>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mod">
          <ac:chgData name="Steve Mutrux" userId="4fa98d0c-dc66-4728-b09b-a88e22e95094" providerId="ADAL" clId="{421BD283-33D8-4C6C-821F-71755E863FA2}" dt="2026-09-17T17:48:36.118" v="5108" actId="14100"/>
          <ac:spMkLst>
            <pc:docMk/>
            <pc:sldMk cId="1179066660" sldId="262"/>
            <ac:spMk id="14" creationId="{C17AF362-55B9-E251-DA4C-B1B90BE410D5}"/>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spChg chg="add del mod">
          <ac:chgData name="Steve Mutrux" userId="4fa98d0c-dc66-4728-b09b-a88e22e95094" providerId="ADAL" clId="{421BD283-33D8-4C6C-821F-71755E863FA2}" dt="2026-09-17T17:53:03.592" v="5132" actId="478"/>
          <ac:spMkLst>
            <pc:docMk/>
            <pc:sldMk cId="1179066660" sldId="262"/>
            <ac:spMk id="17" creationId="{2147BB89-1B5C-92BB-C3AB-A9DAFE3D4FB0}"/>
          </ac:spMkLst>
        </pc:spChg>
        <pc:spChg chg="mod">
          <ac:chgData name="Steve Mutrux" userId="4fa98d0c-dc66-4728-b09b-a88e22e95094" providerId="ADAL" clId="{421BD283-33D8-4C6C-821F-71755E863FA2}" dt="2026-09-17T17:54:09.691" v="5139" actId="207"/>
          <ac:spMkLst>
            <pc:docMk/>
            <pc:sldMk cId="1179066660" sldId="262"/>
            <ac:spMk id="19" creationId="{D9C4B4E9-9EA3-686D-C6CC-2B6201D18F8C}"/>
          </ac:spMkLst>
        </pc:spChg>
        <pc:spChg chg="mod">
          <ac:chgData name="Steve Mutrux" userId="4fa98d0c-dc66-4728-b09b-a88e22e95094" providerId="ADAL" clId="{421BD283-33D8-4C6C-821F-71755E863FA2}" dt="2026-09-17T17:53:42.010" v="5137" actId="207"/>
          <ac:spMkLst>
            <pc:docMk/>
            <pc:sldMk cId="1179066660" sldId="262"/>
            <ac:spMk id="20" creationId="{F07693E3-3466-B569-3CDA-B9CDBEBF2AAE}"/>
          </ac:spMkLst>
        </pc:spChg>
        <pc:spChg chg="mod">
          <ac:chgData name="Steve Mutrux" userId="4fa98d0c-dc66-4728-b09b-a88e22e95094" providerId="ADAL" clId="{421BD283-33D8-4C6C-821F-71755E863FA2}" dt="2026-09-17T17:54:16.901" v="5141"/>
          <ac:spMkLst>
            <pc:docMk/>
            <pc:sldMk cId="1179066660" sldId="262"/>
            <ac:spMk id="22" creationId="{AB64591E-8C56-D5C9-EA8C-04751014FDBE}"/>
          </ac:spMkLst>
        </pc:spChg>
        <pc:spChg chg="mod">
          <ac:chgData name="Steve Mutrux" userId="4fa98d0c-dc66-4728-b09b-a88e22e95094" providerId="ADAL" clId="{421BD283-33D8-4C6C-821F-71755E863FA2}" dt="2026-09-17T17:54:16.901" v="5141"/>
          <ac:spMkLst>
            <pc:docMk/>
            <pc:sldMk cId="1179066660" sldId="262"/>
            <ac:spMk id="23" creationId="{0B419270-CE93-8037-0E26-C784FCBB621B}"/>
          </ac:spMkLst>
        </pc:spChg>
        <pc:spChg chg="mod">
          <ac:chgData name="Steve Mutrux" userId="4fa98d0c-dc66-4728-b09b-a88e22e95094" providerId="ADAL" clId="{421BD283-33D8-4C6C-821F-71755E863FA2}" dt="2026-09-17T17:54:50.632" v="5150"/>
          <ac:spMkLst>
            <pc:docMk/>
            <pc:sldMk cId="1179066660" sldId="262"/>
            <ac:spMk id="25" creationId="{8CA9AB95-392F-9E16-7B5C-A9B0063D4122}"/>
          </ac:spMkLst>
        </pc:spChg>
        <pc:spChg chg="mod">
          <ac:chgData name="Steve Mutrux" userId="4fa98d0c-dc66-4728-b09b-a88e22e95094" providerId="ADAL" clId="{421BD283-33D8-4C6C-821F-71755E863FA2}" dt="2026-09-17T17:54:50.632" v="5150"/>
          <ac:spMkLst>
            <pc:docMk/>
            <pc:sldMk cId="1179066660" sldId="262"/>
            <ac:spMk id="26" creationId="{AE688C10-1140-8767-AC84-0E995361DB7B}"/>
          </ac:spMkLst>
        </pc:spChg>
        <pc:spChg chg="mod">
          <ac:chgData name="Steve Mutrux" userId="4fa98d0c-dc66-4728-b09b-a88e22e95094" providerId="ADAL" clId="{421BD283-33D8-4C6C-821F-71755E863FA2}" dt="2026-09-17T17:59:38.246" v="5182" actId="1076"/>
          <ac:spMkLst>
            <pc:docMk/>
            <pc:sldMk cId="1179066660" sldId="262"/>
            <ac:spMk id="28" creationId="{8C558603-1603-E865-26CD-DB322E05F719}"/>
          </ac:spMkLst>
        </pc:spChg>
        <pc:spChg chg="mod">
          <ac:chgData name="Steve Mutrux" userId="4fa98d0c-dc66-4728-b09b-a88e22e95094" providerId="ADAL" clId="{421BD283-33D8-4C6C-821F-71755E863FA2}" dt="2026-09-17T17:59:39.962" v="5183" actId="1076"/>
          <ac:spMkLst>
            <pc:docMk/>
            <pc:sldMk cId="1179066660" sldId="262"/>
            <ac:spMk id="29" creationId="{1C56E9A2-F368-A01D-7640-70A145EAEAD4}"/>
          </ac:spMkLst>
        </pc:spChg>
        <pc:grpChg chg="add mod ord">
          <ac:chgData name="Steve Mutrux" userId="4fa98d0c-dc66-4728-b09b-a88e22e95094" providerId="ADAL" clId="{421BD283-33D8-4C6C-821F-71755E863FA2}" dt="2026-09-16T12:55:19.955" v="4069" actId="1036"/>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grpChg chg="add del mod">
          <ac:chgData name="Steve Mutrux" userId="4fa98d0c-dc66-4728-b09b-a88e22e95094" providerId="ADAL" clId="{421BD283-33D8-4C6C-821F-71755E863FA2}" dt="2026-09-17T17:54:53.324" v="5152" actId="478"/>
          <ac:grpSpMkLst>
            <pc:docMk/>
            <pc:sldMk cId="1179066660" sldId="262"/>
            <ac:grpSpMk id="18" creationId="{AAACF990-1D91-905F-3C25-51722C5C1F12}"/>
          </ac:grpSpMkLst>
        </pc:grpChg>
        <pc:grpChg chg="add mod">
          <ac:chgData name="Steve Mutrux" userId="4fa98d0c-dc66-4728-b09b-a88e22e95094" providerId="ADAL" clId="{421BD283-33D8-4C6C-821F-71755E863FA2}" dt="2026-09-17T17:58:40.912" v="5178" actId="1038"/>
          <ac:grpSpMkLst>
            <pc:docMk/>
            <pc:sldMk cId="1179066660" sldId="262"/>
            <ac:grpSpMk id="21" creationId="{CA4660AA-A901-F356-66D2-BB4340166212}"/>
          </ac:grpSpMkLst>
        </pc:grpChg>
        <pc:grpChg chg="add mod">
          <ac:chgData name="Steve Mutrux" userId="4fa98d0c-dc66-4728-b09b-a88e22e95094" providerId="ADAL" clId="{421BD283-33D8-4C6C-821F-71755E863FA2}" dt="2026-09-17T17:58:34.140" v="5177" actId="1036"/>
          <ac:grpSpMkLst>
            <pc:docMk/>
            <pc:sldMk cId="1179066660" sldId="262"/>
            <ac:grpSpMk id="24" creationId="{3D49DB04-D837-3156-26C9-27EE2CDB945C}"/>
          </ac:grpSpMkLst>
        </pc:grpChg>
        <pc:grpChg chg="add mod">
          <ac:chgData name="Steve Mutrux" userId="4fa98d0c-dc66-4728-b09b-a88e22e95094" providerId="ADAL" clId="{421BD283-33D8-4C6C-821F-71755E863FA2}" dt="2026-09-17T17:58:51.212" v="5179" actId="1036"/>
          <ac:grpSpMkLst>
            <pc:docMk/>
            <pc:sldMk cId="1179066660" sldId="262"/>
            <ac:grpSpMk id="27" creationId="{137F756D-F9F5-CA00-E05F-C082BE4D1A4E}"/>
          </ac:grpSpMkLst>
        </pc:grpChg>
        <pc:graphicFrameChg chg="add mod modGraphic">
          <ac:chgData name="Steve Mutrux" userId="4fa98d0c-dc66-4728-b09b-a88e22e95094" providerId="ADAL" clId="{421BD283-33D8-4C6C-821F-71755E863FA2}" dt="2026-09-17T17:56:49.185" v="5167" actId="20577"/>
          <ac:graphicFrameMkLst>
            <pc:docMk/>
            <pc:sldMk cId="1179066660" sldId="262"/>
            <ac:graphicFrameMk id="12" creationId="{4EA28A9B-DEE4-9522-F85B-D6250351F83E}"/>
          </ac:graphicFrameMkLst>
        </pc:graphicFrameChg>
      </pc:sldChg>
      <pc:sldChg chg="addSp delSp modSp add mod">
        <pc:chgData name="Steve Mutrux" userId="4fa98d0c-dc66-4728-b09b-a88e22e95094" providerId="ADAL" clId="{421BD283-33D8-4C6C-821F-71755E863FA2}" dt="2026-09-16T00:46:05.458" v="912" actId="207"/>
        <pc:sldMkLst>
          <pc:docMk/>
          <pc:sldMk cId="2229155277" sldId="263"/>
        </pc:sldMkLst>
        <pc:spChg chg="del">
          <ac:chgData name="Steve Mutrux" userId="4fa98d0c-dc66-4728-b09b-a88e22e95094" providerId="ADAL" clId="{421BD283-33D8-4C6C-821F-71755E863FA2}" dt="2026-09-16T00:43:06.714" v="871" actId="478"/>
          <ac:spMkLst>
            <pc:docMk/>
            <pc:sldMk cId="2229155277" sldId="263"/>
            <ac:spMk id="2" creationId="{9E689793-48BC-E89A-D94F-DE97837489B8}"/>
          </ac:spMkLst>
        </pc:spChg>
        <pc:spChg chg="add del">
          <ac:chgData name="Steve Mutrux" userId="4fa98d0c-dc66-4728-b09b-a88e22e95094" providerId="ADAL" clId="{421BD283-33D8-4C6C-821F-71755E863FA2}" dt="2026-09-16T00:42:33.831" v="861" actId="478"/>
          <ac:spMkLst>
            <pc:docMk/>
            <pc:sldMk cId="2229155277" sldId="263"/>
            <ac:spMk id="4" creationId="{202A19DB-42DD-70EE-502D-F38B63917B61}"/>
          </ac:spMkLst>
        </pc:spChg>
        <pc:spChg chg="add mod">
          <ac:chgData name="Steve Mutrux" userId="4fa98d0c-dc66-4728-b09b-a88e22e95094" providerId="ADAL" clId="{421BD283-33D8-4C6C-821F-71755E863FA2}" dt="2026-09-16T00:46:05.458" v="912" actId="207"/>
          <ac:spMkLst>
            <pc:docMk/>
            <pc:sldMk cId="2229155277" sldId="263"/>
            <ac:spMk id="6" creationId="{3781749F-2DE4-6052-FCC1-9E1C1554116A}"/>
          </ac:spMkLst>
        </pc:spChg>
      </pc:sldChg>
      <pc:sldChg chg="addSp delSp modSp add del mod addAnim delAnim modAnim">
        <pc:chgData name="Steve Mutrux" userId="4fa98d0c-dc66-4728-b09b-a88e22e95094" providerId="ADAL" clId="{421BD283-33D8-4C6C-821F-71755E863FA2}" dt="2026-09-16T02:08:34.656" v="2886" actId="47"/>
        <pc:sldMkLst>
          <pc:docMk/>
          <pc:sldMk cId="2553109476" sldId="265"/>
        </pc:sldMkLst>
        <pc:spChg chg="del mod">
          <ac:chgData name="Steve Mutrux" userId="4fa98d0c-dc66-4728-b09b-a88e22e95094" providerId="ADAL" clId="{421BD283-33D8-4C6C-821F-71755E863FA2}" dt="2026-09-16T00:46:27.819" v="920" actId="478"/>
          <ac:spMkLst>
            <pc:docMk/>
            <pc:sldMk cId="2553109476" sldId="265"/>
            <ac:spMk id="2" creationId="{9019CA75-AE86-96E8-F266-96497A23FD87}"/>
          </ac:spMkLst>
        </pc:spChg>
        <pc:spChg chg="add del mod">
          <ac:chgData name="Steve Mutrux" userId="4fa98d0c-dc66-4728-b09b-a88e22e95094" providerId="ADAL" clId="{421BD283-33D8-4C6C-821F-71755E863FA2}" dt="2026-09-16T01:46:29.971" v="2655" actId="478"/>
          <ac:spMkLst>
            <pc:docMk/>
            <pc:sldMk cId="2553109476" sldId="265"/>
            <ac:spMk id="4" creationId="{487D995F-8AAC-6993-74EB-723E6B5C0BFF}"/>
          </ac:spMkLst>
        </pc:spChg>
        <pc:spChg chg="add del mod">
          <ac:chgData name="Steve Mutrux" userId="4fa98d0c-dc66-4728-b09b-a88e22e95094" providerId="ADAL" clId="{421BD283-33D8-4C6C-821F-71755E863FA2}" dt="2026-09-16T01:46:31.802" v="2656" actId="478"/>
          <ac:spMkLst>
            <pc:docMk/>
            <pc:sldMk cId="2553109476" sldId="265"/>
            <ac:spMk id="5" creationId="{CC915FDB-49B9-2B7E-78DD-B03D9C91E7BB}"/>
          </ac:spMkLst>
        </pc:spChg>
        <pc:spChg chg="add mod">
          <ac:chgData name="Steve Mutrux" userId="4fa98d0c-dc66-4728-b09b-a88e22e95094" providerId="ADAL" clId="{421BD283-33D8-4C6C-821F-71755E863FA2}" dt="2026-09-16T01:48:58.599" v="2674" actId="1076"/>
          <ac:spMkLst>
            <pc:docMk/>
            <pc:sldMk cId="2553109476" sldId="265"/>
            <ac:spMk id="6" creationId="{61D39F87-CA97-9841-1740-3A707FCB0820}"/>
          </ac:spMkLst>
        </pc:spChg>
        <pc:spChg chg="add mod">
          <ac:chgData name="Steve Mutrux" userId="4fa98d0c-dc66-4728-b09b-a88e22e95094" providerId="ADAL" clId="{421BD283-33D8-4C6C-821F-71755E863FA2}" dt="2026-09-16T01:48:58.599" v="2674" actId="1076"/>
          <ac:spMkLst>
            <pc:docMk/>
            <pc:sldMk cId="2553109476" sldId="265"/>
            <ac:spMk id="8" creationId="{D2CAF332-5168-1014-A2BD-160BABC51106}"/>
          </ac:spMkLst>
        </pc:spChg>
        <pc:spChg chg="add mod">
          <ac:chgData name="Steve Mutrux" userId="4fa98d0c-dc66-4728-b09b-a88e22e95094" providerId="ADAL" clId="{421BD283-33D8-4C6C-821F-71755E863FA2}" dt="2026-09-16T02:05:29.497" v="2880" actId="1076"/>
          <ac:spMkLst>
            <pc:docMk/>
            <pc:sldMk cId="2553109476" sldId="265"/>
            <ac:spMk id="9" creationId="{C08C61C3-61B5-0EF2-19EE-F7A6E4779A21}"/>
          </ac:spMkLst>
        </pc:spChg>
        <pc:spChg chg="add mod">
          <ac:chgData name="Steve Mutrux" userId="4fa98d0c-dc66-4728-b09b-a88e22e95094" providerId="ADAL" clId="{421BD283-33D8-4C6C-821F-71755E863FA2}" dt="2026-09-16T02:05:29.497" v="2880" actId="1076"/>
          <ac:spMkLst>
            <pc:docMk/>
            <pc:sldMk cId="2553109476" sldId="265"/>
            <ac:spMk id="11" creationId="{EFE92541-AAEA-62B9-4C58-46C0C2B56148}"/>
          </ac:spMkLst>
        </pc:spChg>
        <pc:spChg chg="add mod">
          <ac:chgData name="Steve Mutrux" userId="4fa98d0c-dc66-4728-b09b-a88e22e95094" providerId="ADAL" clId="{421BD283-33D8-4C6C-821F-71755E863FA2}" dt="2026-09-16T02:05:29.497" v="2880" actId="1076"/>
          <ac:spMkLst>
            <pc:docMk/>
            <pc:sldMk cId="2553109476" sldId="265"/>
            <ac:spMk id="13" creationId="{C70B50C0-42DE-9FB3-0CDD-78007CFF07ED}"/>
          </ac:spMkLst>
        </pc:spChg>
        <pc:spChg chg="add mod">
          <ac:chgData name="Steve Mutrux" userId="4fa98d0c-dc66-4728-b09b-a88e22e95094" providerId="ADAL" clId="{421BD283-33D8-4C6C-821F-71755E863FA2}" dt="2026-09-16T02:05:29.497" v="2880" actId="1076"/>
          <ac:spMkLst>
            <pc:docMk/>
            <pc:sldMk cId="2553109476" sldId="265"/>
            <ac:spMk id="15" creationId="{37045FA2-1A16-FF5A-C8E5-885FD071F442}"/>
          </ac:spMkLst>
        </pc:spChg>
        <pc:spChg chg="add mod">
          <ac:chgData name="Steve Mutrux" userId="4fa98d0c-dc66-4728-b09b-a88e22e95094" providerId="ADAL" clId="{421BD283-33D8-4C6C-821F-71755E863FA2}" dt="2026-09-16T02:05:29.497" v="2880" actId="1076"/>
          <ac:spMkLst>
            <pc:docMk/>
            <pc:sldMk cId="2553109476" sldId="265"/>
            <ac:spMk id="17" creationId="{23F0DB1B-0A97-0CF7-C61A-82BBCBC2417E}"/>
          </ac:spMkLst>
        </pc:spChg>
      </pc:sldChg>
      <pc:sldChg chg="addSp delSp modSp add mod modAnim modNotesTx">
        <pc:chgData name="Steve Mutrux" userId="4fa98d0c-dc66-4728-b09b-a88e22e95094" providerId="ADAL" clId="{421BD283-33D8-4C6C-821F-71755E863FA2}" dt="2026-09-16T11:20:21.614" v="3204" actId="1035"/>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del mod">
          <ac:chgData name="Steve Mutrux" userId="4fa98d0c-dc66-4728-b09b-a88e22e95094" providerId="ADAL" clId="{421BD283-33D8-4C6C-821F-71755E863FA2}" dt="2026-09-16T00:46:26.334" v="919" actId="478"/>
          <ac:spMkLst>
            <pc:docMk/>
            <pc:sldMk cId="353601395" sldId="266"/>
            <ac:spMk id="2" creationId="{F8626D69-4F4F-76B2-E4FB-EA5B5DF367A4}"/>
          </ac:spMkLst>
        </pc:spChg>
        <pc:spChg chg="add mod">
          <ac:chgData name="Steve Mutrux" userId="4fa98d0c-dc66-4728-b09b-a88e22e95094" providerId="ADAL" clId="{421BD283-33D8-4C6C-821F-71755E863FA2}" dt="2026-09-16T00:47:55.663" v="927" actId="2711"/>
          <ac:spMkLst>
            <pc:docMk/>
            <pc:sldMk cId="353601395" sldId="266"/>
            <ac:spMk id="4" creationId="{62300D51-2B10-B557-82F3-8A6662DF3624}"/>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del mod">
          <ac:chgData name="Steve Mutrux" userId="4fa98d0c-dc66-4728-b09b-a88e22e95094" providerId="ADAL" clId="{421BD283-33D8-4C6C-821F-71755E863FA2}" dt="2026-09-16T00:36:14.750" v="705" actId="478"/>
          <ac:spMkLst>
            <pc:docMk/>
            <pc:sldMk cId="353601395" sldId="266"/>
            <ac:spMk id="5" creationId="{F48311E2-530A-88F3-A0F2-5F0110403BE1}"/>
          </ac:spMkLst>
        </pc:spChg>
        <pc:spChg chg="add mod">
          <ac:chgData name="Steve Mutrux" userId="4fa98d0c-dc66-4728-b09b-a88e22e95094" providerId="ADAL" clId="{421BD283-33D8-4C6C-821F-71755E863FA2}" dt="2026-09-16T00:48:53.540" v="932" actId="207"/>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ac:chgData name="Steve Mutrux" userId="4fa98d0c-dc66-4728-b09b-a88e22e95094" providerId="ADAL" clId="{421BD283-33D8-4C6C-821F-71755E863FA2}" dt="2026-09-16T10:49:43.544" v="3076" actId="164"/>
          <ac:grpSpMkLst>
            <pc:docMk/>
            <pc:sldMk cId="353601395" sldId="266"/>
            <ac:grpSpMk id="12" creationId="{9A540C8D-235A-5BDA-8C4D-4637D29BA67E}"/>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Anim modNotesTx">
        <pc:chgData name="Steve Mutrux" userId="4fa98d0c-dc66-4728-b09b-a88e22e95094" providerId="ADAL" clId="{421BD283-33D8-4C6C-821F-71755E863FA2}" dt="2026-09-16T11:20:54.556" v="3206" actId="1035"/>
        <pc:sldMkLst>
          <pc:docMk/>
          <pc:sldMk cId="557364214" sldId="267"/>
        </pc:sldMkLst>
        <pc:spChg chg="del mod">
          <ac:chgData name="Steve Mutrux" userId="4fa98d0c-dc66-4728-b09b-a88e22e95094" providerId="ADAL" clId="{421BD283-33D8-4C6C-821F-71755E863FA2}" dt="2026-09-16T00:46:24.274" v="918" actId="478"/>
          <ac:spMkLst>
            <pc:docMk/>
            <pc:sldMk cId="557364214" sldId="267"/>
            <ac:spMk id="2" creationId="{394BDA26-D74C-5390-5839-09EEB9016D38}"/>
          </ac:spMkLst>
        </pc:spChg>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6T00:48:02.005" v="929" actId="2711"/>
          <ac:spMkLst>
            <pc:docMk/>
            <pc:sldMk cId="557364214" sldId="267"/>
            <ac:spMk id="4" creationId="{D33647DA-DFAA-FEB8-E5A2-61DBE5F52AC1}"/>
          </ac:spMkLst>
        </pc:spChg>
        <pc:spChg chg="add del mod">
          <ac:chgData name="Steve Mutrux" userId="4fa98d0c-dc66-4728-b09b-a88e22e95094" providerId="ADAL" clId="{421BD283-33D8-4C6C-821F-71755E863FA2}" dt="2026-09-16T00:36:25.032" v="707" actId="478"/>
          <ac:spMkLst>
            <pc:docMk/>
            <pc:sldMk cId="557364214" sldId="267"/>
            <ac:spMk id="5" creationId="{12223178-2D4D-92AC-AE08-E324647AB193}"/>
          </ac:spMkLst>
        </pc:spChg>
        <pc:spChg chg="add mod">
          <ac:chgData name="Steve Mutrux" userId="4fa98d0c-dc66-4728-b09b-a88e22e95094" providerId="ADAL" clId="{421BD283-33D8-4C6C-821F-71755E863FA2}" dt="2026-09-16T00:48:56.149" v="933" actId="207"/>
          <ac:spMkLst>
            <pc:docMk/>
            <pc:sldMk cId="557364214" sldId="267"/>
            <ac:spMk id="6" creationId="{4B417B1F-4D76-94E6-39D5-BE8719071E14}"/>
          </ac:spMkLst>
        </pc:spChg>
        <pc:spChg chg="mod">
          <ac:chgData name="Steve Mutrux" userId="4fa98d0c-dc66-4728-b09b-a88e22e95094" providerId="ADAL" clId="{421BD283-33D8-4C6C-821F-71755E863FA2}" dt="2026-09-16T10:59:39.836" v="3123"/>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Anim modNotesTx">
        <pc:chgData name="Steve Mutrux" userId="4fa98d0c-dc66-4728-b09b-a88e22e95094" providerId="ADAL" clId="{421BD283-33D8-4C6C-821F-71755E863FA2}" dt="2026-09-16T11:54:25.710" v="3455" actId="1076"/>
        <pc:sldMkLst>
          <pc:docMk/>
          <pc:sldMk cId="3893094920" sldId="268"/>
        </pc:sldMkLst>
        <pc:spChg chg="del mod">
          <ac:chgData name="Steve Mutrux" userId="4fa98d0c-dc66-4728-b09b-a88e22e95094" providerId="ADAL" clId="{421BD283-33D8-4C6C-821F-71755E863FA2}" dt="2026-09-16T00:46:20.737" v="917" actId="478"/>
          <ac:spMkLst>
            <pc:docMk/>
            <pc:sldMk cId="3893094920" sldId="268"/>
            <ac:spMk id="2" creationId="{5745D002-DA86-69FC-73CA-295EFFA512FA}"/>
          </ac:spMkLst>
        </pc:spChg>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16T11:33:53.560" v="3332" actId="2710"/>
          <ac:spMkLst>
            <pc:docMk/>
            <pc:sldMk cId="3893094920" sldId="268"/>
            <ac:spMk id="4" creationId="{417B9F22-9B70-7974-674D-300CF5BE5CE0}"/>
          </ac:spMkLst>
        </pc:spChg>
        <pc:spChg chg="add del mod">
          <ac:chgData name="Steve Mutrux" userId="4fa98d0c-dc66-4728-b09b-a88e22e95094" providerId="ADAL" clId="{421BD283-33D8-4C6C-821F-71755E863FA2}" dt="2026-09-16T00:39:05.901" v="726" actId="478"/>
          <ac:spMkLst>
            <pc:docMk/>
            <pc:sldMk cId="3893094920" sldId="268"/>
            <ac:spMk id="5" creationId="{3F61CD58-FAF9-4198-A045-50D19461C2D1}"/>
          </ac:spMkLst>
        </pc:spChg>
        <pc:spChg chg="add mod">
          <ac:chgData name="Steve Mutrux" userId="4fa98d0c-dc66-4728-b09b-a88e22e95094" providerId="ADAL" clId="{421BD283-33D8-4C6C-821F-71755E863FA2}" dt="2026-09-16T00:48:58.410" v="934" actId="20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del mod">
          <ac:chgData name="Steve Mutrux" userId="4fa98d0c-dc66-4728-b09b-a88e22e95094" providerId="ADAL" clId="{421BD283-33D8-4C6C-821F-71755E863FA2}" dt="2026-09-16T11:43:35.324" v="3391" actId="478"/>
          <ac:spMkLst>
            <pc:docMk/>
            <pc:sldMk cId="3893094920" sldId="268"/>
            <ac:spMk id="16" creationId="{3743ACCA-66B3-D565-E029-33BBF5324BA0}"/>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picChg chg="add del mod">
          <ac:chgData name="Steve Mutrux" userId="4fa98d0c-dc66-4728-b09b-a88e22e95094" providerId="ADAL" clId="{421BD283-33D8-4C6C-821F-71755E863FA2}" dt="2026-09-16T11:39:51.178" v="3352" actId="478"/>
          <ac:picMkLst>
            <pc:docMk/>
            <pc:sldMk cId="3893094920" sldId="268"/>
            <ac:picMk id="14" creationId="{613D9C09-344F-A6FC-EACD-21A9CD75039B}"/>
          </ac:picMkLst>
        </pc:picChg>
      </pc:sldChg>
      <pc:sldChg chg="addSp delSp modSp add mod modAnim">
        <pc:chgData name="Steve Mutrux" userId="4fa98d0c-dc66-4728-b09b-a88e22e95094" providerId="ADAL" clId="{421BD283-33D8-4C6C-821F-71755E863FA2}" dt="2026-09-16T13:08:23.999" v="4176"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del mod">
          <ac:chgData name="Steve Mutrux" userId="4fa98d0c-dc66-4728-b09b-a88e22e95094" providerId="ADAL" clId="{421BD283-33D8-4C6C-821F-71755E863FA2}" dt="2026-09-16T00:43:08.967" v="872" actId="478"/>
          <ac:spMkLst>
            <pc:docMk/>
            <pc:sldMk cId="1755182162" sldId="269"/>
            <ac:spMk id="2" creationId="{98899C46-9E05-9DC8-C426-2C65F1A4E528}"/>
          </ac:spMkLst>
        </pc:spChg>
        <pc:spChg chg="mod">
          <ac:chgData name="Steve Mutrux" userId="4fa98d0c-dc66-4728-b09b-a88e22e95094" providerId="ADAL" clId="{421BD283-33D8-4C6C-821F-71755E863FA2}" dt="2026-09-16T13:07:27.413" v="4167"/>
          <ac:spMkLst>
            <pc:docMk/>
            <pc:sldMk cId="1755182162" sldId="269"/>
            <ac:spMk id="4" creationId="{17E330E2-C7BB-9957-1BD0-BD5B3A2EA6C8}"/>
          </ac:spMkLst>
        </pc:spChg>
        <pc:spChg chg="add del">
          <ac:chgData name="Steve Mutrux" userId="4fa98d0c-dc66-4728-b09b-a88e22e95094" providerId="ADAL" clId="{421BD283-33D8-4C6C-821F-71755E863FA2}" dt="2026-09-16T00:42:30.834" v="859" actId="478"/>
          <ac:spMkLst>
            <pc:docMk/>
            <pc:sldMk cId="1755182162" sldId="269"/>
            <ac:spMk id="4" creationId="{9D074477-3D77-AC6D-5F95-C6900C660E61}"/>
          </ac:spMkLst>
        </pc:spChg>
        <pc:spChg chg="add del mod">
          <ac:chgData name="Steve Mutrux" userId="4fa98d0c-dc66-4728-b09b-a88e22e95094" providerId="ADAL" clId="{421BD283-33D8-4C6C-821F-71755E863FA2}" dt="2026-09-16T12:37:52.508" v="3848" actId="478"/>
          <ac:spMkLst>
            <pc:docMk/>
            <pc:sldMk cId="1755182162" sldId="269"/>
            <ac:spMk id="6" creationId="{DE0AABFC-72E2-9D06-FC3C-5D2C8EFA51D3}"/>
          </ac:spMkLst>
        </pc:spChg>
        <pc:spChg chg="add del mod">
          <ac:chgData name="Steve Mutrux" userId="4fa98d0c-dc66-4728-b09b-a88e22e95094" providerId="ADAL" clId="{421BD283-33D8-4C6C-821F-71755E863FA2}" dt="2026-09-16T12:37:54.125" v="3850" actId="478"/>
          <ac:spMkLst>
            <pc:docMk/>
            <pc:sldMk cId="1755182162" sldId="269"/>
            <ac:spMk id="8" creationId="{99DF9151-06C6-FF03-633D-97C04C35ADF6}"/>
          </ac:spMkLst>
        </pc:spChg>
        <pc:spChg chg="mod">
          <ac:chgData name="Steve Mutrux" userId="4fa98d0c-dc66-4728-b09b-a88e22e95094" providerId="ADAL" clId="{421BD283-33D8-4C6C-821F-71755E863FA2}" dt="2026-09-16T13:07:27.413" v="4167"/>
          <ac:spMkLst>
            <pc:docMk/>
            <pc:sldMk cId="1755182162" sldId="269"/>
            <ac:spMk id="9" creationId="{8FB2219D-8984-6D14-3575-2AC897E844C2}"/>
          </ac:spMkLst>
        </pc:spChg>
        <pc:spChg chg="mod">
          <ac:chgData name="Steve Mutrux" userId="4fa98d0c-dc66-4728-b09b-a88e22e95094" providerId="ADAL" clId="{421BD283-33D8-4C6C-821F-71755E863FA2}" dt="2026-09-16T13:07:27.413" v="4167"/>
          <ac:spMkLst>
            <pc:docMk/>
            <pc:sldMk cId="1755182162" sldId="269"/>
            <ac:spMk id="10" creationId="{864B431D-FFF2-BAF2-ECD8-1A79B480132A}"/>
          </ac:spMkLst>
        </pc:spChg>
        <pc:spChg chg="mod">
          <ac:chgData name="Steve Mutrux" userId="4fa98d0c-dc66-4728-b09b-a88e22e95094" providerId="ADAL" clId="{421BD283-33D8-4C6C-821F-71755E863FA2}" dt="2026-09-16T13:07:27.413" v="4167"/>
          <ac:spMkLst>
            <pc:docMk/>
            <pc:sldMk cId="1755182162" sldId="269"/>
            <ac:spMk id="11" creationId="{2E0C468E-BF5D-E9DD-8973-2FFF3345D124}"/>
          </ac:spMkLst>
        </pc:spChg>
        <pc:spChg chg="mod">
          <ac:chgData name="Steve Mutrux" userId="4fa98d0c-dc66-4728-b09b-a88e22e95094" providerId="ADAL" clId="{421BD283-33D8-4C6C-821F-71755E863FA2}" dt="2026-09-16T13:07:27.413" v="4167"/>
          <ac:spMkLst>
            <pc:docMk/>
            <pc:sldMk cId="1755182162" sldId="269"/>
            <ac:spMk id="12" creationId="{BF9A3129-E99F-6B05-03CD-19E31BE66FC7}"/>
          </ac:spMkLst>
        </pc:spChg>
        <pc:spChg chg="add mod">
          <ac:chgData name="Steve Mutrux" userId="4fa98d0c-dc66-4728-b09b-a88e22e95094" providerId="ADAL" clId="{421BD283-33D8-4C6C-821F-71755E863FA2}" dt="2026-09-16T13:07:27.413" v="4167"/>
          <ac:spMkLst>
            <pc:docMk/>
            <pc:sldMk cId="1755182162" sldId="269"/>
            <ac:spMk id="13" creationId="{B324D36C-FBFE-738A-83C4-97AE78C8DC8D}"/>
          </ac:spMkLst>
        </pc:spChg>
        <pc:grpChg chg="add mod ord">
          <ac:chgData name="Steve Mutrux" userId="4fa98d0c-dc66-4728-b09b-a88e22e95094" providerId="ADAL" clId="{421BD283-33D8-4C6C-821F-71755E863FA2}" dt="2026-09-16T13:08:23.999" v="4176" actId="1036"/>
          <ac:grpSpMkLst>
            <pc:docMk/>
            <pc:sldMk cId="1755182162" sldId="269"/>
            <ac:grpSpMk id="3" creationId="{4AE5FAE7-F862-FFE2-1177-1977843DEE5E}"/>
          </ac:grpSpMkLst>
        </pc:grpChg>
        <pc:grpChg chg="mod">
          <ac:chgData name="Steve Mutrux" userId="4fa98d0c-dc66-4728-b09b-a88e22e95094" providerId="ADAL" clId="{421BD283-33D8-4C6C-821F-71755E863FA2}" dt="2026-09-16T13:07:27.413" v="4167"/>
          <ac:grpSpMkLst>
            <pc:docMk/>
            <pc:sldMk cId="1755182162" sldId="269"/>
            <ac:grpSpMk id="5" creationId="{C966A62F-07A6-3C53-CA5D-26D82C71F993}"/>
          </ac:grpSpMkLst>
        </pc:grpChg>
        <pc:grpChg chg="mod">
          <ac:chgData name="Steve Mutrux" userId="4fa98d0c-dc66-4728-b09b-a88e22e95094" providerId="ADAL" clId="{421BD283-33D8-4C6C-821F-71755E863FA2}" dt="2026-09-16T13:07:27.413" v="4167"/>
          <ac:grpSpMkLst>
            <pc:docMk/>
            <pc:sldMk cId="1755182162" sldId="269"/>
            <ac:grpSpMk id="7" creationId="{BE6D4B4F-EA40-EFCE-3EBE-A6B9E3703E70}"/>
          </ac:grpSpMkLst>
        </pc:grpChg>
      </pc:sldChg>
      <pc:sldChg chg="addSp delSp modSp add del mod ord">
        <pc:chgData name="Steve Mutrux" userId="4fa98d0c-dc66-4728-b09b-a88e22e95094" providerId="ADAL" clId="{421BD283-33D8-4C6C-821F-71755E863FA2}" dt="2026-09-16T11:55:24.750" v="3457" actId="47"/>
        <pc:sldMkLst>
          <pc:docMk/>
          <pc:sldMk cId="2049535269" sldId="270"/>
        </pc:sldMkLst>
        <pc:spChg chg="del mod">
          <ac:chgData name="Steve Mutrux" userId="4fa98d0c-dc66-4728-b09b-a88e22e95094" providerId="ADAL" clId="{421BD283-33D8-4C6C-821F-71755E863FA2}" dt="2026-09-16T00:39:08.755" v="728" actId="478"/>
          <ac:spMkLst>
            <pc:docMk/>
            <pc:sldMk cId="2049535269" sldId="270"/>
            <ac:spMk id="2" creationId="{28A7DA79-A174-410A-3A18-3A2891D7BA9C}"/>
          </ac:spMkLst>
        </pc:spChg>
        <pc:spChg chg="add del mod">
          <ac:chgData name="Steve Mutrux" userId="4fa98d0c-dc66-4728-b09b-a88e22e95094" providerId="ADAL" clId="{421BD283-33D8-4C6C-821F-71755E863FA2}" dt="2026-09-16T11:55:21.524" v="3456" actId="478"/>
          <ac:spMkLst>
            <pc:docMk/>
            <pc:sldMk cId="2049535269" sldId="270"/>
            <ac:spMk id="4" creationId="{93D1B975-23AA-D332-2B01-31BE712CDC3A}"/>
          </ac:spMkLst>
        </pc:spChg>
        <pc:spChg chg="add mod">
          <ac:chgData name="Steve Mutrux" userId="4fa98d0c-dc66-4728-b09b-a88e22e95094" providerId="ADAL" clId="{421BD283-33D8-4C6C-821F-71755E863FA2}" dt="2026-09-16T00:49:00.986" v="935" actId="207"/>
          <ac:spMkLst>
            <pc:docMk/>
            <pc:sldMk cId="2049535269" sldId="270"/>
            <ac:spMk id="5" creationId="{C0C4D05C-8AD1-4702-C50E-A96CC6F600F5}"/>
          </ac:spMkLst>
        </pc:spChg>
      </pc:sldChg>
      <pc:sldChg chg="delSp modSp add mod">
        <pc:chgData name="Steve Mutrux" userId="4fa98d0c-dc66-4728-b09b-a88e22e95094" providerId="ADAL" clId="{421BD283-33D8-4C6C-821F-71755E863FA2}" dt="2026-09-16T00:43:04.454" v="870" actId="478"/>
        <pc:sldMkLst>
          <pc:docMk/>
          <pc:sldMk cId="1557603729" sldId="271"/>
        </pc:sldMkLst>
        <pc:spChg chg="del mod">
          <ac:chgData name="Steve Mutrux" userId="4fa98d0c-dc66-4728-b09b-a88e22e95094" providerId="ADAL" clId="{421BD283-33D8-4C6C-821F-71755E863FA2}" dt="2026-09-16T00:43:04.454" v="870" actId="478"/>
          <ac:spMkLst>
            <pc:docMk/>
            <pc:sldMk cId="1557603729" sldId="271"/>
            <ac:spMk id="2" creationId="{5B048899-C536-5880-E201-0706C75C8AF2}"/>
          </ac:spMkLst>
        </pc:spChg>
      </pc:sldChg>
      <pc:sldChg chg="addSp delSp modSp add mod ord modTransition addAnim delAnim modAnim">
        <pc:chgData name="Steve Mutrux" userId="4fa98d0c-dc66-4728-b09b-a88e22e95094" providerId="ADAL" clId="{421BD283-33D8-4C6C-821F-71755E863FA2}" dt="2026-09-16T15:12:57.325" v="4601" actId="20577"/>
        <pc:sldMkLst>
          <pc:docMk/>
          <pc:sldMk cId="1194673410" sldId="272"/>
        </pc:sldMkLst>
        <pc:spChg chg="del">
          <ac:chgData name="Steve Mutrux" userId="4fa98d0c-dc66-4728-b09b-a88e22e95094" providerId="ADAL" clId="{421BD283-33D8-4C6C-821F-71755E863FA2}" dt="2026-09-16T00:46:14.001" v="915" actId="478"/>
          <ac:spMkLst>
            <pc:docMk/>
            <pc:sldMk cId="1194673410" sldId="272"/>
            <ac:spMk id="2" creationId="{939024A9-D0D1-B303-54D7-9B51CE76A009}"/>
          </ac:spMkLst>
        </pc:spChg>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add del mod">
          <ac:chgData name="Steve Mutrux" userId="4fa98d0c-dc66-4728-b09b-a88e22e95094" providerId="ADAL" clId="{421BD283-33D8-4C6C-821F-71755E863FA2}" dt="2026-09-16T00:42:19.867" v="853" actId="478"/>
          <ac:spMkLst>
            <pc:docMk/>
            <pc:sldMk cId="1194673410" sldId="272"/>
            <ac:spMk id="4" creationId="{64A8FB32-00B1-B038-6ABD-C376D8B9CD8A}"/>
          </ac:spMkLst>
        </pc:spChg>
        <pc:spChg chg="add del">
          <ac:chgData name="Steve Mutrux" userId="4fa98d0c-dc66-4728-b09b-a88e22e95094" providerId="ADAL" clId="{421BD283-33D8-4C6C-821F-71755E863FA2}" dt="2026-09-16T00:39:13.953" v="733" actId="22"/>
          <ac:spMkLst>
            <pc:docMk/>
            <pc:sldMk cId="1194673410" sldId="272"/>
            <ac:spMk id="6" creationId="{6B180316-7B74-BE2C-6203-1CA10C2658D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del mod">
          <ac:chgData name="Steve Mutrux" userId="4fa98d0c-dc66-4728-b09b-a88e22e95094" providerId="ADAL" clId="{421BD283-33D8-4C6C-821F-71755E863FA2}" dt="2026-09-16T12:37:24.303" v="3841" actId="478"/>
          <ac:spMkLst>
            <pc:docMk/>
            <pc:sldMk cId="1194673410" sldId="272"/>
            <ac:spMk id="8" creationId="{6D7F7FB9-948B-2F04-F5F0-3961BF3B13D4}"/>
          </ac:spMkLst>
        </pc:spChg>
        <pc:spChg chg="add mod">
          <ac:chgData name="Steve Mutrux" userId="4fa98d0c-dc66-4728-b09b-a88e22e95094" providerId="ADAL" clId="{421BD283-33D8-4C6C-821F-71755E863FA2}" dt="2026-09-16T15:12:57.325" v="4601" actId="20577"/>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Anim modNotesTx">
        <pc:chgData name="Steve Mutrux" userId="4fa98d0c-dc66-4728-b09b-a88e22e95094" providerId="ADAL" clId="{421BD283-33D8-4C6C-821F-71755E863FA2}" dt="2026-09-16T11:19:32.067" v="3202" actId="1035"/>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ac:chgData name="Steve Mutrux" userId="4fa98d0c-dc66-4728-b09b-a88e22e95094" providerId="ADAL" clId="{421BD283-33D8-4C6C-821F-71755E863FA2}" dt="2026-09-16T10:59:01.665" v="3121" actId="22"/>
          <ac:spMkLst>
            <pc:docMk/>
            <pc:sldMk cId="3925825761" sldId="273"/>
            <ac:spMk id="13" creationId="{A83B4F55-9AA6-B35F-8AE6-E69B5CA807AD}"/>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7T17:29:17.683" v="4770" actId="20577"/>
        <pc:sldMkLst>
          <pc:docMk/>
          <pc:sldMk cId="859702855" sldId="274"/>
        </pc:sldMkLst>
        <pc:spChg chg="add mod">
          <ac:chgData name="Steve Mutrux" userId="4fa98d0c-dc66-4728-b09b-a88e22e95094" providerId="ADAL" clId="{421BD283-33D8-4C6C-821F-71755E863FA2}" dt="2026-09-17T17:29:17.683" v="4770" actId="20577"/>
          <ac:spMkLst>
            <pc:docMk/>
            <pc:sldMk cId="859702855" sldId="274"/>
            <ac:spMk id="2" creationId="{D46ED73F-A2B7-C52F-965C-210379FFFA48}"/>
          </ac:spMkLst>
        </pc:spChg>
        <pc:spChg chg="add ord">
          <ac:chgData name="Steve Mutrux" userId="4fa98d0c-dc66-4728-b09b-a88e22e95094" providerId="ADAL" clId="{421BD283-33D8-4C6C-821F-71755E863FA2}" dt="2026-09-16T02:09:26.719" v="2900" actId="16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add">
          <ac:chgData name="Steve Mutrux" userId="4fa98d0c-dc66-4728-b09b-a88e22e95094" providerId="ADAL" clId="{421BD283-33D8-4C6C-821F-71755E863FA2}" dt="2026-09-16T10:59:03.334" v="3122" actId="22"/>
          <ac:spMkLst>
            <pc:docMk/>
            <pc:sldMk cId="859702855" sldId="274"/>
            <ac:spMk id="8" creationId="{34A4E6D7-12E2-CDB7-3EAA-1C672D1D7E69}"/>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spChg chg="del mod">
          <ac:chgData name="Steve Mutrux" userId="4fa98d0c-dc66-4728-b09b-a88e22e95094" providerId="ADAL" clId="{421BD283-33D8-4C6C-821F-71755E863FA2}" dt="2026-09-16T02:08:39.108" v="2889" actId="478"/>
          <ac:spMkLst>
            <pc:docMk/>
            <pc:sldMk cId="859702855" sldId="274"/>
            <ac:spMk id="18" creationId="{3288F7ED-2806-9B1F-B32B-CB7C59B37C2B}"/>
          </ac:spMkLst>
        </pc:spChg>
        <pc:spChg chg="del">
          <ac:chgData name="Steve Mutrux" userId="4fa98d0c-dc66-4728-b09b-a88e22e95094" providerId="ADAL" clId="{421BD283-33D8-4C6C-821F-71755E863FA2}" dt="2026-09-16T02:08:41.758" v="2892" actId="478"/>
          <ac:spMkLst>
            <pc:docMk/>
            <pc:sldMk cId="859702855" sldId="274"/>
            <ac:spMk id="19" creationId="{C94A94E7-DDB7-3325-1AEA-1A201F538B5C}"/>
          </ac:spMkLst>
        </pc:spChg>
        <pc:spChg chg="del">
          <ac:chgData name="Steve Mutrux" userId="4fa98d0c-dc66-4728-b09b-a88e22e95094" providerId="ADAL" clId="{421BD283-33D8-4C6C-821F-71755E863FA2}" dt="2026-09-16T02:08:41.051" v="2891" actId="478"/>
          <ac:spMkLst>
            <pc:docMk/>
            <pc:sldMk cId="859702855" sldId="274"/>
            <ac:spMk id="20" creationId="{5980DB84-AECE-13E2-9066-0C115732599E}"/>
          </ac:spMkLst>
        </pc:spChg>
        <pc:spChg chg="del">
          <ac:chgData name="Steve Mutrux" userId="4fa98d0c-dc66-4728-b09b-a88e22e95094" providerId="ADAL" clId="{421BD283-33D8-4C6C-821F-71755E863FA2}" dt="2026-09-16T02:08:43.032" v="2893" actId="478"/>
          <ac:spMkLst>
            <pc:docMk/>
            <pc:sldMk cId="859702855" sldId="274"/>
            <ac:spMk id="21" creationId="{095E80ED-3582-BEB8-866C-476BD40548A5}"/>
          </ac:spMkLst>
        </pc:spChg>
        <pc:spChg chg="del">
          <ac:chgData name="Steve Mutrux" userId="4fa98d0c-dc66-4728-b09b-a88e22e95094" providerId="ADAL" clId="{421BD283-33D8-4C6C-821F-71755E863FA2}" dt="2026-09-16T02:08:44.321" v="2895" actId="478"/>
          <ac:spMkLst>
            <pc:docMk/>
            <pc:sldMk cId="859702855" sldId="274"/>
            <ac:spMk id="22" creationId="{C2BB10E2-8380-7431-56F7-929B0BDA422C}"/>
          </ac:spMkLst>
        </pc:spChg>
        <pc:spChg chg="del">
          <ac:chgData name="Steve Mutrux" userId="4fa98d0c-dc66-4728-b09b-a88e22e95094" providerId="ADAL" clId="{421BD283-33D8-4C6C-821F-71755E863FA2}" dt="2026-09-16T02:08:40.108" v="2890" actId="478"/>
          <ac:spMkLst>
            <pc:docMk/>
            <pc:sldMk cId="859702855" sldId="274"/>
            <ac:spMk id="23" creationId="{B456D9DD-B0E7-2CC1-7A73-32F948777BEE}"/>
          </ac:spMkLst>
        </pc:spChg>
        <pc:spChg chg="del">
          <ac:chgData name="Steve Mutrux" userId="4fa98d0c-dc66-4728-b09b-a88e22e95094" providerId="ADAL" clId="{421BD283-33D8-4C6C-821F-71755E863FA2}" dt="2026-09-16T02:08:43.717" v="2894" actId="478"/>
          <ac:spMkLst>
            <pc:docMk/>
            <pc:sldMk cId="859702855" sldId="274"/>
            <ac:spMk id="24" creationId="{E1864E2E-F8F9-C970-D221-B315584E2BE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16T15:07:12.291" v="453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del mod">
          <ac:chgData name="Steve Mutrux" userId="4fa98d0c-dc66-4728-b09b-a88e22e95094" providerId="ADAL" clId="{421BD283-33D8-4C6C-821F-71755E863FA2}" dt="2026-09-16T14:46:44.967" v="4291" actId="478"/>
          <ac:spMkLst>
            <pc:docMk/>
            <pc:sldMk cId="1282376480" sldId="275"/>
            <ac:spMk id="12" creationId="{7365D203-7450-4585-FA21-1D2F0D181061}"/>
          </ac:spMkLst>
        </pc:spChg>
        <pc:spChg chg="add del">
          <ac:chgData name="Steve Mutrux" userId="4fa98d0c-dc66-4728-b09b-a88e22e95094" providerId="ADAL" clId="{421BD283-33D8-4C6C-821F-71755E863FA2}" dt="2026-09-16T12:00:20.735" v="3516" actId="22"/>
          <ac:spMkLst>
            <pc:docMk/>
            <pc:sldMk cId="1282376480" sldId="275"/>
            <ac:spMk id="13" creationId="{2990AC67-FCBD-4F2C-5BAF-E46B8946B354}"/>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del mod ord">
          <ac:chgData name="Steve Mutrux" userId="4fa98d0c-dc66-4728-b09b-a88e22e95094" providerId="ADAL" clId="{421BD283-33D8-4C6C-821F-71755E863FA2}" dt="2026-09-16T12:23:55.409" v="3690" actId="478"/>
          <ac:spMkLst>
            <pc:docMk/>
            <pc:sldMk cId="1282376480" sldId="275"/>
            <ac:spMk id="16" creationId="{C2C564DB-1FBC-25D3-A6AE-EA74E62E6576}"/>
          </ac:spMkLst>
        </pc:spChg>
        <pc:spChg chg="mod">
          <ac:chgData name="Steve Mutrux" userId="4fa98d0c-dc66-4728-b09b-a88e22e95094" providerId="ADAL" clId="{421BD283-33D8-4C6C-821F-71755E863FA2}" dt="2026-09-16T12:11:17.292" v="3597"/>
          <ac:spMkLst>
            <pc:docMk/>
            <pc:sldMk cId="1282376480" sldId="275"/>
            <ac:spMk id="18" creationId="{2810B617-BD47-182C-8C87-AFAF91D9166A}"/>
          </ac:spMkLst>
        </pc:spChg>
        <pc:spChg chg="mod">
          <ac:chgData name="Steve Mutrux" userId="4fa98d0c-dc66-4728-b09b-a88e22e95094" providerId="ADAL" clId="{421BD283-33D8-4C6C-821F-71755E863FA2}" dt="2026-09-16T12:11:17.292" v="3597"/>
          <ac:spMkLst>
            <pc:docMk/>
            <pc:sldMk cId="1282376480" sldId="275"/>
            <ac:spMk id="19" creationId="{73B48DB9-038F-C992-748E-1D496A439FF8}"/>
          </ac:spMkLst>
        </pc:spChg>
        <pc:spChg chg="mod">
          <ac:chgData name="Steve Mutrux" userId="4fa98d0c-dc66-4728-b09b-a88e22e95094" providerId="ADAL" clId="{421BD283-33D8-4C6C-821F-71755E863FA2}" dt="2026-09-16T12:11:17.292" v="3597"/>
          <ac:spMkLst>
            <pc:docMk/>
            <pc:sldMk cId="1282376480" sldId="275"/>
            <ac:spMk id="21" creationId="{D12486B1-1989-A189-8D57-ECAA2EE48907}"/>
          </ac:spMkLst>
        </pc:spChg>
        <pc:spChg chg="mod">
          <ac:chgData name="Steve Mutrux" userId="4fa98d0c-dc66-4728-b09b-a88e22e95094" providerId="ADAL" clId="{421BD283-33D8-4C6C-821F-71755E863FA2}" dt="2026-09-16T12:11:17.292" v="3597"/>
          <ac:spMkLst>
            <pc:docMk/>
            <pc:sldMk cId="1282376480" sldId="275"/>
            <ac:spMk id="22" creationId="{59F01C92-0195-6DB9-FB70-BF6565E25C5C}"/>
          </ac:spMkLst>
        </pc:spChg>
        <pc:spChg chg="add mod ord">
          <ac:chgData name="Steve Mutrux" userId="4fa98d0c-dc66-4728-b09b-a88e22e95094" providerId="ADAL" clId="{421BD283-33D8-4C6C-821F-71755E863FA2}" dt="2026-09-16T12:22:16.495" v="3681" actId="1076"/>
          <ac:spMkLst>
            <pc:docMk/>
            <pc:sldMk cId="1282376480" sldId="275"/>
            <ac:spMk id="23" creationId="{E436A718-8358-EAE3-992C-1ECF351B3D76}"/>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mod">
          <ac:chgData name="Steve Mutrux" userId="4fa98d0c-dc66-4728-b09b-a88e22e95094" providerId="ADAL" clId="{421BD283-33D8-4C6C-821F-71755E863FA2}" dt="2026-09-16T12:24:58.707" v="3699"/>
          <ac:spMkLst>
            <pc:docMk/>
            <pc:sldMk cId="1282376480" sldId="275"/>
            <ac:spMk id="32" creationId="{9EA8A073-09E8-0C56-5722-A0079B637CBC}"/>
          </ac:spMkLst>
        </pc:spChg>
        <pc:spChg chg="mod">
          <ac:chgData name="Steve Mutrux" userId="4fa98d0c-dc66-4728-b09b-a88e22e95094" providerId="ADAL" clId="{421BD283-33D8-4C6C-821F-71755E863FA2}" dt="2026-09-16T12:24:58.707" v="3699"/>
          <ac:spMkLst>
            <pc:docMk/>
            <pc:sldMk cId="1282376480" sldId="275"/>
            <ac:spMk id="35" creationId="{F3381747-274F-E391-0C0E-7F24940037C7}"/>
          </ac:spMkLst>
        </pc:spChg>
        <pc:spChg chg="mod">
          <ac:chgData name="Steve Mutrux" userId="4fa98d0c-dc66-4728-b09b-a88e22e95094" providerId="ADAL" clId="{421BD283-33D8-4C6C-821F-71755E863FA2}" dt="2026-09-16T12:24:58.707" v="3699"/>
          <ac:spMkLst>
            <pc:docMk/>
            <pc:sldMk cId="1282376480" sldId="275"/>
            <ac:spMk id="36" creationId="{07732835-D478-6AED-CFD5-49483D5C18FC}"/>
          </ac:spMkLst>
        </pc:spChg>
        <pc:spChg chg="mod">
          <ac:chgData name="Steve Mutrux" userId="4fa98d0c-dc66-4728-b09b-a88e22e95094" providerId="ADAL" clId="{421BD283-33D8-4C6C-821F-71755E863FA2}" dt="2026-09-16T12:24:58.707" v="3699"/>
          <ac:spMkLst>
            <pc:docMk/>
            <pc:sldMk cId="1282376480" sldId="275"/>
            <ac:spMk id="37" creationId="{592D5ECC-9393-CD51-1B41-31CFF0C8BED4}"/>
          </ac:spMkLst>
        </pc:spChg>
        <pc:spChg chg="mod">
          <ac:chgData name="Steve Mutrux" userId="4fa98d0c-dc66-4728-b09b-a88e22e95094" providerId="ADAL" clId="{421BD283-33D8-4C6C-821F-71755E863FA2}" dt="2026-09-16T12:24:58.707" v="3699"/>
          <ac:spMkLst>
            <pc:docMk/>
            <pc:sldMk cId="1282376480" sldId="275"/>
            <ac:spMk id="38" creationId="{1C50DB5E-EB88-8BCE-9F19-DD7D53E314AE}"/>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del mod ord">
          <ac:chgData name="Steve Mutrux" userId="4fa98d0c-dc66-4728-b09b-a88e22e95094" providerId="ADAL" clId="{421BD283-33D8-4C6C-821F-71755E863FA2}" dt="2026-09-16T12:23:55.409" v="3690" actId="478"/>
          <ac:grpSpMkLst>
            <pc:docMk/>
            <pc:sldMk cId="1282376480" sldId="275"/>
            <ac:grpSpMk id="17" creationId="{BF539E30-565E-CF84-2687-8CEFE76F5106}"/>
          </ac:grpSpMkLst>
        </pc:grpChg>
        <pc:grpChg chg="add del mod ord">
          <ac:chgData name="Steve Mutrux" userId="4fa98d0c-dc66-4728-b09b-a88e22e95094" providerId="ADAL" clId="{421BD283-33D8-4C6C-821F-71755E863FA2}" dt="2026-09-16T12:23:55.409" v="3690" actId="478"/>
          <ac:grpSpMkLst>
            <pc:docMk/>
            <pc:sldMk cId="1282376480" sldId="275"/>
            <ac:grpSpMk id="20" creationId="{7F01BE72-3A0B-8F2A-A6E2-8EED937232C1}"/>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grpChg chg="add del mod">
          <ac:chgData name="Steve Mutrux" userId="4fa98d0c-dc66-4728-b09b-a88e22e95094" providerId="ADAL" clId="{421BD283-33D8-4C6C-821F-71755E863FA2}" dt="2026-09-16T12:25:08.750" v="3701" actId="478"/>
          <ac:grpSpMkLst>
            <pc:docMk/>
            <pc:sldMk cId="1282376480" sldId="275"/>
            <ac:grpSpMk id="31" creationId="{3D8FAB52-3D18-E0B2-3D74-BA5D5C52AD4C}"/>
          </ac:grpSpMkLst>
        </pc:grpChg>
        <pc:grpChg chg="mod">
          <ac:chgData name="Steve Mutrux" userId="4fa98d0c-dc66-4728-b09b-a88e22e95094" providerId="ADAL" clId="{421BD283-33D8-4C6C-821F-71755E863FA2}" dt="2026-09-16T12:24:58.707" v="3699"/>
          <ac:grpSpMkLst>
            <pc:docMk/>
            <pc:sldMk cId="1282376480" sldId="275"/>
            <ac:grpSpMk id="33" creationId="{84E88F88-5CC0-31C2-113D-12B3B4F64E90}"/>
          </ac:grpSpMkLst>
        </pc:grpChg>
        <pc:grpChg chg="mod">
          <ac:chgData name="Steve Mutrux" userId="4fa98d0c-dc66-4728-b09b-a88e22e95094" providerId="ADAL" clId="{421BD283-33D8-4C6C-821F-71755E863FA2}" dt="2026-09-16T12:24:58.707" v="3699"/>
          <ac:grpSpMkLst>
            <pc:docMk/>
            <pc:sldMk cId="1282376480" sldId="275"/>
            <ac:grpSpMk id="34" creationId="{60BE5842-29D4-7D9A-B0A8-9F8E433669E9}"/>
          </ac:grpSpMkLst>
        </pc:grpChg>
      </pc:sldChg>
    </pc:docChg>
  </pc:docChgLst>
  <pc:docChgLst>
    <pc:chgData name="Steve Mutrux" userId="4fa98d0c-dc66-4728-b09b-a88e22e95094" providerId="ADAL" clId="{49582639-0C98-48DF-B1BF-6D8A1DF6014B}"/>
    <pc:docChg chg="undo custSel addSld modSld sldOrd">
      <pc:chgData name="Steve Mutrux" userId="4fa98d0c-dc66-4728-b09b-a88e22e95094" providerId="ADAL" clId="{49582639-0C98-48DF-B1BF-6D8A1DF6014B}" dt="2026-09-16T18:39:11.682" v="388" actId="20577"/>
      <pc:docMkLst>
        <pc:docMk/>
      </pc:docMkLst>
      <pc:sldChg chg="modSp mod">
        <pc:chgData name="Steve Mutrux" userId="4fa98d0c-dc66-4728-b09b-a88e22e95094" providerId="ADAL" clId="{49582639-0C98-48DF-B1BF-6D8A1DF6014B}" dt="2026-09-16T17:37:38.722" v="50" actId="1036"/>
        <pc:sldMkLst>
          <pc:docMk/>
          <pc:sldMk cId="1072592071" sldId="256"/>
        </pc:sldMkLst>
        <pc:spChg chg="mod">
          <ac:chgData name="Steve Mutrux" userId="4fa98d0c-dc66-4728-b09b-a88e22e95094" providerId="ADAL" clId="{49582639-0C98-48DF-B1BF-6D8A1DF6014B}" dt="2026-09-16T17:30:20.868" v="24" actId="1036"/>
          <ac:spMkLst>
            <pc:docMk/>
            <pc:sldMk cId="1072592071" sldId="256"/>
            <ac:spMk id="2" creationId="{C4BB3A72-2E59-9C09-7249-7E3E1BB3A04A}"/>
          </ac:spMkLst>
        </pc:spChg>
        <pc:spChg chg="mod">
          <ac:chgData name="Steve Mutrux" userId="4fa98d0c-dc66-4728-b09b-a88e22e95094" providerId="ADAL" clId="{49582639-0C98-48DF-B1BF-6D8A1DF6014B}" dt="2026-09-16T17:30:20.868" v="24" actId="1036"/>
          <ac:spMkLst>
            <pc:docMk/>
            <pc:sldMk cId="1072592071" sldId="256"/>
            <ac:spMk id="4" creationId="{9545E1D1-BA2D-1F66-1768-113A11E038CF}"/>
          </ac:spMkLst>
        </pc:spChg>
        <pc:spChg chg="mod">
          <ac:chgData name="Steve Mutrux" userId="4fa98d0c-dc66-4728-b09b-a88e22e95094" providerId="ADAL" clId="{49582639-0C98-48DF-B1BF-6D8A1DF6014B}" dt="2026-09-16T17:37:38.722" v="50" actId="1036"/>
          <ac:spMkLst>
            <pc:docMk/>
            <pc:sldMk cId="1072592071" sldId="256"/>
            <ac:spMk id="6" creationId="{B8539E16-0F45-D3AC-D91C-F90D2BA57BA2}"/>
          </ac:spMkLst>
        </pc:spChg>
      </pc:sldChg>
      <pc:sldChg chg="addSp modSp mod modTransition modAnim">
        <pc:chgData name="Steve Mutrux" userId="4fa98d0c-dc66-4728-b09b-a88e22e95094" providerId="ADAL" clId="{49582639-0C98-48DF-B1BF-6D8A1DF6014B}" dt="2026-09-16T18:24:55.218" v="297"/>
        <pc:sldMkLst>
          <pc:docMk/>
          <pc:sldMk cId="2816041415" sldId="257"/>
        </pc:sldMkLst>
        <pc:picChg chg="add mod">
          <ac:chgData name="Steve Mutrux" userId="4fa98d0c-dc66-4728-b09b-a88e22e95094" providerId="ADAL" clId="{49582639-0C98-48DF-B1BF-6D8A1DF6014B}" dt="2026-09-16T18:24:34.918" v="294" actId="14100"/>
          <ac:picMkLst>
            <pc:docMk/>
            <pc:sldMk cId="2816041415" sldId="257"/>
            <ac:picMk id="5" creationId="{3D0A4A62-E61A-1196-6F34-897ED21F2F35}"/>
          </ac:picMkLst>
        </pc:picChg>
      </pc:sldChg>
      <pc:sldChg chg="modSp modAnim">
        <pc:chgData name="Steve Mutrux" userId="4fa98d0c-dc66-4728-b09b-a88e22e95094" providerId="ADAL" clId="{49582639-0C98-48DF-B1BF-6D8A1DF6014B}" dt="2026-09-16T18:38:35.182" v="386"/>
        <pc:sldMkLst>
          <pc:docMk/>
          <pc:sldMk cId="3444687766" sldId="260"/>
        </pc:sldMkLst>
        <pc:spChg chg="mod">
          <ac:chgData name="Steve Mutrux" userId="4fa98d0c-dc66-4728-b09b-a88e22e95094" providerId="ADAL" clId="{49582639-0C98-48DF-B1BF-6D8A1DF6014B}" dt="2026-09-16T18:37:12.781" v="381" actId="20577"/>
          <ac:spMkLst>
            <pc:docMk/>
            <pc:sldMk cId="3444687766" sldId="260"/>
            <ac:spMk id="3" creationId="{5F97503A-9C72-47A2-2CA8-09144AD4223D}"/>
          </ac:spMkLst>
        </pc:spChg>
      </pc:sldChg>
      <pc:sldChg chg="addSp delSp modSp mod delAnim modAnim modNotesTx">
        <pc:chgData name="Steve Mutrux" userId="4fa98d0c-dc66-4728-b09b-a88e22e95094" providerId="ADAL" clId="{49582639-0C98-48DF-B1BF-6D8A1DF6014B}" dt="2026-09-16T18:11:01.689" v="252" actId="478"/>
        <pc:sldMkLst>
          <pc:docMk/>
          <pc:sldMk cId="4190029259" sldId="261"/>
        </pc:sldMkLst>
        <pc:spChg chg="add del mod">
          <ac:chgData name="Steve Mutrux" userId="4fa98d0c-dc66-4728-b09b-a88e22e95094" providerId="ADAL" clId="{49582639-0C98-48DF-B1BF-6D8A1DF6014B}" dt="2026-09-16T18:10:59.135" v="251" actId="478"/>
          <ac:spMkLst>
            <pc:docMk/>
            <pc:sldMk cId="4190029259" sldId="261"/>
            <ac:spMk id="6" creationId="{FB30F6FA-7C2A-AE1A-7D4F-93596AF37B8B}"/>
          </ac:spMkLst>
        </pc:spChg>
        <pc:spChg chg="add del mod">
          <ac:chgData name="Steve Mutrux" userId="4fa98d0c-dc66-4728-b09b-a88e22e95094" providerId="ADAL" clId="{49582639-0C98-48DF-B1BF-6D8A1DF6014B}" dt="2026-09-16T18:11:01.689" v="252" actId="478"/>
          <ac:spMkLst>
            <pc:docMk/>
            <pc:sldMk cId="4190029259" sldId="261"/>
            <ac:spMk id="14" creationId="{0F545FEC-2A17-5DFA-CE8E-F918F6BC8395}"/>
          </ac:spMkLst>
        </pc:spChg>
      </pc:sldChg>
      <pc:sldChg chg="addSp modSp mod modAnim">
        <pc:chgData name="Steve Mutrux" userId="4fa98d0c-dc66-4728-b09b-a88e22e95094" providerId="ADAL" clId="{49582639-0C98-48DF-B1BF-6D8A1DF6014B}" dt="2026-09-16T18:20:24.411" v="279"/>
        <pc:sldMkLst>
          <pc:docMk/>
          <pc:sldMk cId="1179066660" sldId="262"/>
        </pc:sldMkLst>
        <pc:spChg chg="add mod ord">
          <ac:chgData name="Steve Mutrux" userId="4fa98d0c-dc66-4728-b09b-a88e22e95094" providerId="ADAL" clId="{49582639-0C98-48DF-B1BF-6D8A1DF6014B}" dt="2026-09-16T18:18:38.769" v="268" actId="167"/>
          <ac:spMkLst>
            <pc:docMk/>
            <pc:sldMk cId="1179066660" sldId="262"/>
            <ac:spMk id="6" creationId="{AEB2168F-CCF1-991D-5D41-6794E45BDF72}"/>
          </ac:spMkLst>
        </pc:spChg>
      </pc:sldChg>
      <pc:sldChg chg="delSp modSp mod">
        <pc:chgData name="Steve Mutrux" userId="4fa98d0c-dc66-4728-b09b-a88e22e95094" providerId="ADAL" clId="{49582639-0C98-48DF-B1BF-6D8A1DF6014B}" dt="2026-09-16T18:30:27.233" v="317" actId="20577"/>
        <pc:sldMkLst>
          <pc:docMk/>
          <pc:sldMk cId="353601395" sldId="266"/>
        </pc:sldMkLst>
        <pc:spChg chg="del">
          <ac:chgData name="Steve Mutrux" userId="4fa98d0c-dc66-4728-b09b-a88e22e95094" providerId="ADAL" clId="{49582639-0C98-48DF-B1BF-6D8A1DF6014B}" dt="2026-09-16T18:21:13.552" v="287" actId="478"/>
          <ac:spMkLst>
            <pc:docMk/>
            <pc:sldMk cId="353601395" sldId="266"/>
            <ac:spMk id="4" creationId="{62300D51-2B10-B557-82F3-8A6662DF3624}"/>
          </ac:spMkLst>
        </pc:spChg>
        <pc:spChg chg="mod">
          <ac:chgData name="Steve Mutrux" userId="4fa98d0c-dc66-4728-b09b-a88e22e95094" providerId="ADAL" clId="{49582639-0C98-48DF-B1BF-6D8A1DF6014B}" dt="2026-09-16T18:30:27.233" v="317" actId="20577"/>
          <ac:spMkLst>
            <pc:docMk/>
            <pc:sldMk cId="353601395" sldId="266"/>
            <ac:spMk id="6" creationId="{DB957D48-6A7C-B8E3-25B3-448F0B786932}"/>
          </ac:spMkLst>
        </pc:spChg>
      </pc:sldChg>
      <pc:sldChg chg="delSp mod">
        <pc:chgData name="Steve Mutrux" userId="4fa98d0c-dc66-4728-b09b-a88e22e95094" providerId="ADAL" clId="{49582639-0C98-48DF-B1BF-6D8A1DF6014B}" dt="2026-09-16T18:21:17.419" v="288" actId="478"/>
        <pc:sldMkLst>
          <pc:docMk/>
          <pc:sldMk cId="557364214" sldId="267"/>
        </pc:sldMkLst>
        <pc:spChg chg="del">
          <ac:chgData name="Steve Mutrux" userId="4fa98d0c-dc66-4728-b09b-a88e22e95094" providerId="ADAL" clId="{49582639-0C98-48DF-B1BF-6D8A1DF6014B}" dt="2026-09-16T18:21:17.419" v="288" actId="478"/>
          <ac:spMkLst>
            <pc:docMk/>
            <pc:sldMk cId="557364214" sldId="267"/>
            <ac:spMk id="4" creationId="{D33647DA-DFAA-FEB8-E5A2-61DBE5F52AC1}"/>
          </ac:spMkLst>
        </pc:spChg>
      </pc:sldChg>
      <pc:sldChg chg="modSp modAnim">
        <pc:chgData name="Steve Mutrux" userId="4fa98d0c-dc66-4728-b09b-a88e22e95094" providerId="ADAL" clId="{49582639-0C98-48DF-B1BF-6D8A1DF6014B}" dt="2026-09-16T18:34:32.447" v="360" actId="20577"/>
        <pc:sldMkLst>
          <pc:docMk/>
          <pc:sldMk cId="3893094920" sldId="268"/>
        </pc:sldMkLst>
        <pc:spChg chg="mod">
          <ac:chgData name="Steve Mutrux" userId="4fa98d0c-dc66-4728-b09b-a88e22e95094" providerId="ADAL" clId="{49582639-0C98-48DF-B1BF-6D8A1DF6014B}" dt="2026-09-16T18:34:32.447" v="360" actId="20577"/>
          <ac:spMkLst>
            <pc:docMk/>
            <pc:sldMk cId="3893094920" sldId="268"/>
            <ac:spMk id="4" creationId="{417B9F22-9B70-7974-674D-300CF5BE5CE0}"/>
          </ac:spMkLst>
        </pc:spChg>
      </pc:sldChg>
      <pc:sldChg chg="addSp delSp modSp mod modAnim">
        <pc:chgData name="Steve Mutrux" userId="4fa98d0c-dc66-4728-b09b-a88e22e95094" providerId="ADAL" clId="{49582639-0C98-48DF-B1BF-6D8A1DF6014B}" dt="2026-09-16T18:20:43.141" v="282" actId="167"/>
        <pc:sldMkLst>
          <pc:docMk/>
          <pc:sldMk cId="1755182162" sldId="269"/>
        </pc:sldMkLst>
        <pc:spChg chg="ord">
          <ac:chgData name="Steve Mutrux" userId="4fa98d0c-dc66-4728-b09b-a88e22e95094" providerId="ADAL" clId="{49582639-0C98-48DF-B1BF-6D8A1DF6014B}" dt="2026-09-16T18:17:17.464" v="260" actId="167"/>
          <ac:spMkLst>
            <pc:docMk/>
            <pc:sldMk cId="1755182162" sldId="269"/>
            <ac:spMk id="2" creationId="{0C417CA4-9EEC-ECD8-CD9E-98428D852E50}"/>
          </ac:spMkLst>
        </pc:spChg>
        <pc:spChg chg="add mod ord">
          <ac:chgData name="Steve Mutrux" userId="4fa98d0c-dc66-4728-b09b-a88e22e95094" providerId="ADAL" clId="{49582639-0C98-48DF-B1BF-6D8A1DF6014B}" dt="2026-09-16T18:20:43.141" v="282" actId="167"/>
          <ac:spMkLst>
            <pc:docMk/>
            <pc:sldMk cId="1755182162" sldId="269"/>
            <ac:spMk id="8" creationId="{920A0F4F-D15B-3088-F2A1-AD48A979E786}"/>
          </ac:spMkLst>
        </pc:spChg>
        <pc:spChg chg="del">
          <ac:chgData name="Steve Mutrux" userId="4fa98d0c-dc66-4728-b09b-a88e22e95094" providerId="ADAL" clId="{49582639-0C98-48DF-B1BF-6D8A1DF6014B}" dt="2026-09-16T18:20:35.863" v="280" actId="478"/>
          <ac:spMkLst>
            <pc:docMk/>
            <pc:sldMk cId="1755182162" sldId="269"/>
            <ac:spMk id="13" creationId="{B324D36C-FBFE-738A-83C4-97AE78C8DC8D}"/>
          </ac:spMkLst>
        </pc:spChg>
        <pc:grpChg chg="del ord">
          <ac:chgData name="Steve Mutrux" userId="4fa98d0c-dc66-4728-b09b-a88e22e95094" providerId="ADAL" clId="{49582639-0C98-48DF-B1BF-6D8A1DF6014B}" dt="2026-09-16T18:20:38.971" v="281" actId="478"/>
          <ac:grpSpMkLst>
            <pc:docMk/>
            <pc:sldMk cId="1755182162" sldId="269"/>
            <ac:grpSpMk id="3" creationId="{4AE5FAE7-F862-FFE2-1177-1977843DEE5E}"/>
          </ac:grpSpMkLst>
        </pc:grpChg>
      </pc:sldChg>
      <pc:sldChg chg="modSp">
        <pc:chgData name="Steve Mutrux" userId="4fa98d0c-dc66-4728-b09b-a88e22e95094" providerId="ADAL" clId="{49582639-0C98-48DF-B1BF-6D8A1DF6014B}" dt="2026-09-16T18:32:24.894" v="324" actId="20577"/>
        <pc:sldMkLst>
          <pc:docMk/>
          <pc:sldMk cId="1194673410" sldId="272"/>
        </pc:sldMkLst>
        <pc:spChg chg="mod">
          <ac:chgData name="Steve Mutrux" userId="4fa98d0c-dc66-4728-b09b-a88e22e95094" providerId="ADAL" clId="{49582639-0C98-48DF-B1BF-6D8A1DF6014B}" dt="2026-09-16T18:32:24.894" v="324" actId="20577"/>
          <ac:spMkLst>
            <pc:docMk/>
            <pc:sldMk cId="1194673410" sldId="272"/>
            <ac:spMk id="8" creationId="{AED53C7F-599F-FBA7-12D5-0CEFFBEE13B0}"/>
          </ac:spMkLst>
        </pc:spChg>
      </pc:sldChg>
      <pc:sldChg chg="delSp mod">
        <pc:chgData name="Steve Mutrux" userId="4fa98d0c-dc66-4728-b09b-a88e22e95094" providerId="ADAL" clId="{49582639-0C98-48DF-B1BF-6D8A1DF6014B}" dt="2026-09-16T18:21:10.228" v="286" actId="478"/>
        <pc:sldMkLst>
          <pc:docMk/>
          <pc:sldMk cId="3925825761" sldId="273"/>
        </pc:sldMkLst>
        <pc:spChg chg="del">
          <ac:chgData name="Steve Mutrux" userId="4fa98d0c-dc66-4728-b09b-a88e22e95094" providerId="ADAL" clId="{49582639-0C98-48DF-B1BF-6D8A1DF6014B}" dt="2026-09-16T18:21:10.228" v="286" actId="478"/>
          <ac:spMkLst>
            <pc:docMk/>
            <pc:sldMk cId="3925825761" sldId="273"/>
            <ac:spMk id="13" creationId="{A83B4F55-9AA6-B35F-8AE6-E69B5CA807AD}"/>
          </ac:spMkLst>
        </pc:spChg>
      </pc:sldChg>
      <pc:sldChg chg="addSp delSp mod">
        <pc:chgData name="Steve Mutrux" userId="4fa98d0c-dc66-4728-b09b-a88e22e95094" providerId="ADAL" clId="{49582639-0C98-48DF-B1BF-6D8A1DF6014B}" dt="2026-09-16T18:21:06.956" v="285" actId="478"/>
        <pc:sldMkLst>
          <pc:docMk/>
          <pc:sldMk cId="859702855" sldId="274"/>
        </pc:sldMkLst>
        <pc:spChg chg="del">
          <ac:chgData name="Steve Mutrux" userId="4fa98d0c-dc66-4728-b09b-a88e22e95094" providerId="ADAL" clId="{49582639-0C98-48DF-B1BF-6D8A1DF6014B}" dt="2026-09-16T18:21:06.956" v="285" actId="478"/>
          <ac:spMkLst>
            <pc:docMk/>
            <pc:sldMk cId="859702855" sldId="274"/>
            <ac:spMk id="8" creationId="{34A4E6D7-12E2-CDB7-3EAA-1C672D1D7E69}"/>
          </ac:spMkLst>
        </pc:spChg>
        <pc:spChg chg="add del">
          <ac:chgData name="Steve Mutrux" userId="4fa98d0c-dc66-4728-b09b-a88e22e95094" providerId="ADAL" clId="{49582639-0C98-48DF-B1BF-6D8A1DF6014B}" dt="2026-09-16T18:21:04.590" v="284" actId="478"/>
          <ac:spMkLst>
            <pc:docMk/>
            <pc:sldMk cId="859702855" sldId="274"/>
            <ac:spMk id="9" creationId="{0488ED9F-6438-678E-E4DD-BB6D15FDBB1D}"/>
          </ac:spMkLst>
        </pc:spChg>
      </pc:sldChg>
      <pc:sldChg chg="modSp modAnim">
        <pc:chgData name="Steve Mutrux" userId="4fa98d0c-dc66-4728-b09b-a88e22e95094" providerId="ADAL" clId="{49582639-0C98-48DF-B1BF-6D8A1DF6014B}" dt="2026-09-16T18:32:28.912" v="326" actId="20577"/>
        <pc:sldMkLst>
          <pc:docMk/>
          <pc:sldMk cId="1282376480" sldId="275"/>
        </pc:sldMkLst>
        <pc:spChg chg="mod">
          <ac:chgData name="Steve Mutrux" userId="4fa98d0c-dc66-4728-b09b-a88e22e95094" providerId="ADAL" clId="{49582639-0C98-48DF-B1BF-6D8A1DF6014B}" dt="2026-09-16T18:32:28.912" v="326" actId="20577"/>
          <ac:spMkLst>
            <pc:docMk/>
            <pc:sldMk cId="1282376480" sldId="275"/>
            <ac:spMk id="13" creationId="{71406E84-B673-8720-C77A-5F79E5792EEE}"/>
          </ac:spMkLst>
        </pc:spChg>
      </pc:sldChg>
      <pc:sldChg chg="delSp modSp add mod ord modAnim">
        <pc:chgData name="Steve Mutrux" userId="4fa98d0c-dc66-4728-b09b-a88e22e95094" providerId="ADAL" clId="{49582639-0C98-48DF-B1BF-6D8A1DF6014B}" dt="2026-09-16T18:39:11.682" v="388" actId="20577"/>
        <pc:sldMkLst>
          <pc:docMk/>
          <pc:sldMk cId="1400023611" sldId="276"/>
        </pc:sldMkLst>
        <pc:spChg chg="mod">
          <ac:chgData name="Steve Mutrux" userId="4fa98d0c-dc66-4728-b09b-a88e22e95094" providerId="ADAL" clId="{49582639-0C98-48DF-B1BF-6D8A1DF6014B}" dt="2026-09-16T18:33:19.051" v="354" actId="20577"/>
          <ac:spMkLst>
            <pc:docMk/>
            <pc:sldMk cId="1400023611" sldId="276"/>
            <ac:spMk id="6" creationId="{76D68362-0CCA-0BAA-D074-09AD1EB32474}"/>
          </ac:spMkLst>
        </pc:spChg>
        <pc:spChg chg="mod">
          <ac:chgData name="Steve Mutrux" userId="4fa98d0c-dc66-4728-b09b-a88e22e95094" providerId="ADAL" clId="{49582639-0C98-48DF-B1BF-6D8A1DF6014B}" dt="2026-09-16T18:39:11.682" v="388" actId="20577"/>
          <ac:spMkLst>
            <pc:docMk/>
            <pc:sldMk cId="1400023611" sldId="276"/>
            <ac:spMk id="14" creationId="{522C4567-BFDC-142E-9934-AA95548A232B}"/>
          </ac:spMkLst>
        </pc:spChg>
        <pc:grpChg chg="del">
          <ac:chgData name="Steve Mutrux" userId="4fa98d0c-dc66-4728-b09b-a88e22e95094" providerId="ADAL" clId="{49582639-0C98-48DF-B1BF-6D8A1DF6014B}" dt="2026-09-16T18:11:28.170" v="255" actId="478"/>
          <ac:grpSpMkLst>
            <pc:docMk/>
            <pc:sldMk cId="1400023611" sldId="276"/>
            <ac:grpSpMk id="36" creationId="{24947A3E-5160-A827-D45E-E49850CC4C24}"/>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2026-09-17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r>
              <a:rPr lang="en-CA" sz="1200" b="0" i="0" kern="1200" dirty="0">
                <a:solidFill>
                  <a:schemeClr val="tx1"/>
                </a:solidFill>
                <a:effectLst/>
                <a:latin typeface="+mn-lt"/>
                <a:ea typeface="+mn-ea"/>
                <a:cs typeface="+mn-cs"/>
              </a:rPr>
              <a:t>Past Experience: Worked previously with </a:t>
            </a:r>
            <a:r>
              <a:rPr lang="en-CA" sz="1200" b="0" i="0" kern="1200" dirty="0" err="1">
                <a:solidFill>
                  <a:schemeClr val="tx1"/>
                </a:solidFill>
                <a:effectLst/>
                <a:latin typeface="+mn-lt"/>
                <a:ea typeface="+mn-ea"/>
                <a:cs typeface="+mn-cs"/>
              </a:rPr>
              <a:t>Gakgo</a:t>
            </a:r>
            <a:r>
              <a:rPr lang="en-CA" sz="1200" b="0" i="0" kern="1200" dirty="0">
                <a:solidFill>
                  <a:schemeClr val="tx1"/>
                </a:solidFill>
                <a:effectLst/>
                <a:latin typeface="+mn-lt"/>
                <a:ea typeface="+mn-ea"/>
                <a:cs typeface="+mn-cs"/>
              </a:rPr>
              <a:t> Designs with a few of </a:t>
            </a:r>
            <a:r>
              <a:rPr lang="en-CA" sz="1200" b="0" i="0" kern="1200" dirty="0" err="1">
                <a:solidFill>
                  <a:schemeClr val="tx1"/>
                </a:solidFill>
                <a:effectLst/>
                <a:latin typeface="+mn-lt"/>
                <a:ea typeface="+mn-ea"/>
                <a:cs typeface="+mn-cs"/>
              </a:rPr>
              <a:t>Adestria's</a:t>
            </a:r>
            <a:r>
              <a:rPr lang="en-CA" sz="1200" b="0" i="0" kern="1200" dirty="0">
                <a:solidFill>
                  <a:schemeClr val="tx1"/>
                </a:solidFill>
                <a:effectLst/>
                <a:latin typeface="+mn-lt"/>
                <a:ea typeface="+mn-ea"/>
                <a:cs typeface="+mn-cs"/>
              </a:rPr>
              <a:t> current team members in developing a website for an automotive repair business. Created an application that logged, managed, and filter employees personnel information. </a:t>
            </a:r>
          </a:p>
          <a:p>
            <a:r>
              <a:rPr lang="en-CA" sz="1200" b="0" i="0" kern="1200" dirty="0">
                <a:solidFill>
                  <a:schemeClr val="tx1"/>
                </a:solidFill>
                <a:effectLst/>
                <a:latin typeface="+mn-lt"/>
                <a:ea typeface="+mn-ea"/>
                <a:cs typeface="+mn-cs"/>
              </a:rPr>
              <a:t>Role: Backend </a:t>
            </a:r>
          </a:p>
          <a:p>
            <a:r>
              <a:rPr lang="en-CA" sz="1200" b="0" i="0" kern="1200" dirty="0">
                <a:solidFill>
                  <a:schemeClr val="tx1"/>
                </a:solidFill>
                <a:effectLst/>
                <a:latin typeface="+mn-lt"/>
                <a:ea typeface="+mn-ea"/>
                <a:cs typeface="+mn-cs"/>
              </a:rPr>
              <a:t>Expectations: Designing and the implementing data models and ensuring the system behind it adheres soundly to the client's business logic</a:t>
            </a:r>
            <a:endParaRPr lang="en-CA" dirty="0"/>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Kayla</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Edin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Jake</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a:t>
            </a:r>
            <a:r>
              <a:rPr lang="en-CA" dirty="0" err="1"/>
              <a:t>needsc</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F950-220F-940E-10F8-847A837C9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0098B-D8E8-B92D-4FC6-201A7B44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7F4C4-77D5-995B-6F44-4B54EB862A46}"/>
              </a:ext>
            </a:extLst>
          </p:cNvPr>
          <p:cNvSpPr>
            <a:spLocks noGrp="1"/>
          </p:cNvSpPr>
          <p:nvPr>
            <p:ph type="body" idx="1"/>
          </p:nvPr>
        </p:nvSpPr>
        <p:spPr/>
        <p:txBody>
          <a:bodyPr/>
          <a:lstStyle/>
          <a:p>
            <a:r>
              <a:rPr lang="en-CA" dirty="0"/>
              <a:t>Starting at 500 per year</a:t>
            </a:r>
          </a:p>
        </p:txBody>
      </p:sp>
      <p:sp>
        <p:nvSpPr>
          <p:cNvPr id="4" name="Slide Number Placeholder 3">
            <a:extLst>
              <a:ext uri="{FF2B5EF4-FFF2-40B4-BE49-F238E27FC236}">
                <a16:creationId xmlns:a16="http://schemas.microsoft.com/office/drawing/2014/main" id="{724ADB3D-5837-379A-9981-992539B00888}"/>
              </a:ext>
            </a:extLst>
          </p:cNvPr>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342462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13</a:t>
            </a:fld>
            <a:endParaRPr lang="en-CA"/>
          </a:p>
        </p:txBody>
      </p:sp>
    </p:spTree>
    <p:extLst>
      <p:ext uri="{BB962C8B-B14F-4D97-AF65-F5344CB8AC3E}">
        <p14:creationId xmlns:p14="http://schemas.microsoft.com/office/powerpoint/2010/main" val="29859783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B22D95-B55A-456E-B882-ED519B72F1D2}" type="slidenum">
              <a:rPr lang="en-CA" smtClean="0"/>
              <a:t>14</a:t>
            </a:fld>
            <a:endParaRPr lang="en-CA"/>
          </a:p>
        </p:txBody>
      </p:sp>
    </p:spTree>
    <p:extLst>
      <p:ext uri="{BB962C8B-B14F-4D97-AF65-F5344CB8AC3E}">
        <p14:creationId xmlns:p14="http://schemas.microsoft.com/office/powerpoint/2010/main" val="2500232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2026-09-17</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628436"/>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997768"/>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5141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pic>
        <p:nvPicPr>
          <p:cNvPr id="5" name="Picture 4">
            <a:extLst>
              <a:ext uri="{FF2B5EF4-FFF2-40B4-BE49-F238E27FC236}">
                <a16:creationId xmlns:a16="http://schemas.microsoft.com/office/drawing/2014/main" id="{3D0A4A62-E61A-1196-6F34-897ED21F2F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111" y="376344"/>
            <a:ext cx="2649046" cy="2838264"/>
          </a:xfrm>
          <a:prstGeom prst="rect">
            <a:avLst/>
          </a:prstGeom>
        </p:spPr>
      </p:pic>
    </p:spTree>
    <p:extLst>
      <p:ext uri="{BB962C8B-B14F-4D97-AF65-F5344CB8AC3E}">
        <p14:creationId xmlns:p14="http://schemas.microsoft.com/office/powerpoint/2010/main" val="2816041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nodeType="afterEffect">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presetID="10" presetClass="entr" presetSubtype="0" fill="hold" nodeType="with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fade">
                                      <p:cBhvr>
                                        <p:cTn id="16" dur="500"/>
                                        <p:tgtEl>
                                          <p:spTgt spid="1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fade">
                                      <p:cBhvr>
                                        <p:cTn id="21" dur="500"/>
                                        <p:tgtEl>
                                          <p:spTgt spid="16">
                                            <p:txEl>
                                              <p:pRg st="1" end="1"/>
                                            </p:txEl>
                                          </p:spTgt>
                                        </p:tgtEl>
                                      </p:cBhvr>
                                    </p:animEffect>
                                  </p:childTnLst>
                                </p:cTn>
                              </p:par>
                              <p:par>
                                <p:cTn id="22" presetID="19" presetClass="emph" presetSubtype="0" fill="hold" nodeType="withEffect">
                                  <p:stCondLst>
                                    <p:cond delay="0"/>
                                  </p:stCondLst>
                                  <p:childTnLst>
                                    <p:animClr clrSpc="rgb" dir="cw">
                                      <p:cBhvr override="childStyle">
                                        <p:cTn id="23" dur="500" fill="hold"/>
                                        <p:tgtEl>
                                          <p:spTgt spid="16">
                                            <p:txEl>
                                              <p:pRg st="0" end="0"/>
                                            </p:txEl>
                                          </p:spTgt>
                                        </p:tgtEl>
                                        <p:attrNameLst>
                                          <p:attrName>style.color</p:attrName>
                                        </p:attrNameLst>
                                      </p:cBhvr>
                                      <p:to>
                                        <a:srgbClr val="96CDF8"/>
                                      </p:to>
                                    </p:animClr>
                                    <p:animClr clrSpc="rgb" dir="cw">
                                      <p:cBhvr>
                                        <p:cTn id="24" dur="500" fill="hold"/>
                                        <p:tgtEl>
                                          <p:spTgt spid="16">
                                            <p:txEl>
                                              <p:pRg st="0" end="0"/>
                                            </p:txEl>
                                          </p:spTgt>
                                        </p:tgtEl>
                                        <p:attrNameLst>
                                          <p:attrName>fillcolor</p:attrName>
                                        </p:attrNameLst>
                                      </p:cBhvr>
                                      <p:to>
                                        <a:srgbClr val="96CDF8"/>
                                      </p:to>
                                    </p:animClr>
                                    <p:set>
                                      <p:cBhvr>
                                        <p:cTn id="25" dur="500" fill="hold"/>
                                        <p:tgtEl>
                                          <p:spTgt spid="16">
                                            <p:txEl>
                                              <p:pRg st="0" end="0"/>
                                            </p:txEl>
                                          </p:spTgt>
                                        </p:tgtEl>
                                        <p:attrNameLst>
                                          <p:attrName>fill.type</p:attrName>
                                        </p:attrNameLst>
                                      </p:cBhvr>
                                      <p:to>
                                        <p:strVal val="solid"/>
                                      </p:to>
                                    </p:set>
                                    <p:set>
                                      <p:cBhvr>
                                        <p:cTn id="26" dur="500" fill="hold"/>
                                        <p:tgtEl>
                                          <p:spTgt spid="16">
                                            <p:txEl>
                                              <p:pRg st="0" end="0"/>
                                            </p:txEl>
                                          </p:spTgt>
                                        </p:tgtEl>
                                        <p:attrNameLst>
                                          <p:attrName>fill.on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animEffect transition="in" filter="fade">
                                      <p:cBhvr>
                                        <p:cTn id="31" dur="500"/>
                                        <p:tgtEl>
                                          <p:spTgt spid="16">
                                            <p:txEl>
                                              <p:pRg st="2" end="2"/>
                                            </p:txEl>
                                          </p:spTgt>
                                        </p:tgtEl>
                                      </p:cBhvr>
                                    </p:animEffect>
                                  </p:childTnLst>
                                </p:cTn>
                              </p:par>
                              <p:par>
                                <p:cTn id="32" presetID="19" presetClass="emph" presetSubtype="0" fill="hold" nodeType="withEffect">
                                  <p:stCondLst>
                                    <p:cond delay="0"/>
                                  </p:stCondLst>
                                  <p:childTnLst>
                                    <p:animClr clrSpc="rgb" dir="cw">
                                      <p:cBhvr override="childStyle">
                                        <p:cTn id="33" dur="500" fill="hold"/>
                                        <p:tgtEl>
                                          <p:spTgt spid="16">
                                            <p:txEl>
                                              <p:pRg st="1" end="1"/>
                                            </p:txEl>
                                          </p:spTgt>
                                        </p:tgtEl>
                                        <p:attrNameLst>
                                          <p:attrName>style.color</p:attrName>
                                        </p:attrNameLst>
                                      </p:cBhvr>
                                      <p:to>
                                        <a:srgbClr val="96CDF8"/>
                                      </p:to>
                                    </p:animClr>
                                    <p:animClr clrSpc="rgb" dir="cw">
                                      <p:cBhvr>
                                        <p:cTn id="34" dur="500" fill="hold"/>
                                        <p:tgtEl>
                                          <p:spTgt spid="16">
                                            <p:txEl>
                                              <p:pRg st="1" end="1"/>
                                            </p:txEl>
                                          </p:spTgt>
                                        </p:tgtEl>
                                        <p:attrNameLst>
                                          <p:attrName>fillcolor</p:attrName>
                                        </p:attrNameLst>
                                      </p:cBhvr>
                                      <p:to>
                                        <a:srgbClr val="96CDF8"/>
                                      </p:to>
                                    </p:animClr>
                                    <p:set>
                                      <p:cBhvr>
                                        <p:cTn id="35" dur="500" fill="hold"/>
                                        <p:tgtEl>
                                          <p:spTgt spid="16">
                                            <p:txEl>
                                              <p:pRg st="1" end="1"/>
                                            </p:txEl>
                                          </p:spTgt>
                                        </p:tgtEl>
                                        <p:attrNameLst>
                                          <p:attrName>fill.type</p:attrName>
                                        </p:attrNameLst>
                                      </p:cBhvr>
                                      <p:to>
                                        <p:strVal val="solid"/>
                                      </p:to>
                                    </p:set>
                                    <p:set>
                                      <p:cBhvr>
                                        <p:cTn id="36" dur="500" fill="hold"/>
                                        <p:tgtEl>
                                          <p:spTgt spid="16">
                                            <p:txEl>
                                              <p:pRg st="1" end="1"/>
                                            </p:txEl>
                                          </p:spTgt>
                                        </p:tgtEl>
                                        <p:attrNameLst>
                                          <p:attrName>fill.on</p:attrName>
                                        </p:attrNameLst>
                                      </p:cBhvr>
                                      <p:to>
                                        <p:strVal val="true"/>
                                      </p:to>
                                    </p:set>
                                  </p:childTnLst>
                                </p:cTn>
                              </p:par>
                            </p:childTnLst>
                          </p:cTn>
                        </p:par>
                      </p:childTnLst>
                    </p:cTn>
                  </p:par>
                  <p:par>
                    <p:cTn id="37" fill="hold">
                      <p:stCondLst>
                        <p:cond delay="indefinite"/>
                      </p:stCondLst>
                      <p:childTnLst>
                        <p:par>
                          <p:cTn id="38" fill="hold">
                            <p:stCondLst>
                              <p:cond delay="0"/>
                            </p:stCondLst>
                            <p:childTnLst>
                              <p:par>
                                <p:cTn id="39" presetID="19" presetClass="emph" presetSubtype="0" fill="hold" nodeType="clickEffect">
                                  <p:stCondLst>
                                    <p:cond delay="0"/>
                                  </p:stCondLst>
                                  <p:childTnLst>
                                    <p:animClr clrSpc="rgb" dir="cw">
                                      <p:cBhvr override="childStyle">
                                        <p:cTn id="40" dur="500" fill="hold"/>
                                        <p:tgtEl>
                                          <p:spTgt spid="16">
                                            <p:txEl>
                                              <p:pRg st="2" end="2"/>
                                            </p:txEl>
                                          </p:spTgt>
                                        </p:tgtEl>
                                        <p:attrNameLst>
                                          <p:attrName>style.color</p:attrName>
                                        </p:attrNameLst>
                                      </p:cBhvr>
                                      <p:to>
                                        <a:srgbClr val="96CDF8"/>
                                      </p:to>
                                    </p:animClr>
                                    <p:animClr clrSpc="rgb" dir="cw">
                                      <p:cBhvr>
                                        <p:cTn id="41" dur="500" fill="hold"/>
                                        <p:tgtEl>
                                          <p:spTgt spid="16">
                                            <p:txEl>
                                              <p:pRg st="2" end="2"/>
                                            </p:txEl>
                                          </p:spTgt>
                                        </p:tgtEl>
                                        <p:attrNameLst>
                                          <p:attrName>fillcolor</p:attrName>
                                        </p:attrNameLst>
                                      </p:cBhvr>
                                      <p:to>
                                        <a:srgbClr val="96CDF8"/>
                                      </p:to>
                                    </p:animClr>
                                    <p:set>
                                      <p:cBhvr>
                                        <p:cTn id="42" dur="500" fill="hold"/>
                                        <p:tgtEl>
                                          <p:spTgt spid="16">
                                            <p:txEl>
                                              <p:pRg st="2" end="2"/>
                                            </p:txEl>
                                          </p:spTgt>
                                        </p:tgtEl>
                                        <p:attrNameLst>
                                          <p:attrName>fill.type</p:attrName>
                                        </p:attrNameLst>
                                      </p:cBhvr>
                                      <p:to>
                                        <p:strVal val="solid"/>
                                      </p:to>
                                    </p:set>
                                    <p:set>
                                      <p:cBhvr>
                                        <p:cTn id="43" dur="500" fill="hold"/>
                                        <p:tgtEl>
                                          <p:spTgt spid="16">
                                            <p:txEl>
                                              <p:pRg st="2" end="2"/>
                                            </p:txEl>
                                          </p:spTgt>
                                        </p:tgtEl>
                                        <p:attrNameLst>
                                          <p:attrName>fill.on</p:attrName>
                                        </p:attrNameLst>
                                      </p:cBhvr>
                                      <p:to>
                                        <p:strVal val="true"/>
                                      </p:to>
                                    </p:set>
                                  </p:childTnLst>
                                </p:cTn>
                              </p:par>
                              <p:par>
                                <p:cTn id="44" presetID="10"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presetID="10" presetClass="exit" presetSubtype="0" fill="hold" grpId="0" nodeType="withEffect">
                                  <p:stCondLst>
                                    <p:cond delay="0"/>
                                  </p:stCondLst>
                                  <p:childTnLst>
                                    <p:animEffect transition="out" filter="fade">
                                      <p:cBhvr>
                                        <p:cTn id="48" dur="500"/>
                                        <p:tgtEl>
                                          <p:spTgt spid="16">
                                            <p:txEl>
                                              <p:pRg st="0" end="0"/>
                                            </p:txEl>
                                          </p:spTgt>
                                        </p:tgtEl>
                                      </p:cBhvr>
                                    </p:animEffect>
                                    <p:set>
                                      <p:cBhvr>
                                        <p:cTn id="49" dur="1" fill="hold">
                                          <p:stCondLst>
                                            <p:cond delay="499"/>
                                          </p:stCondLst>
                                        </p:cTn>
                                        <p:tgtEl>
                                          <p:spTgt spid="16">
                                            <p:txEl>
                                              <p:pRg st="0" end="0"/>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16">
                                            <p:txEl>
                                              <p:pRg st="1" end="1"/>
                                            </p:txEl>
                                          </p:spTgt>
                                        </p:tgtEl>
                                      </p:cBhvr>
                                    </p:animEffect>
                                    <p:set>
                                      <p:cBhvr>
                                        <p:cTn id="52" dur="1" fill="hold">
                                          <p:stCondLst>
                                            <p:cond delay="499"/>
                                          </p:stCondLst>
                                        </p:cTn>
                                        <p:tgtEl>
                                          <p:spTgt spid="16">
                                            <p:txEl>
                                              <p:pRg st="1" end="1"/>
                                            </p:txEl>
                                          </p:spTgt>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4" dur="500"/>
                                        <p:tgtEl>
                                          <p:spTgt spid="16">
                                            <p:txEl>
                                              <p:pRg st="2" end="2"/>
                                            </p:txEl>
                                          </p:spTgt>
                                        </p:tgtEl>
                                      </p:cBhvr>
                                    </p:animEffect>
                                    <p:set>
                                      <p:cBhvr>
                                        <p:cTn id="55" dur="1" fill="hold">
                                          <p:stCondLst>
                                            <p:cond delay="499"/>
                                          </p:stCondLst>
                                        </p:cTn>
                                        <p:tgtEl>
                                          <p:spTgt spid="16">
                                            <p:txEl>
                                              <p:pRg st="2" end="2"/>
                                            </p:txEl>
                                          </p:spTgt>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7" dur="500"/>
                                        <p:tgtEl>
                                          <p:spTgt spid="16">
                                            <p:bg/>
                                          </p:spTgt>
                                        </p:tgtEl>
                                      </p:cBhvr>
                                    </p:animEffect>
                                    <p:set>
                                      <p:cBhvr>
                                        <p:cTn id="58" dur="1" fill="hold">
                                          <p:stCondLst>
                                            <p:cond delay="499"/>
                                          </p:stCondLst>
                                        </p:cTn>
                                        <p:tgtEl>
                                          <p:spTgt spid="16">
                                            <p:bg/>
                                          </p:spTgt>
                                        </p:tgtEl>
                                        <p:attrNameLst>
                                          <p:attrName>style.visibility</p:attrName>
                                        </p:attrNameLst>
                                      </p:cBhvr>
                                      <p:to>
                                        <p:strVal val="hidden"/>
                                      </p:to>
                                    </p:set>
                                  </p:childTnLst>
                                </p:cTn>
                              </p:par>
                            </p:childTnLst>
                          </p:cTn>
                        </p:par>
                        <p:par>
                          <p:cTn id="59" fill="hold">
                            <p:stCondLst>
                              <p:cond delay="500"/>
                            </p:stCondLst>
                            <p:childTnLst>
                              <p:par>
                                <p:cTn id="60" presetID="42" presetClass="path" presetSubtype="0" accel="20000" decel="75000" fill="hold" nodeType="afterEffect">
                                  <p:stCondLst>
                                    <p:cond delay="0"/>
                                  </p:stCondLst>
                                  <p:childTnLst>
                                    <p:animMotion origin="layout" path="M -1.45833E-6 3.33333E-6 L -0.39857 -0.25949 " pathEditMode="relative" rAng="0" ptsTypes="AA">
                                      <p:cBhvr>
                                        <p:cTn id="61" dur="2000" fill="hold"/>
                                        <p:tgtEl>
                                          <p:spTgt spid="18"/>
                                        </p:tgtEl>
                                        <p:attrNameLst>
                                          <p:attrName>ppt_x</p:attrName>
                                          <p:attrName>ppt_y</p:attrName>
                                        </p:attrNameLst>
                                      </p:cBhvr>
                                      <p:rCtr x="-19935" y="-12986"/>
                                    </p:animMotion>
                                  </p:childTnLst>
                                </p:cTn>
                              </p:par>
                            </p:childTnLst>
                          </p:cTn>
                        </p:par>
                        <p:par>
                          <p:cTn id="62" fill="hold">
                            <p:stCondLst>
                              <p:cond delay="2500"/>
                            </p:stCondLst>
                            <p:childTnLst>
                              <p:par>
                                <p:cTn id="63" presetID="10" presetClass="entr" presetSubtype="0" fill="hold" grpId="1" nodeType="afterEffect">
                                  <p:stCondLst>
                                    <p:cond delay="0"/>
                                  </p:stCondLst>
                                  <p:childTnLst>
                                    <p:set>
                                      <p:cBhvr>
                                        <p:cTn id="64" dur="1" fill="hold">
                                          <p:stCondLst>
                                            <p:cond delay="0"/>
                                          </p:stCondLst>
                                        </p:cTn>
                                        <p:tgtEl>
                                          <p:spTgt spid="4">
                                            <p:txEl>
                                              <p:pRg st="0" end="0"/>
                                            </p:txEl>
                                          </p:spTgt>
                                        </p:tgtEl>
                                        <p:attrNameLst>
                                          <p:attrName>style.visibility</p:attrName>
                                        </p:attrNameLst>
                                      </p:cBhvr>
                                      <p:to>
                                        <p:strVal val="visible"/>
                                      </p:to>
                                    </p:set>
                                    <p:animEffect transition="in" filter="fade">
                                      <p:cBhvr>
                                        <p:cTn id="65" dur="500"/>
                                        <p:tgtEl>
                                          <p:spTgt spid="4">
                                            <p:txEl>
                                              <p:pRg st="0" end="0"/>
                                            </p:txEl>
                                          </p:spTgt>
                                        </p:tgtEl>
                                      </p:cBhvr>
                                    </p:animEffect>
                                  </p:childTnLst>
                                </p:cTn>
                              </p:par>
                              <p:par>
                                <p:cTn id="66" presetID="10" presetClass="entr" presetSubtype="0" fill="hold" grpId="1" nodeType="withEffect">
                                  <p:stCondLst>
                                    <p:cond delay="0"/>
                                  </p:stCondLst>
                                  <p:childTnLst>
                                    <p:set>
                                      <p:cBhvr>
                                        <p:cTn id="67" dur="1" fill="hold">
                                          <p:stCondLst>
                                            <p:cond delay="0"/>
                                          </p:stCondLst>
                                        </p:cTn>
                                        <p:tgtEl>
                                          <p:spTgt spid="4">
                                            <p:txEl>
                                              <p:pRg st="1" end="1"/>
                                            </p:txEl>
                                          </p:spTgt>
                                        </p:tgtEl>
                                        <p:attrNameLst>
                                          <p:attrName>style.visibility</p:attrName>
                                        </p:attrNameLst>
                                      </p:cBhvr>
                                      <p:to>
                                        <p:strVal val="visible"/>
                                      </p:to>
                                    </p:set>
                                    <p:animEffect transition="in" filter="fade">
                                      <p:cBhvr>
                                        <p:cTn id="68" dur="500"/>
                                        <p:tgtEl>
                                          <p:spTgt spid="4">
                                            <p:txEl>
                                              <p:pRg st="1" end="1"/>
                                            </p:txEl>
                                          </p:spTgt>
                                        </p:tgtEl>
                                      </p:cBhvr>
                                    </p:animEffect>
                                  </p:childTnLst>
                                </p:cTn>
                              </p:par>
                              <p:par>
                                <p:cTn id="69" presetID="10" presetClass="entr" presetSubtype="0" fill="hold" grpId="1" nodeType="withEffect">
                                  <p:stCondLst>
                                    <p:cond delay="0"/>
                                  </p:stCondLst>
                                  <p:childTnLst>
                                    <p:set>
                                      <p:cBhvr>
                                        <p:cTn id="70" dur="1" fill="hold">
                                          <p:stCondLst>
                                            <p:cond delay="0"/>
                                          </p:stCondLst>
                                        </p:cTn>
                                        <p:tgtEl>
                                          <p:spTgt spid="4">
                                            <p:txEl>
                                              <p:pRg st="2" end="2"/>
                                            </p:txEl>
                                          </p:spTgt>
                                        </p:tgtEl>
                                        <p:attrNameLst>
                                          <p:attrName>style.visibility</p:attrName>
                                        </p:attrNameLst>
                                      </p:cBhvr>
                                      <p:to>
                                        <p:strVal val="visible"/>
                                      </p:to>
                                    </p:set>
                                    <p:animEffect transition="in" filter="fade">
                                      <p:cBhvr>
                                        <p:cTn id="71" dur="500"/>
                                        <p:tgtEl>
                                          <p:spTgt spid="4">
                                            <p:txEl>
                                              <p:pRg st="2" end="2"/>
                                            </p:txEl>
                                          </p:spTgt>
                                        </p:tgtEl>
                                      </p:cBhvr>
                                    </p:animEffect>
                                  </p:childTnLst>
                                </p:cTn>
                              </p:par>
                            </p:childTnLst>
                          </p:cTn>
                        </p:par>
                        <p:par>
                          <p:cTn id="72" fill="hold">
                            <p:stCondLst>
                              <p:cond delay="3000"/>
                            </p:stCondLst>
                            <p:childTnLst>
                              <p:par>
                                <p:cTn id="73" presetID="1" presetClass="exit" presetSubtype="0" fill="hold" nodeType="afterEffect">
                                  <p:stCondLst>
                                    <p:cond delay="0"/>
                                  </p:stCondLst>
                                  <p:childTnLst>
                                    <p:set>
                                      <p:cBhvr>
                                        <p:cTn id="74" dur="1" fill="hold">
                                          <p:stCondLst>
                                            <p:cond delay="0"/>
                                          </p:stCondLst>
                                        </p:cTn>
                                        <p:tgtEl>
                                          <p:spTgt spid="18"/>
                                        </p:tgtEl>
                                        <p:attrNameLst>
                                          <p:attrName>style.visibility</p:attrName>
                                        </p:attrNameLst>
                                      </p:cBhvr>
                                      <p:to>
                                        <p:strVal val="hidden"/>
                                      </p:to>
                                    </p:set>
                                  </p:childTnLst>
                                </p:cTn>
                              </p:par>
                              <p:par>
                                <p:cTn id="75" presetID="19" presetClass="emph" presetSubtype="0" fill="hold" nodeType="withEffect">
                                  <p:stCondLst>
                                    <p:cond delay="0"/>
                                  </p:stCondLst>
                                  <p:childTnLst>
                                    <p:animClr clrSpc="rgb" dir="cw">
                                      <p:cBhvr override="childStyle">
                                        <p:cTn id="76" dur="500" fill="hold"/>
                                        <p:tgtEl>
                                          <p:spTgt spid="4">
                                            <p:txEl>
                                              <p:pRg st="0" end="0"/>
                                            </p:txEl>
                                          </p:spTgt>
                                        </p:tgtEl>
                                        <p:attrNameLst>
                                          <p:attrName>style.color</p:attrName>
                                        </p:attrNameLst>
                                      </p:cBhvr>
                                      <p:to>
                                        <a:schemeClr val="accent2"/>
                                      </p:to>
                                    </p:animClr>
                                    <p:animClr clrSpc="rgb" dir="cw">
                                      <p:cBhvr>
                                        <p:cTn id="77" dur="500" fill="hold"/>
                                        <p:tgtEl>
                                          <p:spTgt spid="4">
                                            <p:txEl>
                                              <p:pRg st="0" end="0"/>
                                            </p:txEl>
                                          </p:spTgt>
                                        </p:tgtEl>
                                        <p:attrNameLst>
                                          <p:attrName>fillcolor</p:attrName>
                                        </p:attrNameLst>
                                      </p:cBhvr>
                                      <p:to>
                                        <a:schemeClr val="accent2"/>
                                      </p:to>
                                    </p:animClr>
                                    <p:set>
                                      <p:cBhvr>
                                        <p:cTn id="78" dur="500" fill="hold"/>
                                        <p:tgtEl>
                                          <p:spTgt spid="4">
                                            <p:txEl>
                                              <p:pRg st="0" end="0"/>
                                            </p:txEl>
                                          </p:spTgt>
                                        </p:tgtEl>
                                        <p:attrNameLst>
                                          <p:attrName>fill.type</p:attrName>
                                        </p:attrNameLst>
                                      </p:cBhvr>
                                      <p:to>
                                        <p:strVal val="solid"/>
                                      </p:to>
                                    </p:set>
                                    <p:set>
                                      <p:cBhvr>
                                        <p:cTn id="79" dur="500" fill="hold"/>
                                        <p:tgtEl>
                                          <p:spTgt spid="4">
                                            <p:txEl>
                                              <p:pRg st="0" end="0"/>
                                            </p:txEl>
                                          </p:spTgt>
                                        </p:tgtEl>
                                        <p:attrNameLst>
                                          <p:attrName>fill.on</p:attrName>
                                        </p:attrNameLst>
                                      </p:cBhvr>
                                      <p:to>
                                        <p:strVal val="true"/>
                                      </p:to>
                                    </p:set>
                                  </p:childTnLst>
                                </p:cTn>
                              </p:par>
                              <p:par>
                                <p:cTn id="80" presetID="22" presetClass="entr" presetSubtype="8" fill="hold" nodeType="withEffect">
                                  <p:stCondLst>
                                    <p:cond delay="0"/>
                                  </p:stCondLst>
                                  <p:childTnLst>
                                    <p:set>
                                      <p:cBhvr>
                                        <p:cTn id="81" dur="1" fill="hold">
                                          <p:stCondLst>
                                            <p:cond delay="0"/>
                                          </p:stCondLst>
                                        </p:cTn>
                                        <p:tgtEl>
                                          <p:spTgt spid="2"/>
                                        </p:tgtEl>
                                        <p:attrNameLst>
                                          <p:attrName>style.visibility</p:attrName>
                                        </p:attrNameLst>
                                      </p:cBhvr>
                                      <p:to>
                                        <p:strVal val="visible"/>
                                      </p:to>
                                    </p:set>
                                    <p:animEffect transition="in" filter="wipe(left)">
                                      <p:cBhvr>
                                        <p:cTn id="82"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uiExpand="1"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416550" y="3199884"/>
            <a:ext cx="1273105" cy="923330"/>
          </a:xfrm>
          <a:prstGeom prst="rect">
            <a:avLst/>
          </a:prstGeom>
          <a:noFill/>
        </p:spPr>
        <p:txBody>
          <a:bodyPr wrap="none" rtlCol="0">
            <a:spAutoFit/>
          </a:bodyPr>
          <a:lstStyle/>
          <a:p>
            <a:pPr algn="r"/>
            <a:r>
              <a:rPr lang="en-CA" dirty="0"/>
              <a:t>Create</a:t>
            </a:r>
          </a:p>
          <a:p>
            <a:pPr algn="r"/>
            <a:r>
              <a:rPr lang="en-CA" dirty="0"/>
              <a:t>Develop</a:t>
            </a:r>
          </a:p>
          <a:p>
            <a:pPr algn="r"/>
            <a:r>
              <a:rPr lang="en-CA" dirty="0"/>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25253" cy="369332"/>
          </a:xfrm>
          <a:prstGeom prst="rect">
            <a:avLst/>
          </a:prstGeom>
          <a:noFill/>
        </p:spPr>
        <p:txBody>
          <a:bodyPr wrap="none" rtlCol="0">
            <a:spAutoFit/>
          </a:bodyPr>
          <a:lstStyle/>
          <a:p>
            <a:r>
              <a:rPr lang="en-CA" dirty="0"/>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059906" cy="369332"/>
          </a:xfrm>
          <a:prstGeom prst="rect">
            <a:avLst/>
          </a:prstGeom>
          <a:noFill/>
        </p:spPr>
        <p:txBody>
          <a:bodyPr wrap="none" rtlCol="0">
            <a:spAutoFit/>
          </a:bodyPr>
          <a:lstStyle/>
          <a:p>
            <a:r>
              <a:rPr lang="en-CA" dirty="0"/>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268361" cy="369332"/>
          </a:xfrm>
          <a:prstGeom prst="rect">
            <a:avLst/>
          </a:prstGeom>
          <a:noFill/>
        </p:spPr>
        <p:txBody>
          <a:bodyPr wrap="none" rtlCol="0">
            <a:spAutoFit/>
          </a:bodyPr>
          <a:lstStyle/>
          <a:p>
            <a:r>
              <a:rPr lang="en-CA" dirty="0"/>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42820" y="3199884"/>
            <a:ext cx="293670" cy="369332"/>
          </a:xfrm>
          <a:prstGeom prst="rect">
            <a:avLst/>
          </a:prstGeom>
          <a:noFill/>
        </p:spPr>
        <p:txBody>
          <a:bodyPr wrap="none" rtlCol="0">
            <a:spAutoFit/>
          </a:bodyPr>
          <a:lstStyle/>
          <a:p>
            <a:r>
              <a:rPr lang="en-CA" dirty="0"/>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599032" y="3198336"/>
            <a:ext cx="293670" cy="369332"/>
          </a:xfrm>
          <a:prstGeom prst="rect">
            <a:avLst/>
          </a:prstGeom>
          <a:noFill/>
        </p:spPr>
        <p:txBody>
          <a:bodyPr wrap="none" rtlCol="0">
            <a:spAutoFit/>
          </a:bodyPr>
          <a:lstStyle/>
          <a:p>
            <a:r>
              <a:rPr lang="en-CA" dirty="0"/>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D46ED73F-A2B7-C52F-965C-210379FFFA48}"/>
              </a:ext>
            </a:extLst>
          </p:cNvPr>
          <p:cNvSpPr txBox="1"/>
          <p:nvPr/>
        </p:nvSpPr>
        <p:spPr>
          <a:xfrm>
            <a:off x="5491491" y="2227699"/>
            <a:ext cx="4584909"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Backend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Professional Database</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
                                            <p:txEl>
                                              <p:pRg st="0" end="0"/>
                                            </p:txEl>
                                          </p:spTgt>
                                        </p:tgtEl>
                                        <p:attrNameLst>
                                          <p:attrName>style.visibility</p:attrName>
                                        </p:attrNameLst>
                                      </p:cBhvr>
                                      <p:to>
                                        <p:strVal val="visible"/>
                                      </p:to>
                                    </p:set>
                                    <p:animEffect transition="in" filter="fade">
                                      <p:cBhvr>
                                        <p:cTn id="33" dur="500"/>
                                        <p:tgtEl>
                                          <p:spTgt spid="2">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
                                            <p:txEl>
                                              <p:pRg st="1" end="1"/>
                                            </p:txEl>
                                          </p:spTgt>
                                        </p:tgtEl>
                                        <p:attrNameLst>
                                          <p:attrName>style.visibility</p:attrName>
                                        </p:attrNameLst>
                                      </p:cBhvr>
                                      <p:to>
                                        <p:strVal val="visible"/>
                                      </p:to>
                                    </p:set>
                                    <p:animEffect transition="in" filter="fade">
                                      <p:cBhvr>
                                        <p:cTn id="38" dur="500"/>
                                        <p:tgtEl>
                                          <p:spTgt spid="2">
                                            <p:txEl>
                                              <p:pRg st="1" end="1"/>
                                            </p:txEl>
                                          </p:spTgt>
                                        </p:tgtEl>
                                      </p:cBhvr>
                                    </p:animEffect>
                                  </p:childTnLst>
                                </p:cTn>
                              </p:par>
                              <p:par>
                                <p:cTn id="39" presetID="19" presetClass="emph" presetSubtype="0" fill="hold" nodeType="withEffect">
                                  <p:stCondLst>
                                    <p:cond delay="0"/>
                                  </p:stCondLst>
                                  <p:childTnLst>
                                    <p:animClr clrSpc="rgb" dir="cw">
                                      <p:cBhvr override="childStyle">
                                        <p:cTn id="40" dur="500" fill="hold"/>
                                        <p:tgtEl>
                                          <p:spTgt spid="2">
                                            <p:txEl>
                                              <p:pRg st="0" end="0"/>
                                            </p:txEl>
                                          </p:spTgt>
                                        </p:tgtEl>
                                        <p:attrNameLst>
                                          <p:attrName>style.color</p:attrName>
                                        </p:attrNameLst>
                                      </p:cBhvr>
                                      <p:to>
                                        <a:srgbClr val="96CDF8"/>
                                      </p:to>
                                    </p:animClr>
                                    <p:animClr clrSpc="rgb" dir="cw">
                                      <p:cBhvr>
                                        <p:cTn id="41" dur="500" fill="hold"/>
                                        <p:tgtEl>
                                          <p:spTgt spid="2">
                                            <p:txEl>
                                              <p:pRg st="0" end="0"/>
                                            </p:txEl>
                                          </p:spTgt>
                                        </p:tgtEl>
                                        <p:attrNameLst>
                                          <p:attrName>fillcolor</p:attrName>
                                        </p:attrNameLst>
                                      </p:cBhvr>
                                      <p:to>
                                        <a:srgbClr val="96CDF8"/>
                                      </p:to>
                                    </p:animClr>
                                    <p:set>
                                      <p:cBhvr>
                                        <p:cTn id="42" dur="500" fill="hold"/>
                                        <p:tgtEl>
                                          <p:spTgt spid="2">
                                            <p:txEl>
                                              <p:pRg st="0" end="0"/>
                                            </p:txEl>
                                          </p:spTgt>
                                        </p:tgtEl>
                                        <p:attrNameLst>
                                          <p:attrName>fill.type</p:attrName>
                                        </p:attrNameLst>
                                      </p:cBhvr>
                                      <p:to>
                                        <p:strVal val="solid"/>
                                      </p:to>
                                    </p:set>
                                    <p:set>
                                      <p:cBhvr>
                                        <p:cTn id="43" dur="500" fill="hold"/>
                                        <p:tgtEl>
                                          <p:spTgt spid="2">
                                            <p:txEl>
                                              <p:pRg st="0" end="0"/>
                                            </p:txEl>
                                          </p:spTgt>
                                        </p:tgtEl>
                                        <p:attrNameLst>
                                          <p:attrName>fill.on</p:attrName>
                                        </p:attrNameLst>
                                      </p:cBhvr>
                                      <p:to>
                                        <p:strVal val="tru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
                                            <p:txEl>
                                              <p:pRg st="2" end="2"/>
                                            </p:txEl>
                                          </p:spTgt>
                                        </p:tgtEl>
                                        <p:attrNameLst>
                                          <p:attrName>style.visibility</p:attrName>
                                        </p:attrNameLst>
                                      </p:cBhvr>
                                      <p:to>
                                        <p:strVal val="visible"/>
                                      </p:to>
                                    </p:set>
                                    <p:animEffect transition="in" filter="fade">
                                      <p:cBhvr>
                                        <p:cTn id="48" dur="500"/>
                                        <p:tgtEl>
                                          <p:spTgt spid="2">
                                            <p:txEl>
                                              <p:pRg st="2" end="2"/>
                                            </p:txEl>
                                          </p:spTgt>
                                        </p:tgtEl>
                                      </p:cBhvr>
                                    </p:animEffect>
                                  </p:childTnLst>
                                </p:cTn>
                              </p:par>
                              <p:par>
                                <p:cTn id="49" presetID="19" presetClass="emph" presetSubtype="0" fill="hold" nodeType="withEffect">
                                  <p:stCondLst>
                                    <p:cond delay="0"/>
                                  </p:stCondLst>
                                  <p:childTnLst>
                                    <p:animClr clrSpc="rgb" dir="cw">
                                      <p:cBhvr override="childStyle">
                                        <p:cTn id="50" dur="500" fill="hold"/>
                                        <p:tgtEl>
                                          <p:spTgt spid="2">
                                            <p:txEl>
                                              <p:pRg st="1" end="1"/>
                                            </p:txEl>
                                          </p:spTgt>
                                        </p:tgtEl>
                                        <p:attrNameLst>
                                          <p:attrName>style.color</p:attrName>
                                        </p:attrNameLst>
                                      </p:cBhvr>
                                      <p:to>
                                        <a:srgbClr val="96CDF8"/>
                                      </p:to>
                                    </p:animClr>
                                    <p:animClr clrSpc="rgb" dir="cw">
                                      <p:cBhvr>
                                        <p:cTn id="51" dur="500" fill="hold"/>
                                        <p:tgtEl>
                                          <p:spTgt spid="2">
                                            <p:txEl>
                                              <p:pRg st="1" end="1"/>
                                            </p:txEl>
                                          </p:spTgt>
                                        </p:tgtEl>
                                        <p:attrNameLst>
                                          <p:attrName>fillcolor</p:attrName>
                                        </p:attrNameLst>
                                      </p:cBhvr>
                                      <p:to>
                                        <a:srgbClr val="96CDF8"/>
                                      </p:to>
                                    </p:animClr>
                                    <p:set>
                                      <p:cBhvr>
                                        <p:cTn id="52" dur="500" fill="hold"/>
                                        <p:tgtEl>
                                          <p:spTgt spid="2">
                                            <p:txEl>
                                              <p:pRg st="1" end="1"/>
                                            </p:txEl>
                                          </p:spTgt>
                                        </p:tgtEl>
                                        <p:attrNameLst>
                                          <p:attrName>fill.type</p:attrName>
                                        </p:attrNameLst>
                                      </p:cBhvr>
                                      <p:to>
                                        <p:strVal val="solid"/>
                                      </p:to>
                                    </p:set>
                                    <p:set>
                                      <p:cBhvr>
                                        <p:cTn id="53" dur="500" fill="hold"/>
                                        <p:tgtEl>
                                          <p:spTgt spid="2">
                                            <p:txEl>
                                              <p:pRg st="1" end="1"/>
                                            </p:txEl>
                                          </p:spTgt>
                                        </p:tgtEl>
                                        <p:attrNameLst>
                                          <p:attrName>fill.on</p:attrName>
                                        </p:attrNameLst>
                                      </p:cBhvr>
                                      <p:to>
                                        <p:strVal val="true"/>
                                      </p:to>
                                    </p:se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0" nodeType="clickEffect">
                                  <p:stCondLst>
                                    <p:cond delay="0"/>
                                  </p:stCondLst>
                                  <p:childTnLst>
                                    <p:animEffect transition="out" filter="fade">
                                      <p:cBhvr>
                                        <p:cTn id="57" dur="500"/>
                                        <p:tgtEl>
                                          <p:spTgt spid="2">
                                            <p:txEl>
                                              <p:pRg st="0" end="0"/>
                                            </p:txEl>
                                          </p:spTgt>
                                        </p:tgtEl>
                                      </p:cBhvr>
                                    </p:animEffect>
                                    <p:set>
                                      <p:cBhvr>
                                        <p:cTn id="58" dur="1" fill="hold">
                                          <p:stCondLst>
                                            <p:cond delay="499"/>
                                          </p:stCondLst>
                                        </p:cTn>
                                        <p:tgtEl>
                                          <p:spTgt spid="2">
                                            <p:txEl>
                                              <p:pRg st="0" end="0"/>
                                            </p:txEl>
                                          </p:spTgt>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60" dur="500"/>
                                        <p:tgtEl>
                                          <p:spTgt spid="2">
                                            <p:txEl>
                                              <p:pRg st="1" end="1"/>
                                            </p:txEl>
                                          </p:spTgt>
                                        </p:tgtEl>
                                      </p:cBhvr>
                                    </p:animEffect>
                                    <p:set>
                                      <p:cBhvr>
                                        <p:cTn id="61" dur="1" fill="hold">
                                          <p:stCondLst>
                                            <p:cond delay="499"/>
                                          </p:stCondLst>
                                        </p:cTn>
                                        <p:tgtEl>
                                          <p:spTgt spid="2">
                                            <p:txEl>
                                              <p:pRg st="1" end="1"/>
                                            </p:txEl>
                                          </p:spTgt>
                                        </p:tgtEl>
                                        <p:attrNameLst>
                                          <p:attrName>style.visibility</p:attrName>
                                        </p:attrNameLst>
                                      </p:cBhvr>
                                      <p:to>
                                        <p:strVal val="hidden"/>
                                      </p:to>
                                    </p:set>
                                  </p:childTnLst>
                                </p:cTn>
                              </p:par>
                              <p:par>
                                <p:cTn id="62" presetID="10" presetClass="exit" presetSubtype="0" fill="hold" grpId="0" nodeType="withEffect">
                                  <p:stCondLst>
                                    <p:cond delay="0"/>
                                  </p:stCondLst>
                                  <p:childTnLst>
                                    <p:animEffect transition="out" filter="fade">
                                      <p:cBhvr>
                                        <p:cTn id="63" dur="500"/>
                                        <p:tgtEl>
                                          <p:spTgt spid="2">
                                            <p:txEl>
                                              <p:pRg st="2" end="2"/>
                                            </p:txEl>
                                          </p:spTgt>
                                        </p:tgtEl>
                                      </p:cBhvr>
                                    </p:animEffect>
                                    <p:set>
                                      <p:cBhvr>
                                        <p:cTn id="64" dur="1" fill="hold">
                                          <p:stCondLst>
                                            <p:cond delay="499"/>
                                          </p:stCondLst>
                                        </p:cTn>
                                        <p:tgtEl>
                                          <p:spTgt spid="2">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P spid="2"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392582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353601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3AD98184-E8E6-0DB2-6C4B-E69598E7907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557364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Let go, Let grow</a:t>
            </a: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500"/>
                                        <p:tgtEl>
                                          <p:spTgt spid="4">
                                            <p:txEl>
                                              <p:pRg st="0" end="0"/>
                                            </p:txEl>
                                          </p:spTgt>
                                        </p:tgtEl>
                                      </p:cBhvr>
                                    </p:animEffect>
                                    <p:set>
                                      <p:cBhvr>
                                        <p:cTn id="46" dur="1" fill="hold">
                                          <p:stCondLst>
                                            <p:cond delay="499"/>
                                          </p:stCondLst>
                                        </p:cTn>
                                        <p:tgtEl>
                                          <p:spTgt spid="4">
                                            <p:txEl>
                                              <p:pRg st="0" end="0"/>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4">
                                            <p:txEl>
                                              <p:pRg st="1" end="1"/>
                                            </p:txEl>
                                          </p:spTgt>
                                        </p:tgtEl>
                                      </p:cBhvr>
                                    </p:animEffect>
                                    <p:set>
                                      <p:cBhvr>
                                        <p:cTn id="49" dur="1" fill="hold">
                                          <p:stCondLst>
                                            <p:cond delay="499"/>
                                          </p:stCondLst>
                                        </p:cTn>
                                        <p:tgtEl>
                                          <p:spTgt spid="4">
                                            <p:txEl>
                                              <p:pRg st="1" end="1"/>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4">
                                            <p:txEl>
                                              <p:pRg st="2" end="2"/>
                                            </p:txEl>
                                          </p:spTgt>
                                        </p:tgtEl>
                                      </p:cBhvr>
                                    </p:animEffect>
                                    <p:set>
                                      <p:cBhvr>
                                        <p:cTn id="52" dur="1" fill="hold">
                                          <p:stCondLst>
                                            <p:cond delay="499"/>
                                          </p:stCondLst>
                                        </p:cTn>
                                        <p:tgtEl>
                                          <p:spTgt spid="4">
                                            <p:txEl>
                                              <p:pRg st="2" end="2"/>
                                            </p:txEl>
                                          </p:spTgt>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2.29167E-6 0.12431 L -2.29167E-6 -0.37338 " pathEditMode="relative" rAng="0" ptsTypes="AA">
                                      <p:cBhvr>
                                        <p:cTn id="54" dur="2000" fill="hold"/>
                                        <p:tgtEl>
                                          <p:spTgt spid="2"/>
                                        </p:tgtEl>
                                        <p:attrNameLst>
                                          <p:attrName>ppt_x</p:attrName>
                                          <p:attrName>ppt_y</p:attrName>
                                        </p:attrNameLst>
                                      </p:cBhvr>
                                      <p:rCtr x="0" y="-24884"/>
                                    </p:animMotion>
                                  </p:childTnLst>
                                </p:cTn>
                              </p:par>
                              <p:par>
                                <p:cTn id="55" presetID="22" presetClass="exit" presetSubtype="4" fill="hold" nodeType="withEffect">
                                  <p:stCondLst>
                                    <p:cond delay="200"/>
                                  </p:stCondLst>
                                  <p:childTnLst>
                                    <p:animEffect transition="out" filter="wipe(down)">
                                      <p:cBhvr>
                                        <p:cTn id="56" dur="300"/>
                                        <p:tgtEl>
                                          <p:spTgt spid="6">
                                            <p:txEl>
                                              <p:pRg st="5" end="5"/>
                                            </p:txEl>
                                          </p:spTgt>
                                        </p:tgtEl>
                                      </p:cBhvr>
                                    </p:animEffect>
                                    <p:set>
                                      <p:cBhvr>
                                        <p:cTn id="57" dur="1" fill="hold">
                                          <p:stCondLst>
                                            <p:cond delay="299"/>
                                          </p:stCondLst>
                                        </p:cTn>
                                        <p:tgtEl>
                                          <p:spTgt spid="6">
                                            <p:txEl>
                                              <p:pRg st="5" end="5"/>
                                            </p:txEl>
                                          </p:spTgt>
                                        </p:tgtEl>
                                        <p:attrNameLst>
                                          <p:attrName>style.visibility</p:attrName>
                                        </p:attrNameLst>
                                      </p:cBhvr>
                                      <p:to>
                                        <p:strVal val="hidden"/>
                                      </p:to>
                                    </p:set>
                                  </p:childTnLst>
                                </p:cTn>
                              </p:par>
                              <p:par>
                                <p:cTn id="58" presetID="22" presetClass="exit" presetSubtype="4" fill="hold" nodeType="withEffect">
                                  <p:stCondLst>
                                    <p:cond delay="500"/>
                                  </p:stCondLst>
                                  <p:childTnLst>
                                    <p:animEffect transition="out" filter="wipe(down)">
                                      <p:cBhvr>
                                        <p:cTn id="59" dur="300"/>
                                        <p:tgtEl>
                                          <p:spTgt spid="6">
                                            <p:txEl>
                                              <p:pRg st="4" end="4"/>
                                            </p:txEl>
                                          </p:spTgt>
                                        </p:tgtEl>
                                      </p:cBhvr>
                                    </p:animEffect>
                                    <p:set>
                                      <p:cBhvr>
                                        <p:cTn id="60" dur="1" fill="hold">
                                          <p:stCondLst>
                                            <p:cond delay="299"/>
                                          </p:stCondLst>
                                        </p:cTn>
                                        <p:tgtEl>
                                          <p:spTgt spid="6">
                                            <p:txEl>
                                              <p:pRg st="4" end="4"/>
                                            </p:txEl>
                                          </p:spTgt>
                                        </p:tgtEl>
                                        <p:attrNameLst>
                                          <p:attrName>style.visibility</p:attrName>
                                        </p:attrNameLst>
                                      </p:cBhvr>
                                      <p:to>
                                        <p:strVal val="hidden"/>
                                      </p:to>
                                    </p:set>
                                  </p:childTnLst>
                                </p:cTn>
                              </p:par>
                              <p:par>
                                <p:cTn id="61" presetID="22" presetClass="exit" presetSubtype="4" fill="hold" nodeType="withEffect">
                                  <p:stCondLst>
                                    <p:cond delay="800"/>
                                  </p:stCondLst>
                                  <p:childTnLst>
                                    <p:animEffect transition="out" filter="wipe(down)">
                                      <p:cBhvr>
                                        <p:cTn id="62" dur="300"/>
                                        <p:tgtEl>
                                          <p:spTgt spid="6">
                                            <p:txEl>
                                              <p:pRg st="3" end="3"/>
                                            </p:txEl>
                                          </p:spTgt>
                                        </p:tgtEl>
                                      </p:cBhvr>
                                    </p:animEffect>
                                    <p:set>
                                      <p:cBhvr>
                                        <p:cTn id="63" dur="1" fill="hold">
                                          <p:stCondLst>
                                            <p:cond delay="299"/>
                                          </p:stCondLst>
                                        </p:cTn>
                                        <p:tgtEl>
                                          <p:spTgt spid="6">
                                            <p:txEl>
                                              <p:pRg st="3" end="3"/>
                                            </p:txEl>
                                          </p:spTgt>
                                        </p:tgtEl>
                                        <p:attrNameLst>
                                          <p:attrName>style.visibility</p:attrName>
                                        </p:attrNameLst>
                                      </p:cBhvr>
                                      <p:to>
                                        <p:strVal val="hidden"/>
                                      </p:to>
                                    </p:set>
                                  </p:childTnLst>
                                </p:cTn>
                              </p:par>
                              <p:par>
                                <p:cTn id="64" presetID="22" presetClass="exit" presetSubtype="4" fill="hold" nodeType="withEffect">
                                  <p:stCondLst>
                                    <p:cond delay="1100"/>
                                  </p:stCondLst>
                                  <p:childTnLst>
                                    <p:animEffect transition="out" filter="wipe(down)">
                                      <p:cBhvr>
                                        <p:cTn id="65" dur="300"/>
                                        <p:tgtEl>
                                          <p:spTgt spid="6">
                                            <p:txEl>
                                              <p:pRg st="2" end="2"/>
                                            </p:txEl>
                                          </p:spTgt>
                                        </p:tgtEl>
                                      </p:cBhvr>
                                    </p:animEffect>
                                    <p:set>
                                      <p:cBhvr>
                                        <p:cTn id="66" dur="1" fill="hold">
                                          <p:stCondLst>
                                            <p:cond delay="299"/>
                                          </p:stCondLst>
                                        </p:cTn>
                                        <p:tgtEl>
                                          <p:spTgt spid="6">
                                            <p:txEl>
                                              <p:pRg st="2" end="2"/>
                                            </p:txEl>
                                          </p:spTgt>
                                        </p:tgtEl>
                                        <p:attrNameLst>
                                          <p:attrName>style.visibility</p:attrName>
                                        </p:attrNameLst>
                                      </p:cBhvr>
                                      <p:to>
                                        <p:strVal val="hidden"/>
                                      </p:to>
                                    </p:set>
                                  </p:childTnLst>
                                </p:cTn>
                              </p:par>
                              <p:par>
                                <p:cTn id="67" presetID="22" presetClass="exit" presetSubtype="4" fill="hold" nodeType="withEffect">
                                  <p:stCondLst>
                                    <p:cond delay="1300"/>
                                  </p:stCondLst>
                                  <p:childTnLst>
                                    <p:animEffect transition="out" filter="wipe(down)">
                                      <p:cBhvr>
                                        <p:cTn id="68" dur="300"/>
                                        <p:tgtEl>
                                          <p:spTgt spid="6">
                                            <p:txEl>
                                              <p:pRg st="1" end="1"/>
                                            </p:txEl>
                                          </p:spTgt>
                                        </p:tgtEl>
                                      </p:cBhvr>
                                    </p:animEffect>
                                    <p:set>
                                      <p:cBhvr>
                                        <p:cTn id="69" dur="1" fill="hold">
                                          <p:stCondLst>
                                            <p:cond delay="299"/>
                                          </p:stCondLst>
                                        </p:cTn>
                                        <p:tgtEl>
                                          <p:spTgt spid="6">
                                            <p:txEl>
                                              <p:pRg st="1" end="1"/>
                                            </p:txEl>
                                          </p:spTgt>
                                        </p:tgtEl>
                                        <p:attrNameLst>
                                          <p:attrName>style.visibility</p:attrName>
                                        </p:attrNameLst>
                                      </p:cBhvr>
                                      <p:to>
                                        <p:strVal val="hidden"/>
                                      </p:to>
                                    </p:set>
                                  </p:childTnLst>
                                </p:cTn>
                              </p:par>
                              <p:par>
                                <p:cTn id="70" presetID="2" presetClass="entr" presetSubtype="4" decel="100000" fill="hold" nodeType="withEffect">
                                  <p:stCondLst>
                                    <p:cond delay="500"/>
                                  </p:stCondLst>
                                  <p:childTnLst>
                                    <p:set>
                                      <p:cBhvr>
                                        <p:cTn id="71" dur="1" fill="hold">
                                          <p:stCondLst>
                                            <p:cond delay="0"/>
                                          </p:stCondLst>
                                        </p:cTn>
                                        <p:tgtEl>
                                          <p:spTgt spid="18">
                                            <p:txEl>
                                              <p:pRg st="1" end="1"/>
                                            </p:txEl>
                                          </p:spTgt>
                                        </p:tgtEl>
                                        <p:attrNameLst>
                                          <p:attrName>style.visibility</p:attrName>
                                        </p:attrNameLst>
                                      </p:cBhvr>
                                      <p:to>
                                        <p:strVal val="visible"/>
                                      </p:to>
                                    </p:set>
                                    <p:anim calcmode="lin" valueType="num">
                                      <p:cBhvr additive="base">
                                        <p:cTn id="7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7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74" presetID="2" presetClass="entr" presetSubtype="4" decel="100000" fill="hold" nodeType="withEffect">
                                  <p:stCondLst>
                                    <p:cond delay="500"/>
                                  </p:stCondLst>
                                  <p:childTnLst>
                                    <p:set>
                                      <p:cBhvr>
                                        <p:cTn id="75" dur="1" fill="hold">
                                          <p:stCondLst>
                                            <p:cond delay="0"/>
                                          </p:stCondLst>
                                        </p:cTn>
                                        <p:tgtEl>
                                          <p:spTgt spid="18">
                                            <p:txEl>
                                              <p:pRg st="2" end="2"/>
                                            </p:txEl>
                                          </p:spTgt>
                                        </p:tgtEl>
                                        <p:attrNameLst>
                                          <p:attrName>style.visibility</p:attrName>
                                        </p:attrNameLst>
                                      </p:cBhvr>
                                      <p:to>
                                        <p:strVal val="visible"/>
                                      </p:to>
                                    </p:set>
                                    <p:anim calcmode="lin" valueType="num">
                                      <p:cBhvr additive="base">
                                        <p:cTn id="7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7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78" presetID="1" presetClass="exit" presetSubtype="0" fill="hold" nodeType="withEffect">
                                  <p:stCondLst>
                                    <p:cond delay="700"/>
                                  </p:stCondLst>
                                  <p:childTnLst>
                                    <p:set>
                                      <p:cBhvr>
                                        <p:cTn id="79" dur="1" fill="hold">
                                          <p:stCondLst>
                                            <p:cond delay="0"/>
                                          </p:stCondLst>
                                        </p:cTn>
                                        <p:tgtEl>
                                          <p:spTgt spid="6">
                                            <p:txEl>
                                              <p:pRg st="6" end="6"/>
                                            </p:txEl>
                                          </p:spTgt>
                                        </p:tgtEl>
                                        <p:attrNameLst>
                                          <p:attrName>style.visibility</p:attrName>
                                        </p:attrNameLst>
                                      </p:cBhvr>
                                      <p:to>
                                        <p:strVal val="hidden"/>
                                      </p:to>
                                    </p:set>
                                  </p:childTnLst>
                                </p:cTn>
                              </p:par>
                              <p:par>
                                <p:cTn id="80" presetID="1" presetClass="entr" presetSubtype="0" fill="hold" nodeType="withEffect">
                                  <p:stCondLst>
                                    <p:cond delay="700"/>
                                  </p:stCondLst>
                                  <p:childTnLst>
                                    <p:set>
                                      <p:cBhvr>
                                        <p:cTn id="81" dur="1" fill="hold">
                                          <p:stCondLst>
                                            <p:cond delay="0"/>
                                          </p:stCondLst>
                                        </p:cTn>
                                        <p:tgtEl>
                                          <p:spTgt spid="18">
                                            <p:txEl>
                                              <p:pRg st="1" end="1"/>
                                            </p:txEl>
                                          </p:spTgt>
                                        </p:tgtEl>
                                        <p:attrNameLst>
                                          <p:attrName>style.visibility</p:attrName>
                                        </p:attrNameLst>
                                      </p:cBhvr>
                                      <p:to>
                                        <p:strVal val="visible"/>
                                      </p:to>
                                    </p:set>
                                  </p:childTnLst>
                                </p:cTn>
                              </p:par>
                              <p:par>
                                <p:cTn id="82" presetID="19" presetClass="emph" presetSubtype="0" fill="hold" nodeType="withEffect">
                                  <p:stCondLst>
                                    <p:cond delay="700"/>
                                  </p:stCondLst>
                                  <p:childTnLst>
                                    <p:animClr clrSpc="rgb" dir="cw">
                                      <p:cBhvr override="childStyle">
                                        <p:cTn id="83" dur="1500" fill="hold"/>
                                        <p:tgtEl>
                                          <p:spTgt spid="18">
                                            <p:txEl>
                                              <p:pRg st="1" end="1"/>
                                            </p:txEl>
                                          </p:spTgt>
                                        </p:tgtEl>
                                        <p:attrNameLst>
                                          <p:attrName>style.color</p:attrName>
                                        </p:attrNameLst>
                                      </p:cBhvr>
                                      <p:to>
                                        <a:schemeClr val="accent2"/>
                                      </p:to>
                                    </p:animClr>
                                    <p:animClr clrSpc="rgb" dir="cw">
                                      <p:cBhvr>
                                        <p:cTn id="84" dur="1500" fill="hold"/>
                                        <p:tgtEl>
                                          <p:spTgt spid="18">
                                            <p:txEl>
                                              <p:pRg st="1" end="1"/>
                                            </p:txEl>
                                          </p:spTgt>
                                        </p:tgtEl>
                                        <p:attrNameLst>
                                          <p:attrName>fillcolor</p:attrName>
                                        </p:attrNameLst>
                                      </p:cBhvr>
                                      <p:to>
                                        <a:schemeClr val="accent2"/>
                                      </p:to>
                                    </p:animClr>
                                    <p:set>
                                      <p:cBhvr>
                                        <p:cTn id="85" dur="1500" fill="hold"/>
                                        <p:tgtEl>
                                          <p:spTgt spid="18">
                                            <p:txEl>
                                              <p:pRg st="1" end="1"/>
                                            </p:txEl>
                                          </p:spTgt>
                                        </p:tgtEl>
                                        <p:attrNameLst>
                                          <p:attrName>fill.type</p:attrName>
                                        </p:attrNameLst>
                                      </p:cBhvr>
                                      <p:to>
                                        <p:strVal val="solid"/>
                                      </p:to>
                                    </p:set>
                                    <p:set>
                                      <p:cBhvr>
                                        <p:cTn id="86" dur="1500" fill="hold"/>
                                        <p:tgtEl>
                                          <p:spTgt spid="18">
                                            <p:txEl>
                                              <p:pRg st="1" end="1"/>
                                            </p:txEl>
                                          </p:spTgt>
                                        </p:tgtEl>
                                        <p:attrNameLst>
                                          <p:attrName>fill.on</p:attrName>
                                        </p:attrNameLst>
                                      </p:cBhvr>
                                      <p:to>
                                        <p:strVal val="true"/>
                                      </p:to>
                                    </p:set>
                                  </p:childTnLst>
                                </p:cTn>
                              </p:par>
                              <p:par>
                                <p:cTn id="87" presetID="19" presetClass="emph" presetSubtype="0" fill="hold" nodeType="withEffect">
                                  <p:stCondLst>
                                    <p:cond delay="700"/>
                                  </p:stCondLst>
                                  <p:childTnLst>
                                    <p:animClr clrSpc="rgb" dir="cw">
                                      <p:cBhvr override="childStyle">
                                        <p:cTn id="88" dur="800" fill="hold"/>
                                        <p:tgtEl>
                                          <p:spTgt spid="6">
                                            <p:txEl>
                                              <p:pRg st="0" end="0"/>
                                            </p:txEl>
                                          </p:spTgt>
                                        </p:tgtEl>
                                        <p:attrNameLst>
                                          <p:attrName>style.color</p:attrName>
                                        </p:attrNameLst>
                                      </p:cBhvr>
                                      <p:to>
                                        <a:srgbClr val="96CDF8"/>
                                      </p:to>
                                    </p:animClr>
                                    <p:animClr clrSpc="rgb" dir="cw">
                                      <p:cBhvr>
                                        <p:cTn id="89" dur="800" fill="hold"/>
                                        <p:tgtEl>
                                          <p:spTgt spid="6">
                                            <p:txEl>
                                              <p:pRg st="0" end="0"/>
                                            </p:txEl>
                                          </p:spTgt>
                                        </p:tgtEl>
                                        <p:attrNameLst>
                                          <p:attrName>fillcolor</p:attrName>
                                        </p:attrNameLst>
                                      </p:cBhvr>
                                      <p:to>
                                        <a:srgbClr val="96CDF8"/>
                                      </p:to>
                                    </p:animClr>
                                    <p:set>
                                      <p:cBhvr>
                                        <p:cTn id="90" dur="800" fill="hold"/>
                                        <p:tgtEl>
                                          <p:spTgt spid="6">
                                            <p:txEl>
                                              <p:pRg st="0" end="0"/>
                                            </p:txEl>
                                          </p:spTgt>
                                        </p:tgtEl>
                                        <p:attrNameLst>
                                          <p:attrName>fill.type</p:attrName>
                                        </p:attrNameLst>
                                      </p:cBhvr>
                                      <p:to>
                                        <p:strVal val="solid"/>
                                      </p:to>
                                    </p:set>
                                    <p:set>
                                      <p:cBhvr>
                                        <p:cTn id="9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3">
                                            <p:txEl>
                                              <p:pRg st="0" end="0"/>
                                            </p:txEl>
                                          </p:spTgt>
                                        </p:tgtEl>
                                        <p:attrNameLst>
                                          <p:attrName>style.color</p:attrName>
                                        </p:attrNameLst>
                                      </p:cBhvr>
                                      <p:to>
                                        <a:srgbClr val="96CDF8"/>
                                      </p:to>
                                    </p:animClr>
                                    <p:animClr clrSpc="rgb" dir="cw">
                                      <p:cBhvr>
                                        <p:cTn id="15" dur="500" fill="hold"/>
                                        <p:tgtEl>
                                          <p:spTgt spid="13">
                                            <p:txEl>
                                              <p:pRg st="0" end="0"/>
                                            </p:txEl>
                                          </p:spTgt>
                                        </p:tgtEl>
                                        <p:attrNameLst>
                                          <p:attrName>fillcolor</p:attrName>
                                        </p:attrNameLst>
                                      </p:cBhvr>
                                      <p:to>
                                        <a:srgbClr val="96CDF8"/>
                                      </p:to>
                                    </p:animClr>
                                    <p:set>
                                      <p:cBhvr>
                                        <p:cTn id="16" dur="500" fill="hold"/>
                                        <p:tgtEl>
                                          <p:spTgt spid="13">
                                            <p:txEl>
                                              <p:pRg st="0" end="0"/>
                                            </p:txEl>
                                          </p:spTgt>
                                        </p:tgtEl>
                                        <p:attrNameLst>
                                          <p:attrName>fill.type</p:attrName>
                                        </p:attrNameLst>
                                      </p:cBhvr>
                                      <p:to>
                                        <p:strVal val="solid"/>
                                      </p:to>
                                    </p:set>
                                    <p:set>
                                      <p:cBhvr>
                                        <p:cTn id="17" dur="500" fill="hold"/>
                                        <p:tgtEl>
                                          <p:spTgt spid="13">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2" end="2"/>
                                            </p:txEl>
                                          </p:spTgt>
                                        </p:tgtEl>
                                        <p:attrNameLst>
                                          <p:attrName>style.visibility</p:attrName>
                                        </p:attrNameLst>
                                      </p:cBhvr>
                                      <p:to>
                                        <p:strVal val="visible"/>
                                      </p:to>
                                    </p:set>
                                    <p:animEffect transition="in" filter="fade">
                                      <p:cBhvr>
                                        <p:cTn id="22" dur="500"/>
                                        <p:tgtEl>
                                          <p:spTgt spid="13">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3">
                                            <p:txEl>
                                              <p:pRg st="1" end="1"/>
                                            </p:txEl>
                                          </p:spTgt>
                                        </p:tgtEl>
                                        <p:attrNameLst>
                                          <p:attrName>style.color</p:attrName>
                                        </p:attrNameLst>
                                      </p:cBhvr>
                                      <p:to>
                                        <a:srgbClr val="96CDF8"/>
                                      </p:to>
                                    </p:animClr>
                                    <p:animClr clrSpc="rgb" dir="cw">
                                      <p:cBhvr>
                                        <p:cTn id="25" dur="500" fill="hold"/>
                                        <p:tgtEl>
                                          <p:spTgt spid="13">
                                            <p:txEl>
                                              <p:pRg st="1" end="1"/>
                                            </p:txEl>
                                          </p:spTgt>
                                        </p:tgtEl>
                                        <p:attrNameLst>
                                          <p:attrName>fillcolor</p:attrName>
                                        </p:attrNameLst>
                                      </p:cBhvr>
                                      <p:to>
                                        <a:srgbClr val="96CDF8"/>
                                      </p:to>
                                    </p:animClr>
                                    <p:set>
                                      <p:cBhvr>
                                        <p:cTn id="26" dur="500" fill="hold"/>
                                        <p:tgtEl>
                                          <p:spTgt spid="13">
                                            <p:txEl>
                                              <p:pRg st="1" end="1"/>
                                            </p:txEl>
                                          </p:spTgt>
                                        </p:tgtEl>
                                        <p:attrNameLst>
                                          <p:attrName>fill.type</p:attrName>
                                        </p:attrNameLst>
                                      </p:cBhvr>
                                      <p:to>
                                        <p:strVal val="solid"/>
                                      </p:to>
                                    </p:set>
                                    <p:set>
                                      <p:cBhvr>
                                        <p:cTn id="27" dur="500" fill="hold"/>
                                        <p:tgtEl>
                                          <p:spTgt spid="13">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0" nodeType="clickEffect">
                                  <p:stCondLst>
                                    <p:cond delay="0"/>
                                  </p:stCondLst>
                                  <p:childTnLst>
                                    <p:animEffect transition="out" filter="fade">
                                      <p:cBhvr>
                                        <p:cTn id="31" dur="500"/>
                                        <p:tgtEl>
                                          <p:spTgt spid="13">
                                            <p:txEl>
                                              <p:pRg st="0" end="0"/>
                                            </p:txEl>
                                          </p:spTgt>
                                        </p:tgtEl>
                                      </p:cBhvr>
                                    </p:animEffect>
                                    <p:set>
                                      <p:cBhvr>
                                        <p:cTn id="32" dur="1" fill="hold">
                                          <p:stCondLst>
                                            <p:cond delay="499"/>
                                          </p:stCondLst>
                                        </p:cTn>
                                        <p:tgtEl>
                                          <p:spTgt spid="13">
                                            <p:txEl>
                                              <p:pRg st="0" end="0"/>
                                            </p:txEl>
                                          </p:spTgt>
                                        </p:tgtEl>
                                        <p:attrNameLst>
                                          <p:attrName>style.visibility</p:attrName>
                                        </p:attrNameLst>
                                      </p:cBhvr>
                                      <p:to>
                                        <p:strVal val="hidden"/>
                                      </p:to>
                                    </p:set>
                                  </p:childTnLst>
                                </p:cTn>
                              </p:par>
                              <p:par>
                                <p:cTn id="33" presetID="10" presetClass="exit" presetSubtype="0" fill="hold" grpId="0" nodeType="withEffect">
                                  <p:stCondLst>
                                    <p:cond delay="0"/>
                                  </p:stCondLst>
                                  <p:childTnLst>
                                    <p:animEffect transition="out" filter="fade">
                                      <p:cBhvr>
                                        <p:cTn id="34" dur="500"/>
                                        <p:tgtEl>
                                          <p:spTgt spid="13">
                                            <p:txEl>
                                              <p:pRg st="1" end="1"/>
                                            </p:txEl>
                                          </p:spTgt>
                                        </p:tgtEl>
                                      </p:cBhvr>
                                    </p:animEffect>
                                    <p:set>
                                      <p:cBhvr>
                                        <p:cTn id="35" dur="1" fill="hold">
                                          <p:stCondLst>
                                            <p:cond delay="499"/>
                                          </p:stCondLst>
                                        </p:cTn>
                                        <p:tgtEl>
                                          <p:spTgt spid="13">
                                            <p:txEl>
                                              <p:pRg st="1" end="1"/>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3">
                                            <p:txEl>
                                              <p:pRg st="2" end="2"/>
                                            </p:txEl>
                                          </p:spTgt>
                                        </p:tgtEl>
                                      </p:cBhvr>
                                    </p:animEffect>
                                    <p:set>
                                      <p:cBhvr>
                                        <p:cTn id="38" dur="1" fill="hold">
                                          <p:stCondLst>
                                            <p:cond delay="499"/>
                                          </p:stCondLst>
                                        </p:cTn>
                                        <p:tgtEl>
                                          <p:spTgt spid="13">
                                            <p:txEl>
                                              <p:pRg st="2" end="2"/>
                                            </p:txEl>
                                          </p:spTgt>
                                        </p:tgtEl>
                                        <p:attrNameLst>
                                          <p:attrName>style.visibility</p:attrName>
                                        </p:attrNameLst>
                                      </p:cBhvr>
                                      <p:to>
                                        <p:strVal val="hidden"/>
                                      </p:to>
                                    </p:set>
                                  </p:childTnLst>
                                </p:cTn>
                              </p:par>
                              <p:par>
                                <p:cTn id="39" presetID="42" presetClass="path" presetSubtype="0" accel="50000" decel="50000" fill="hold" nodeType="withEffect">
                                  <p:stCondLst>
                                    <p:cond delay="0"/>
                                  </p:stCondLst>
                                  <p:childTnLst>
                                    <p:animMotion origin="layout" path="M -1.04167E-6 4.07407E-6 L -1.04167E-6 0.49791 " pathEditMode="relative" rAng="0" ptsTypes="AA">
                                      <p:cBhvr>
                                        <p:cTn id="40" dur="2000" fill="hold"/>
                                        <p:tgtEl>
                                          <p:spTgt spid="4">
                                            <p:txEl>
                                              <p:pRg st="2" end="2"/>
                                            </p:txEl>
                                          </p:spTgt>
                                        </p:tgtEl>
                                        <p:attrNameLst>
                                          <p:attrName>ppt_x</p:attrName>
                                          <p:attrName>ppt_y</p:attrName>
                                        </p:attrNameLst>
                                      </p:cBhvr>
                                      <p:rCtr x="0" y="24884"/>
                                    </p:animMotion>
                                  </p:childTnLst>
                                </p:cTn>
                              </p:par>
                              <p:par>
                                <p:cTn id="41" presetID="22" presetClass="entr" presetSubtype="1" fill="hold" nodeType="withEffect">
                                  <p:stCondLst>
                                    <p:cond delay="300"/>
                                  </p:stCondLst>
                                  <p:childTnLst>
                                    <p:set>
                                      <p:cBhvr>
                                        <p:cTn id="42" dur="1" fill="hold">
                                          <p:stCondLst>
                                            <p:cond delay="0"/>
                                          </p:stCondLst>
                                        </p:cTn>
                                        <p:tgtEl>
                                          <p:spTgt spid="15">
                                            <p:txEl>
                                              <p:pRg st="2" end="2"/>
                                            </p:txEl>
                                          </p:spTgt>
                                        </p:tgtEl>
                                        <p:attrNameLst>
                                          <p:attrName>style.visibility</p:attrName>
                                        </p:attrNameLst>
                                      </p:cBhvr>
                                      <p:to>
                                        <p:strVal val="visible"/>
                                      </p:to>
                                    </p:set>
                                    <p:animEffect transition="in" filter="wipe(up)">
                                      <p:cBhvr>
                                        <p:cTn id="43" dur="500"/>
                                        <p:tgtEl>
                                          <p:spTgt spid="15">
                                            <p:txEl>
                                              <p:pRg st="2" end="2"/>
                                            </p:txEl>
                                          </p:spTgt>
                                        </p:tgtEl>
                                      </p:cBhvr>
                                    </p:animEffect>
                                  </p:childTnLst>
                                </p:cTn>
                              </p:par>
                              <p:par>
                                <p:cTn id="44" presetID="22" presetClass="entr" presetSubtype="1" fill="hold" nodeType="withEffect">
                                  <p:stCondLst>
                                    <p:cond delay="600"/>
                                  </p:stCondLst>
                                  <p:childTnLst>
                                    <p:set>
                                      <p:cBhvr>
                                        <p:cTn id="45" dur="1" fill="hold">
                                          <p:stCondLst>
                                            <p:cond delay="0"/>
                                          </p:stCondLst>
                                        </p:cTn>
                                        <p:tgtEl>
                                          <p:spTgt spid="15">
                                            <p:txEl>
                                              <p:pRg st="3" end="3"/>
                                            </p:txEl>
                                          </p:spTgt>
                                        </p:tgtEl>
                                        <p:attrNameLst>
                                          <p:attrName>style.visibility</p:attrName>
                                        </p:attrNameLst>
                                      </p:cBhvr>
                                      <p:to>
                                        <p:strVal val="visible"/>
                                      </p:to>
                                    </p:set>
                                    <p:animEffect transition="in" filter="wipe(up)">
                                      <p:cBhvr>
                                        <p:cTn id="46" dur="500"/>
                                        <p:tgtEl>
                                          <p:spTgt spid="15">
                                            <p:txEl>
                                              <p:pRg st="3" end="3"/>
                                            </p:txEl>
                                          </p:spTgt>
                                        </p:tgtEl>
                                      </p:cBhvr>
                                    </p:animEffect>
                                  </p:childTnLst>
                                </p:cTn>
                              </p:par>
                              <p:par>
                                <p:cTn id="47" presetID="1" presetClass="exit" presetSubtype="0" fill="hold" nodeType="withEffect">
                                  <p:stCondLst>
                                    <p:cond delay="0"/>
                                  </p:stCondLst>
                                  <p:childTnLst>
                                    <p:set>
                                      <p:cBhvr>
                                        <p:cTn id="48" dur="1" fill="hold">
                                          <p:stCondLst>
                                            <p:cond delay="0"/>
                                          </p:stCondLst>
                                        </p:cTn>
                                        <p:tgtEl>
                                          <p:spTgt spid="2"/>
                                        </p:tgtEl>
                                        <p:attrNameLst>
                                          <p:attrName>style.visibility</p:attrName>
                                        </p:attrNameLst>
                                      </p:cBhvr>
                                      <p:to>
                                        <p:strVal val="hidden"/>
                                      </p:to>
                                    </p:set>
                                  </p:childTnLst>
                                </p:cTn>
                              </p:par>
                              <p:par>
                                <p:cTn id="49" presetID="1" presetClass="entr"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42" presetClass="path" presetSubtype="0" accel="50000" decel="50000" fill="hold" grpId="0" nodeType="withEffect">
                                  <p:stCondLst>
                                    <p:cond delay="0"/>
                                  </p:stCondLst>
                                  <p:childTnLst>
                                    <p:animMotion origin="layout" path="M -2.29167E-6 -4.44444E-6 L -2.29167E-6 0.1213 " pathEditMode="relative" rAng="0" ptsTypes="AA">
                                      <p:cBhvr>
                                        <p:cTn id="58" dur="2000" fill="hold"/>
                                        <p:tgtEl>
                                          <p:spTgt spid="24"/>
                                        </p:tgtEl>
                                        <p:attrNameLst>
                                          <p:attrName>ppt_x</p:attrName>
                                          <p:attrName>ppt_y</p:attrName>
                                        </p:attrNameLst>
                                      </p:cBhvr>
                                      <p:rCtr x="0" y="6065"/>
                                    </p:animMotion>
                                  </p:childTnLst>
                                </p:cTn>
                              </p:par>
                              <p:par>
                                <p:cTn id="59" presetID="42" presetClass="path" presetSubtype="0" accel="50000" decel="50000" fill="hold" nodeType="withEffect">
                                  <p:stCondLst>
                                    <p:cond delay="0"/>
                                  </p:stCondLst>
                                  <p:childTnLst>
                                    <p:animMotion origin="layout" path="M -4.375E-6 1.48148E-6 L -4.375E-6 0.20648 " pathEditMode="relative" rAng="0" ptsTypes="AA">
                                      <p:cBhvr>
                                        <p:cTn id="60" dur="2000" fill="hold"/>
                                        <p:tgtEl>
                                          <p:spTgt spid="25"/>
                                        </p:tgtEl>
                                        <p:attrNameLst>
                                          <p:attrName>ppt_x</p:attrName>
                                          <p:attrName>ppt_y</p:attrName>
                                        </p:attrNameLst>
                                      </p:cBhvr>
                                      <p:rCtr x="0" y="10324"/>
                                    </p:animMotion>
                                  </p:childTnLst>
                                </p:cTn>
                              </p:par>
                              <p:par>
                                <p:cTn id="61" presetID="42" presetClass="path" presetSubtype="0" accel="50000" decel="50000" fill="hold" nodeType="withEffect">
                                  <p:stCondLst>
                                    <p:cond delay="0"/>
                                  </p:stCondLst>
                                  <p:childTnLst>
                                    <p:animMotion origin="layout" path="M -4.375E-6 1.11111E-6 L -4.375E-6 0.12153 " pathEditMode="relative" rAng="0" ptsTypes="AA">
                                      <p:cBhvr>
                                        <p:cTn id="62" dur="2000" fill="hold"/>
                                        <p:tgtEl>
                                          <p:spTgt spid="28"/>
                                        </p:tgtEl>
                                        <p:attrNameLst>
                                          <p:attrName>ppt_x</p:attrName>
                                          <p:attrName>ppt_y</p:attrName>
                                        </p:attrNameLst>
                                      </p:cBhvr>
                                      <p:rCtr x="0" y="6065"/>
                                    </p:animMotion>
                                  </p:childTnLst>
                                </p:cTn>
                              </p:par>
                              <p:par>
                                <p:cTn id="63" presetID="42" presetClass="path" presetSubtype="0" accel="50000" decel="50000" fill="hold" grpId="0" nodeType="withEffect">
                                  <p:stCondLst>
                                    <p:cond delay="0"/>
                                  </p:stCondLst>
                                  <p:childTnLst>
                                    <p:animMotion origin="layout" path="M -2.29167E-6 -2.96296E-6 L -2.29167E-6 0.20695 " pathEditMode="relative" rAng="0" ptsTypes="AA">
                                      <p:cBhvr>
                                        <p:cTn id="64" dur="2000" fill="hold"/>
                                        <p:tgtEl>
                                          <p:spTgt spid="39"/>
                                        </p:tgtEl>
                                        <p:attrNameLst>
                                          <p:attrName>ppt_x</p:attrName>
                                          <p:attrName>ppt_y</p:attrName>
                                        </p:attrNameLst>
                                      </p:cBhvr>
                                      <p:rCtr x="0" y="10347"/>
                                    </p:animMotion>
                                  </p:childTnLst>
                                </p:cTn>
                              </p:par>
                              <p:par>
                                <p:cTn id="65" presetID="22" presetClass="entr" presetSubtype="1" fill="hold" nodeType="withEffect">
                                  <p:stCondLst>
                                    <p:cond delay="800"/>
                                  </p:stCondLst>
                                  <p:childTnLst>
                                    <p:set>
                                      <p:cBhvr>
                                        <p:cTn id="66" dur="1" fill="hold">
                                          <p:stCondLst>
                                            <p:cond delay="0"/>
                                          </p:stCondLst>
                                        </p:cTn>
                                        <p:tgtEl>
                                          <p:spTgt spid="15">
                                            <p:txEl>
                                              <p:pRg st="4" end="4"/>
                                            </p:txEl>
                                          </p:spTgt>
                                        </p:tgtEl>
                                        <p:attrNameLst>
                                          <p:attrName>style.visibility</p:attrName>
                                        </p:attrNameLst>
                                      </p:cBhvr>
                                      <p:to>
                                        <p:strVal val="visible"/>
                                      </p:to>
                                    </p:set>
                                    <p:animEffect transition="in" filter="wipe(up)">
                                      <p:cBhvr>
                                        <p:cTn id="67" dur="500"/>
                                        <p:tgtEl>
                                          <p:spTgt spid="15">
                                            <p:txEl>
                                              <p:pRg st="4" end="4"/>
                                            </p:txEl>
                                          </p:spTgt>
                                        </p:tgtEl>
                                      </p:cBhvr>
                                    </p:animEffect>
                                  </p:childTnLst>
                                </p:cTn>
                              </p:par>
                              <p:par>
                                <p:cTn id="68" presetID="19" presetClass="emph" presetSubtype="0" fill="hold" nodeType="withEffect">
                                  <p:stCondLst>
                                    <p:cond delay="800"/>
                                  </p:stCondLst>
                                  <p:childTnLst>
                                    <p:animClr clrSpc="rgb" dir="cw">
                                      <p:cBhvr override="childStyle">
                                        <p:cTn id="69" dur="500" fill="hold"/>
                                        <p:tgtEl>
                                          <p:spTgt spid="15">
                                            <p:txEl>
                                              <p:pRg st="2" end="2"/>
                                            </p:txEl>
                                          </p:spTgt>
                                        </p:tgtEl>
                                        <p:attrNameLst>
                                          <p:attrName>style.color</p:attrName>
                                        </p:attrNameLst>
                                      </p:cBhvr>
                                      <p:to>
                                        <a:schemeClr val="accent2"/>
                                      </p:to>
                                    </p:animClr>
                                    <p:animClr clrSpc="rgb" dir="cw">
                                      <p:cBhvr>
                                        <p:cTn id="70" dur="500" fill="hold"/>
                                        <p:tgtEl>
                                          <p:spTgt spid="15">
                                            <p:txEl>
                                              <p:pRg st="2" end="2"/>
                                            </p:txEl>
                                          </p:spTgt>
                                        </p:tgtEl>
                                        <p:attrNameLst>
                                          <p:attrName>fillcolor</p:attrName>
                                        </p:attrNameLst>
                                      </p:cBhvr>
                                      <p:to>
                                        <a:schemeClr val="accent2"/>
                                      </p:to>
                                    </p:animClr>
                                    <p:set>
                                      <p:cBhvr>
                                        <p:cTn id="71" dur="500" fill="hold"/>
                                        <p:tgtEl>
                                          <p:spTgt spid="15">
                                            <p:txEl>
                                              <p:pRg st="2" end="2"/>
                                            </p:txEl>
                                          </p:spTgt>
                                        </p:tgtEl>
                                        <p:attrNameLst>
                                          <p:attrName>fill.type</p:attrName>
                                        </p:attrNameLst>
                                      </p:cBhvr>
                                      <p:to>
                                        <p:strVal val="solid"/>
                                      </p:to>
                                    </p:set>
                                    <p:set>
                                      <p:cBhvr>
                                        <p:cTn id="72" dur="500" fill="hold"/>
                                        <p:tgtEl>
                                          <p:spTgt spid="15">
                                            <p:txEl>
                                              <p:pRg st="2" end="2"/>
                                            </p:txEl>
                                          </p:spTgt>
                                        </p:tgtEl>
                                        <p:attrNameLst>
                                          <p:attrName>fill.on</p:attrName>
                                        </p:attrNameLst>
                                      </p:cBhvr>
                                      <p:to>
                                        <p:strVal val="true"/>
                                      </p:to>
                                    </p:set>
                                  </p:childTnLst>
                                </p:cTn>
                              </p:par>
                              <p:par>
                                <p:cTn id="73" presetID="19" presetClass="emph" presetSubtype="0" fill="hold" nodeType="withEffect">
                                  <p:stCondLst>
                                    <p:cond delay="800"/>
                                  </p:stCondLst>
                                  <p:childTnLst>
                                    <p:animClr clrSpc="rgb" dir="cw">
                                      <p:cBhvr override="childStyle">
                                        <p:cTn id="74" dur="500" fill="hold"/>
                                        <p:tgtEl>
                                          <p:spTgt spid="15">
                                            <p:txEl>
                                              <p:pRg st="3" end="3"/>
                                            </p:txEl>
                                          </p:spTgt>
                                        </p:tgtEl>
                                        <p:attrNameLst>
                                          <p:attrName>style.color</p:attrName>
                                        </p:attrNameLst>
                                      </p:cBhvr>
                                      <p:to>
                                        <a:schemeClr val="accent2"/>
                                      </p:to>
                                    </p:animClr>
                                    <p:animClr clrSpc="rgb" dir="cw">
                                      <p:cBhvr>
                                        <p:cTn id="75" dur="500" fill="hold"/>
                                        <p:tgtEl>
                                          <p:spTgt spid="15">
                                            <p:txEl>
                                              <p:pRg st="3" end="3"/>
                                            </p:txEl>
                                          </p:spTgt>
                                        </p:tgtEl>
                                        <p:attrNameLst>
                                          <p:attrName>fillcolor</p:attrName>
                                        </p:attrNameLst>
                                      </p:cBhvr>
                                      <p:to>
                                        <a:schemeClr val="accent2"/>
                                      </p:to>
                                    </p:animClr>
                                    <p:set>
                                      <p:cBhvr>
                                        <p:cTn id="76" dur="500" fill="hold"/>
                                        <p:tgtEl>
                                          <p:spTgt spid="15">
                                            <p:txEl>
                                              <p:pRg st="3" end="3"/>
                                            </p:txEl>
                                          </p:spTgt>
                                        </p:tgtEl>
                                        <p:attrNameLst>
                                          <p:attrName>fill.type</p:attrName>
                                        </p:attrNameLst>
                                      </p:cBhvr>
                                      <p:to>
                                        <p:strVal val="solid"/>
                                      </p:to>
                                    </p:set>
                                    <p:set>
                                      <p:cBhvr>
                                        <p:cTn id="77" dur="500" fill="hold"/>
                                        <p:tgtEl>
                                          <p:spTgt spid="15">
                                            <p:txEl>
                                              <p:pRg st="3" end="3"/>
                                            </p:txEl>
                                          </p:spTgt>
                                        </p:tgtEl>
                                        <p:attrNameLst>
                                          <p:attrName>fill.on</p:attrName>
                                        </p:attrNameLst>
                                      </p:cBhvr>
                                      <p:to>
                                        <p:strVal val="true"/>
                                      </p:to>
                                    </p:set>
                                  </p:childTnLst>
                                </p:cTn>
                              </p:par>
                              <p:par>
                                <p:cTn id="78" presetID="22" presetClass="entr" presetSubtype="1" fill="hold" nodeType="withEffect">
                                  <p:stCondLst>
                                    <p:cond delay="1000"/>
                                  </p:stCondLst>
                                  <p:childTnLst>
                                    <p:set>
                                      <p:cBhvr>
                                        <p:cTn id="79" dur="1" fill="hold">
                                          <p:stCondLst>
                                            <p:cond delay="0"/>
                                          </p:stCondLst>
                                        </p:cTn>
                                        <p:tgtEl>
                                          <p:spTgt spid="15">
                                            <p:txEl>
                                              <p:pRg st="5" end="5"/>
                                            </p:txEl>
                                          </p:spTgt>
                                        </p:tgtEl>
                                        <p:attrNameLst>
                                          <p:attrName>style.visibility</p:attrName>
                                        </p:attrNameLst>
                                      </p:cBhvr>
                                      <p:to>
                                        <p:strVal val="visible"/>
                                      </p:to>
                                    </p:set>
                                    <p:animEffect transition="in" filter="wipe(up)">
                                      <p:cBhvr>
                                        <p:cTn id="80" dur="500"/>
                                        <p:tgtEl>
                                          <p:spTgt spid="15">
                                            <p:txEl>
                                              <p:pRg st="5" end="5"/>
                                            </p:txEl>
                                          </p:spTgt>
                                        </p:tgtEl>
                                      </p:cBhvr>
                                    </p:animEffect>
                                  </p:childTnLst>
                                </p:cTn>
                              </p:par>
                              <p:par>
                                <p:cTn id="81" presetID="22" presetClass="entr" presetSubtype="1" fill="hold" nodeType="withEffect">
                                  <p:stCondLst>
                                    <p:cond delay="1200"/>
                                  </p:stCondLst>
                                  <p:childTnLst>
                                    <p:set>
                                      <p:cBhvr>
                                        <p:cTn id="82" dur="1" fill="hold">
                                          <p:stCondLst>
                                            <p:cond delay="0"/>
                                          </p:stCondLst>
                                        </p:cTn>
                                        <p:tgtEl>
                                          <p:spTgt spid="15">
                                            <p:txEl>
                                              <p:pRg st="6" end="6"/>
                                            </p:txEl>
                                          </p:spTgt>
                                        </p:tgtEl>
                                        <p:attrNameLst>
                                          <p:attrName>style.visibility</p:attrName>
                                        </p:attrNameLst>
                                      </p:cBhvr>
                                      <p:to>
                                        <p:strVal val="visible"/>
                                      </p:to>
                                    </p:set>
                                    <p:animEffect transition="in" filter="wipe(up)">
                                      <p:cBhvr>
                                        <p:cTn id="83" dur="500"/>
                                        <p:tgtEl>
                                          <p:spTgt spid="15">
                                            <p:txEl>
                                              <p:pRg st="6" end="6"/>
                                            </p:txEl>
                                          </p:spTgt>
                                        </p:tgtEl>
                                      </p:cBhvr>
                                    </p:animEffect>
                                  </p:childTnLst>
                                </p:cTn>
                              </p:par>
                              <p:par>
                                <p:cTn id="84" presetID="1" presetClass="entr" presetSubtype="0" fill="hold" nodeType="withEffect">
                                  <p:stCondLst>
                                    <p:cond delay="2000"/>
                                  </p:stCondLst>
                                  <p:childTnLst>
                                    <p:set>
                                      <p:cBhvr>
                                        <p:cTn id="85" dur="1" fill="hold">
                                          <p:stCondLst>
                                            <p:cond delay="0"/>
                                          </p:stCondLst>
                                        </p:cTn>
                                        <p:tgtEl>
                                          <p:spTgt spid="15">
                                            <p:txEl>
                                              <p:pRg st="7" end="7"/>
                                            </p:txEl>
                                          </p:spTgt>
                                        </p:tgtEl>
                                        <p:attrNameLst>
                                          <p:attrName>style.visibility</p:attrName>
                                        </p:attrNameLst>
                                      </p:cBhvr>
                                      <p:to>
                                        <p:strVal val="visible"/>
                                      </p:to>
                                    </p:set>
                                  </p:childTnLst>
                                </p:cTn>
                              </p:par>
                              <p:par>
                                <p:cTn id="86" presetID="1" presetClass="exit" presetSubtype="0" fill="hold" grpId="0" nodeType="withEffect">
                                  <p:stCondLst>
                                    <p:cond delay="1200"/>
                                  </p:stCondLst>
                                  <p:childTnLst>
                                    <p:set>
                                      <p:cBhvr>
                                        <p:cTn id="87" dur="1" fill="hold">
                                          <p:stCondLst>
                                            <p:cond delay="0"/>
                                          </p:stCondLst>
                                        </p:cTn>
                                        <p:tgtEl>
                                          <p:spTgt spid="4">
                                            <p:txEl>
                                              <p:pRg st="0" end="0"/>
                                            </p:txEl>
                                          </p:spTgt>
                                        </p:tgtEl>
                                        <p:attrNameLst>
                                          <p:attrName>style.visibility</p:attrName>
                                        </p:attrNameLst>
                                      </p:cBhvr>
                                      <p:to>
                                        <p:strVal val="hidden"/>
                                      </p:to>
                                    </p:set>
                                  </p:childTnLst>
                                </p:cTn>
                              </p:par>
                              <p:par>
                                <p:cTn id="88" presetID="1" presetClass="exit" presetSubtype="0" fill="hold" grpId="0" nodeType="withEffect">
                                  <p:stCondLst>
                                    <p:cond delay="1200"/>
                                  </p:stCondLst>
                                  <p:childTnLst>
                                    <p:set>
                                      <p:cBhvr>
                                        <p:cTn id="89" dur="1" fill="hold">
                                          <p:stCondLst>
                                            <p:cond delay="0"/>
                                          </p:stCondLst>
                                        </p:cTn>
                                        <p:tgtEl>
                                          <p:spTgt spid="4">
                                            <p:txEl>
                                              <p:pRg st="1" end="1"/>
                                            </p:txEl>
                                          </p:spTgt>
                                        </p:tgtEl>
                                        <p:attrNameLst>
                                          <p:attrName>style.visibility</p:attrName>
                                        </p:attrNameLst>
                                      </p:cBhvr>
                                      <p:to>
                                        <p:strVal val="hidden"/>
                                      </p:to>
                                    </p:set>
                                  </p:childTnLst>
                                </p:cTn>
                              </p:par>
                              <p:par>
                                <p:cTn id="90" presetID="1" presetClass="exit" presetSubtype="0" fill="hold" grpId="0" nodeType="withEffect">
                                  <p:stCondLst>
                                    <p:cond delay="2000"/>
                                  </p:stCondLst>
                                  <p:childTnLst>
                                    <p:set>
                                      <p:cBhvr>
                                        <p:cTn id="9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701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472425"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Strong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Stiff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$1,440</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D6C67-6AEA-DF04-D877-7C3783B69146}"/>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38161AD-CA47-3406-2F94-B3346270BA1B}"/>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735D9B34-4651-6565-0C6C-56E9BB9931B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B9566D6B-C04D-EE75-157E-8F369B87D1F0}"/>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D414CC43-384B-9A8C-4D8A-84F9CDDD1869}"/>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90E3820-54BF-618A-5153-2D5A17E8708E}"/>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532AE0A-1E39-1E4F-C755-1CA4E41A390F}"/>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127D9313-D6BE-B805-FACD-68348D4159AF}"/>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CD224E53-1F8A-D7E0-4565-265E77F91BA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F977E8AC-831C-29B7-5832-9F2A3C5CF408}"/>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DD334EF5-260F-138E-22F8-EF64B00F0E1E}"/>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0070E029-2B86-B996-6EB8-CD5753CD883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7F159C50-BEFF-EDDD-BE62-361226C23324}"/>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8B10FBDF-C811-040B-13B0-1846F41DBB6B}"/>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19BECCA-4794-51D3-BFE7-8E062AFB832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CE55BFF9-6E32-7079-1EA2-E0293E236821}"/>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CCDD6DAB-A0DC-AC92-B300-E4D2DEF51FBE}"/>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0071D8A2-19DB-D1A1-E47B-477B7E6FB428}"/>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6C5C6259-5325-E828-09C1-8FFCEA42A03C}"/>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290BF14-CAAF-9C4C-36DD-A3AD390B6BE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6" name="TextBox 5">
            <a:extLst>
              <a:ext uri="{FF2B5EF4-FFF2-40B4-BE49-F238E27FC236}">
                <a16:creationId xmlns:a16="http://schemas.microsoft.com/office/drawing/2014/main" id="{76D68362-0CCA-0BAA-D074-09AD1EB32474}"/>
              </a:ext>
            </a:extLst>
          </p:cNvPr>
          <p:cNvSpPr txBox="1"/>
          <p:nvPr/>
        </p:nvSpPr>
        <p:spPr>
          <a:xfrm>
            <a:off x="4360384" y="1664912"/>
            <a:ext cx="4642618"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Highly Optimized</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Optional AI</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Free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Your Data, Your Choice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Unlimited Storage, Auto-compress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$500</a:t>
            </a:r>
          </a:p>
        </p:txBody>
      </p:sp>
      <p:sp>
        <p:nvSpPr>
          <p:cNvPr id="14" name="TextBox 13">
            <a:extLst>
              <a:ext uri="{FF2B5EF4-FFF2-40B4-BE49-F238E27FC236}">
                <a16:creationId xmlns:a16="http://schemas.microsoft.com/office/drawing/2014/main" id="{522C4567-BFDC-142E-9934-AA95548A232B}"/>
              </a:ext>
            </a:extLst>
          </p:cNvPr>
          <p:cNvSpPr txBox="1"/>
          <p:nvPr/>
        </p:nvSpPr>
        <p:spPr>
          <a:xfrm>
            <a:off x="6178865" y="2865497"/>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1400023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6">
                                            <p:txEl>
                                              <p:pRg st="0" end="0"/>
                                            </p:txEl>
                                          </p:spTgt>
                                        </p:tgtEl>
                                        <p:attrNameLst>
                                          <p:attrName>style.visibility</p:attrName>
                                        </p:attrNameLst>
                                      </p:cBhvr>
                                      <p:to>
                                        <p:strVal val="visible"/>
                                      </p:to>
                                    </p:set>
                                    <p:animEffect transition="in" filter="fade">
                                      <p:cBhvr>
                                        <p:cTn id="10" dur="500"/>
                                        <p:tgtEl>
                                          <p:spTgt spid="6">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fade">
                                      <p:cBhvr>
                                        <p:cTn id="15" dur="500"/>
                                        <p:tgtEl>
                                          <p:spTgt spid="6">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6">
                                            <p:txEl>
                                              <p:pRg st="0" end="0"/>
                                            </p:txEl>
                                          </p:spTgt>
                                        </p:tgtEl>
                                        <p:attrNameLst>
                                          <p:attrName>style.color</p:attrName>
                                        </p:attrNameLst>
                                      </p:cBhvr>
                                      <p:to>
                                        <a:srgbClr val="7CAFE2"/>
                                      </p:to>
                                    </p:animClr>
                                    <p:animClr clrSpc="rgb" dir="cw">
                                      <p:cBhvr>
                                        <p:cTn id="18" dur="500" fill="hold"/>
                                        <p:tgtEl>
                                          <p:spTgt spid="6">
                                            <p:txEl>
                                              <p:pRg st="0" end="0"/>
                                            </p:txEl>
                                          </p:spTgt>
                                        </p:tgtEl>
                                        <p:attrNameLst>
                                          <p:attrName>fillcolor</p:attrName>
                                        </p:attrNameLst>
                                      </p:cBhvr>
                                      <p:to>
                                        <a:srgbClr val="7CAFE2"/>
                                      </p:to>
                                    </p:animClr>
                                    <p:set>
                                      <p:cBhvr>
                                        <p:cTn id="19" dur="500" fill="hold"/>
                                        <p:tgtEl>
                                          <p:spTgt spid="6">
                                            <p:txEl>
                                              <p:pRg st="0" end="0"/>
                                            </p:txEl>
                                          </p:spTgt>
                                        </p:tgtEl>
                                        <p:attrNameLst>
                                          <p:attrName>fill.type</p:attrName>
                                        </p:attrNameLst>
                                      </p:cBhvr>
                                      <p:to>
                                        <p:strVal val="solid"/>
                                      </p:to>
                                    </p:set>
                                    <p:set>
                                      <p:cBhvr>
                                        <p:cTn id="20" dur="500" fill="hold"/>
                                        <p:tgtEl>
                                          <p:spTgt spid="6">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500"/>
                                        <p:tgtEl>
                                          <p:spTgt spid="6">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6">
                                            <p:txEl>
                                              <p:pRg st="1" end="1"/>
                                            </p:txEl>
                                          </p:spTgt>
                                        </p:tgtEl>
                                        <p:attrNameLst>
                                          <p:attrName>style.color</p:attrName>
                                        </p:attrNameLst>
                                      </p:cBhvr>
                                      <p:to>
                                        <a:srgbClr val="7CAFE2"/>
                                      </p:to>
                                    </p:animClr>
                                    <p:animClr clrSpc="rgb" dir="cw">
                                      <p:cBhvr>
                                        <p:cTn id="28" dur="500" fill="hold"/>
                                        <p:tgtEl>
                                          <p:spTgt spid="6">
                                            <p:txEl>
                                              <p:pRg st="1" end="1"/>
                                            </p:txEl>
                                          </p:spTgt>
                                        </p:tgtEl>
                                        <p:attrNameLst>
                                          <p:attrName>fillcolor</p:attrName>
                                        </p:attrNameLst>
                                      </p:cBhvr>
                                      <p:to>
                                        <a:srgbClr val="7CAFE2"/>
                                      </p:to>
                                    </p:animClr>
                                    <p:set>
                                      <p:cBhvr>
                                        <p:cTn id="29" dur="500" fill="hold"/>
                                        <p:tgtEl>
                                          <p:spTgt spid="6">
                                            <p:txEl>
                                              <p:pRg st="1" end="1"/>
                                            </p:txEl>
                                          </p:spTgt>
                                        </p:tgtEl>
                                        <p:attrNameLst>
                                          <p:attrName>fill.type</p:attrName>
                                        </p:attrNameLst>
                                      </p:cBhvr>
                                      <p:to>
                                        <p:strVal val="solid"/>
                                      </p:to>
                                    </p:set>
                                    <p:set>
                                      <p:cBhvr>
                                        <p:cTn id="30" dur="500" fill="hold"/>
                                        <p:tgtEl>
                                          <p:spTgt spid="6">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6">
                                            <p:txEl>
                                              <p:pRg st="2" end="2"/>
                                            </p:txEl>
                                          </p:spTgt>
                                        </p:tgtEl>
                                        <p:attrNameLst>
                                          <p:attrName>style.color</p:attrName>
                                        </p:attrNameLst>
                                      </p:cBhvr>
                                      <p:to>
                                        <a:srgbClr val="7CAFE2"/>
                                      </p:to>
                                    </p:animClr>
                                    <p:animClr clrSpc="rgb" dir="cw">
                                      <p:cBhvr>
                                        <p:cTn id="38" dur="500" fill="hold"/>
                                        <p:tgtEl>
                                          <p:spTgt spid="6">
                                            <p:txEl>
                                              <p:pRg st="2" end="2"/>
                                            </p:txEl>
                                          </p:spTgt>
                                        </p:tgtEl>
                                        <p:attrNameLst>
                                          <p:attrName>fillcolor</p:attrName>
                                        </p:attrNameLst>
                                      </p:cBhvr>
                                      <p:to>
                                        <a:srgbClr val="7CAFE2"/>
                                      </p:to>
                                    </p:animClr>
                                    <p:set>
                                      <p:cBhvr>
                                        <p:cTn id="39" dur="500" fill="hold"/>
                                        <p:tgtEl>
                                          <p:spTgt spid="6">
                                            <p:txEl>
                                              <p:pRg st="2" end="2"/>
                                            </p:txEl>
                                          </p:spTgt>
                                        </p:tgtEl>
                                        <p:attrNameLst>
                                          <p:attrName>fill.type</p:attrName>
                                        </p:attrNameLst>
                                      </p:cBhvr>
                                      <p:to>
                                        <p:strVal val="solid"/>
                                      </p:to>
                                    </p:set>
                                    <p:set>
                                      <p:cBhvr>
                                        <p:cTn id="40" dur="500" fill="hold"/>
                                        <p:tgtEl>
                                          <p:spTgt spid="6">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animEffect transition="in" filter="fade">
                                      <p:cBhvr>
                                        <p:cTn id="45" dur="500"/>
                                        <p:tgtEl>
                                          <p:spTgt spid="6">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6">
                                            <p:txEl>
                                              <p:pRg st="3" end="3"/>
                                            </p:txEl>
                                          </p:spTgt>
                                        </p:tgtEl>
                                        <p:attrNameLst>
                                          <p:attrName>style.color</p:attrName>
                                        </p:attrNameLst>
                                      </p:cBhvr>
                                      <p:to>
                                        <a:srgbClr val="7CAFE2"/>
                                      </p:to>
                                    </p:animClr>
                                    <p:animClr clrSpc="rgb" dir="cw">
                                      <p:cBhvr>
                                        <p:cTn id="48" dur="500" fill="hold"/>
                                        <p:tgtEl>
                                          <p:spTgt spid="6">
                                            <p:txEl>
                                              <p:pRg st="3" end="3"/>
                                            </p:txEl>
                                          </p:spTgt>
                                        </p:tgtEl>
                                        <p:attrNameLst>
                                          <p:attrName>fillcolor</p:attrName>
                                        </p:attrNameLst>
                                      </p:cBhvr>
                                      <p:to>
                                        <a:srgbClr val="7CAFE2"/>
                                      </p:to>
                                    </p:animClr>
                                    <p:set>
                                      <p:cBhvr>
                                        <p:cTn id="49" dur="500" fill="hold"/>
                                        <p:tgtEl>
                                          <p:spTgt spid="6">
                                            <p:txEl>
                                              <p:pRg st="3" end="3"/>
                                            </p:txEl>
                                          </p:spTgt>
                                        </p:tgtEl>
                                        <p:attrNameLst>
                                          <p:attrName>fill.type</p:attrName>
                                        </p:attrNameLst>
                                      </p:cBhvr>
                                      <p:to>
                                        <p:strVal val="solid"/>
                                      </p:to>
                                    </p:set>
                                    <p:set>
                                      <p:cBhvr>
                                        <p:cTn id="50" dur="500" fill="hold"/>
                                        <p:tgtEl>
                                          <p:spTgt spid="6">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animEffect transition="in" filter="fade">
                                      <p:cBhvr>
                                        <p:cTn id="55" dur="500"/>
                                        <p:tgtEl>
                                          <p:spTgt spid="6">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6">
                                            <p:txEl>
                                              <p:pRg st="4" end="4"/>
                                            </p:txEl>
                                          </p:spTgt>
                                        </p:tgtEl>
                                        <p:attrNameLst>
                                          <p:attrName>style.color</p:attrName>
                                        </p:attrNameLst>
                                      </p:cBhvr>
                                      <p:to>
                                        <a:srgbClr val="7CAFE2"/>
                                      </p:to>
                                    </p:animClr>
                                    <p:animClr clrSpc="rgb" dir="cw">
                                      <p:cBhvr>
                                        <p:cTn id="58" dur="500" fill="hold"/>
                                        <p:tgtEl>
                                          <p:spTgt spid="6">
                                            <p:txEl>
                                              <p:pRg st="4" end="4"/>
                                            </p:txEl>
                                          </p:spTgt>
                                        </p:tgtEl>
                                        <p:attrNameLst>
                                          <p:attrName>fillcolor</p:attrName>
                                        </p:attrNameLst>
                                      </p:cBhvr>
                                      <p:to>
                                        <a:srgbClr val="7CAFE2"/>
                                      </p:to>
                                    </p:animClr>
                                    <p:set>
                                      <p:cBhvr>
                                        <p:cTn id="59" dur="500" fill="hold"/>
                                        <p:tgtEl>
                                          <p:spTgt spid="6">
                                            <p:txEl>
                                              <p:pRg st="4" end="4"/>
                                            </p:txEl>
                                          </p:spTgt>
                                        </p:tgtEl>
                                        <p:attrNameLst>
                                          <p:attrName>fill.type</p:attrName>
                                        </p:attrNameLst>
                                      </p:cBhvr>
                                      <p:to>
                                        <p:strVal val="solid"/>
                                      </p:to>
                                    </p:set>
                                    <p:set>
                                      <p:cBhvr>
                                        <p:cTn id="60"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678ED05D-2A4B-61AA-076B-C0C666BA3F7F}"/>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E14BB88B-0E96-59B3-6EF0-279E58A2B8ED}"/>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27BA3C9-6617-CB9C-8987-32C8B8373228}"/>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647F243E-B534-9042-3F18-1A8B8362CD1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E3193F3F-9BF7-FAB2-D152-4360CC438B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7C9560F7-8264-7EF2-E259-3151A7DA378D}"/>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34B31535-460B-ADF4-80F4-ACC7134B73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27FEF0EB-867D-16D0-15C2-CD3994E3BBDE}"/>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3" dur="1" fill="hold">
                                          <p:stCondLst>
                                            <p:cond delay="0"/>
                                          </p:stCondLst>
                                        </p:cTn>
                                        <p:tgtEl>
                                          <p:spTgt spid="2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4"/>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par>
                                <p:cTn id="30" presetID="42" presetClass="path" presetSubtype="0" accel="50000" decel="50000" fill="hold" grpId="1" nodeType="withEffect">
                                  <p:stCondLst>
                                    <p:cond delay="0"/>
                                  </p:stCondLst>
                                  <p:childTnLst>
                                    <p:animMotion origin="layout" path="M -2.29167E-6 1.11022E-16 L -2.29167E-6 0.10278 " pathEditMode="relative" rAng="0" ptsTypes="AA">
                                      <p:cBhvr>
                                        <p:cTn id="31" dur="2000" fill="hold"/>
                                        <p:tgtEl>
                                          <p:spTgt spid="25"/>
                                        </p:tgtEl>
                                        <p:attrNameLst>
                                          <p:attrName>ppt_x</p:attrName>
                                          <p:attrName>ppt_y</p:attrName>
                                        </p:attrNameLst>
                                      </p:cBhvr>
                                      <p:rCtr x="0" y="5139"/>
                                    </p:animMotion>
                                  </p:childTnLst>
                                </p:cTn>
                              </p:par>
                              <p:par>
                                <p:cTn id="32" presetID="42" presetClass="path" presetSubtype="0" accel="50000" decel="50000" fill="hold" grpId="1" nodeType="withEffect">
                                  <p:stCondLst>
                                    <p:cond delay="0"/>
                                  </p:stCondLst>
                                  <p:childTnLst>
                                    <p:animMotion origin="layout" path="M -2.29167E-6 3.7037E-6 L -2.29167E-6 0.18726 " pathEditMode="relative" rAng="0" ptsTypes="AA">
                                      <p:cBhvr>
                                        <p:cTn id="33" dur="2000" fill="hold"/>
                                        <p:tgtEl>
                                          <p:spTgt spid="23"/>
                                        </p:tgtEl>
                                        <p:attrNameLst>
                                          <p:attrName>ppt_x</p:attrName>
                                          <p:attrName>ppt_y</p:attrName>
                                        </p:attrNameLst>
                                      </p:cBhvr>
                                      <p:rCtr x="0" y="9352"/>
                                    </p:animMotion>
                                  </p:childTnLst>
                                </p:cTn>
                              </p:par>
                              <p:par>
                                <p:cTn id="34" presetID="42" presetClass="path" presetSubtype="0" accel="50000" decel="50000" fill="hold" nodeType="withEffect">
                                  <p:stCondLst>
                                    <p:cond delay="0"/>
                                  </p:stCondLst>
                                  <p:childTnLst>
                                    <p:animMotion origin="layout" path="M -4.375E-6 4.81481E-6 L -4.375E-6 0.18773 " pathEditMode="relative" rAng="0" ptsTypes="AA">
                                      <p:cBhvr>
                                        <p:cTn id="35" dur="2000" fill="hold"/>
                                        <p:tgtEl>
                                          <p:spTgt spid="34"/>
                                        </p:tgtEl>
                                        <p:attrNameLst>
                                          <p:attrName>ppt_x</p:attrName>
                                          <p:attrName>ppt_y</p:attrName>
                                        </p:attrNameLst>
                                      </p:cBhvr>
                                      <p:rCtr x="0" y="9375"/>
                                    </p:animMotion>
                                  </p:childTnLst>
                                </p:cTn>
                              </p:par>
                              <p:par>
                                <p:cTn id="36" presetID="42" presetClass="path" presetSubtype="0" accel="50000" decel="50000" fill="hold" nodeType="withEffect">
                                  <p:stCondLst>
                                    <p:cond delay="0"/>
                                  </p:stCondLst>
                                  <p:childTnLst>
                                    <p:animMotion origin="layout" path="M -4.375E-6 -4.07407E-6 L -4.375E-6 0.10232 " pathEditMode="relative" rAng="0" ptsTypes="AA">
                                      <p:cBhvr>
                                        <p:cTn id="37" dur="2000" fill="hold"/>
                                        <p:tgtEl>
                                          <p:spTgt spid="35"/>
                                        </p:tgtEl>
                                        <p:attrNameLst>
                                          <p:attrName>ppt_x</p:attrName>
                                          <p:attrName>ppt_y</p:attrName>
                                        </p:attrNameLst>
                                      </p:cBhvr>
                                      <p:rCtr x="0" y="5116"/>
                                    </p:animMotion>
                                  </p:childTnLst>
                                </p:cTn>
                              </p:par>
                            </p:childTnLst>
                          </p:cTn>
                        </p:par>
                        <p:par>
                          <p:cTn id="38" fill="hold">
                            <p:stCondLst>
                              <p:cond delay="2000"/>
                            </p:stCondLst>
                            <p:childTnLst>
                              <p:par>
                                <p:cTn id="39" presetID="1" presetClass="exit" presetSubtype="0" fill="hold" grpId="2" nodeType="afterEffect">
                                  <p:stCondLst>
                                    <p:cond delay="0"/>
                                  </p:stCondLst>
                                  <p:childTnLst>
                                    <p:set>
                                      <p:cBhvr>
                                        <p:cTn id="40" dur="1" fill="hold">
                                          <p:stCondLst>
                                            <p:cond delay="0"/>
                                          </p:stCondLst>
                                        </p:cTn>
                                        <p:tgtEl>
                                          <p:spTgt spid="25"/>
                                        </p:tgtEl>
                                        <p:attrNameLst>
                                          <p:attrName>style.visibility</p:attrName>
                                        </p:attrNameLst>
                                      </p:cBhvr>
                                      <p:to>
                                        <p:strVal val="hidden"/>
                                      </p:to>
                                    </p:set>
                                  </p:childTnLst>
                                </p:cTn>
                              </p:par>
                            </p:childTnLst>
                          </p:cTn>
                        </p:par>
                        <p:par>
                          <p:cTn id="41" fill="hold">
                            <p:stCondLst>
                              <p:cond delay="2000"/>
                            </p:stCondLst>
                            <p:childTnLst>
                              <p:par>
                                <p:cTn id="42" presetID="1" presetClass="exit" presetSubtype="0" fill="hold" grpId="2" nodeType="afterEffect">
                                  <p:stCondLst>
                                    <p:cond delay="0"/>
                                  </p:stCondLst>
                                  <p:childTnLst>
                                    <p:set>
                                      <p:cBhvr>
                                        <p:cTn id="43" dur="1" fill="hold">
                                          <p:stCondLst>
                                            <p:cond delay="0"/>
                                          </p:stCondLst>
                                        </p:cTn>
                                        <p:tgtEl>
                                          <p:spTgt spid="23"/>
                                        </p:tgtEl>
                                        <p:attrNameLst>
                                          <p:attrName>style.visibility</p:attrName>
                                        </p:attrNameLst>
                                      </p:cBhvr>
                                      <p:to>
                                        <p:strVal val="hidden"/>
                                      </p:to>
                                    </p:set>
                                  </p:childTnLst>
                                </p:cTn>
                              </p:par>
                            </p:childTnLst>
                          </p:cTn>
                        </p:par>
                        <p:par>
                          <p:cTn id="44" fill="hold">
                            <p:stCondLst>
                              <p:cond delay="2000"/>
                            </p:stCondLst>
                            <p:childTnLst>
                              <p:par>
                                <p:cTn id="45" presetID="1" presetClass="exit" presetSubtype="0" fill="hold" nodeType="afterEffect">
                                  <p:stCondLst>
                                    <p:cond delay="0"/>
                                  </p:stCondLst>
                                  <p:childTnLst>
                                    <p:set>
                                      <p:cBhvr>
                                        <p:cTn id="46" dur="1" fill="hold">
                                          <p:stCondLst>
                                            <p:cond delay="0"/>
                                          </p:stCondLst>
                                        </p:cTn>
                                        <p:tgtEl>
                                          <p:spTgt spid="34"/>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nodeType="afterEffect">
                                  <p:stCondLst>
                                    <p:cond delay="0"/>
                                  </p:stCondLst>
                                  <p:childTnLst>
                                    <p:set>
                                      <p:cBhvr>
                                        <p:cTn id="49" dur="1" fill="hold">
                                          <p:stCondLst>
                                            <p:cond delay="0"/>
                                          </p:stCondLst>
                                        </p:cTn>
                                        <p:tgtEl>
                                          <p:spTgt spid="35"/>
                                        </p:tgtEl>
                                        <p:attrNameLst>
                                          <p:attrName>style.visibility</p:attrName>
                                        </p:attrNameLst>
                                      </p:cBhvr>
                                      <p:to>
                                        <p:strVal val="hidden"/>
                                      </p:to>
                                    </p:set>
                                  </p:childTnLst>
                                </p:cTn>
                              </p:par>
                              <p:par>
                                <p:cTn id="50" presetID="1"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EB2168F-CCF1-991D-5D41-6794E45BDF72}"/>
              </a:ext>
            </a:extLst>
          </p:cNvPr>
          <p:cNvSpPr/>
          <p:nvPr/>
        </p:nvSpPr>
        <p:spPr>
          <a:xfrm>
            <a:off x="331872" y="2282620"/>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graphicFrame>
        <p:nvGraphicFramePr>
          <p:cNvPr id="12" name="Table 11">
            <a:extLst>
              <a:ext uri="{FF2B5EF4-FFF2-40B4-BE49-F238E27FC236}">
                <a16:creationId xmlns:a16="http://schemas.microsoft.com/office/drawing/2014/main" id="{4EA28A9B-DEE4-9522-F85B-D6250351F83E}"/>
              </a:ext>
            </a:extLst>
          </p:cNvPr>
          <p:cNvGraphicFramePr>
            <a:graphicFrameLocks noGrp="1"/>
          </p:cNvGraphicFramePr>
          <p:nvPr>
            <p:extLst>
              <p:ext uri="{D42A27DB-BD31-4B8C-83A1-F6EECF244321}">
                <p14:modId xmlns:p14="http://schemas.microsoft.com/office/powerpoint/2010/main" val="1599146616"/>
              </p:ext>
            </p:extLst>
          </p:nvPr>
        </p:nvGraphicFramePr>
        <p:xfrm>
          <a:off x="3327687" y="903829"/>
          <a:ext cx="7909388" cy="5084700"/>
        </p:xfrm>
        <a:graphic>
          <a:graphicData uri="http://schemas.openxmlformats.org/drawingml/2006/table">
            <a:tbl>
              <a:tblPr firstRow="1" firstCol="1" bandRow="1">
                <a:tableStyleId>{5C22544A-7EE6-4342-B048-85BDC9FD1C3A}</a:tableStyleId>
              </a:tblPr>
              <a:tblGrid>
                <a:gridCol w="1977347">
                  <a:extLst>
                    <a:ext uri="{9D8B030D-6E8A-4147-A177-3AD203B41FA5}">
                      <a16:colId xmlns:a16="http://schemas.microsoft.com/office/drawing/2014/main" val="2865666471"/>
                    </a:ext>
                  </a:extLst>
                </a:gridCol>
                <a:gridCol w="1977347">
                  <a:extLst>
                    <a:ext uri="{9D8B030D-6E8A-4147-A177-3AD203B41FA5}">
                      <a16:colId xmlns:a16="http://schemas.microsoft.com/office/drawing/2014/main" val="2777421771"/>
                    </a:ext>
                  </a:extLst>
                </a:gridCol>
                <a:gridCol w="1977347">
                  <a:extLst>
                    <a:ext uri="{9D8B030D-6E8A-4147-A177-3AD203B41FA5}">
                      <a16:colId xmlns:a16="http://schemas.microsoft.com/office/drawing/2014/main" val="2325820587"/>
                    </a:ext>
                  </a:extLst>
                </a:gridCol>
                <a:gridCol w="1977347">
                  <a:extLst>
                    <a:ext uri="{9D8B030D-6E8A-4147-A177-3AD203B41FA5}">
                      <a16:colId xmlns:a16="http://schemas.microsoft.com/office/drawing/2014/main" val="2931780734"/>
                    </a:ext>
                  </a:extLst>
                </a:gridCol>
              </a:tblGrid>
              <a:tr h="847450">
                <a:tc>
                  <a:txBody>
                    <a:bodyPr/>
                    <a:lstStyle/>
                    <a:p>
                      <a:endParaRPr lang="en-CA" dirty="0"/>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0000"/>
                      </a:schemeClr>
                    </a:solidFill>
                  </a:tcPr>
                </a:tc>
                <a:tc>
                  <a:txBody>
                    <a:bodyPr/>
                    <a:lstStyle/>
                    <a:p>
                      <a:pPr algn="ctr"/>
                      <a:r>
                        <a:rPr lang="en-CA" dirty="0" err="1"/>
                        <a:t>MasterControl</a:t>
                      </a:r>
                      <a:endParaRPr lang="en-CA" dirty="0"/>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dirty="0" err="1"/>
                        <a:t>Mitti</a:t>
                      </a:r>
                      <a:endParaRPr lang="en-CA"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dirty="0"/>
                        <a:t>NCR Manager</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extLst>
                  <a:ext uri="{0D108BD9-81ED-4DB2-BD59-A6C34878D82A}">
                    <a16:rowId xmlns:a16="http://schemas.microsoft.com/office/drawing/2014/main" val="1640465104"/>
                  </a:ext>
                </a:extLst>
              </a:tr>
              <a:tr h="847450">
                <a:tc>
                  <a:txBody>
                    <a:bodyPr/>
                    <a:lstStyle/>
                    <a:p>
                      <a:pPr algn="ctr"/>
                      <a:r>
                        <a:rPr lang="en-CA" dirty="0"/>
                        <a:t>Setup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1" dirty="0"/>
                        <a:t>1 – 3 Months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t>8 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t>4 - 5 Weeks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9590519"/>
                  </a:ext>
                </a:extLst>
              </a:tr>
              <a:tr h="847450">
                <a:tc>
                  <a:txBody>
                    <a:bodyPr/>
                    <a:lstStyle/>
                    <a:p>
                      <a:pPr algn="ctr"/>
                      <a:r>
                        <a:rPr lang="en-CA" dirty="0"/>
                        <a:t>Training Time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1" dirty="0"/>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t>1 Month</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90215160"/>
                  </a:ext>
                </a:extLst>
              </a:tr>
              <a:tr h="847450">
                <a:tc>
                  <a:txBody>
                    <a:bodyPr/>
                    <a:lstStyle/>
                    <a:p>
                      <a:pPr algn="ctr"/>
                      <a:r>
                        <a:rPr lang="en-CA" dirty="0"/>
                        <a:t>Optional AI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1" dirty="0">
                          <a:solidFill>
                            <a:schemeClr val="accent1">
                              <a:lumMod val="60000"/>
                              <a:lumOff val="40000"/>
                            </a:schemeClr>
                          </a:solidFill>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solidFill>
                            <a:schemeClr val="accent1">
                              <a:lumMod val="60000"/>
                              <a:lumOff val="40000"/>
                            </a:schemeClr>
                          </a:solidFill>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solidFill>
                            <a:schemeClr val="accent6"/>
                          </a:solidFill>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0981149"/>
                  </a:ext>
                </a:extLst>
              </a:tr>
              <a:tr h="847450">
                <a:tc>
                  <a:txBody>
                    <a:bodyPr/>
                    <a:lstStyle/>
                    <a:p>
                      <a:pPr algn="ctr"/>
                      <a:r>
                        <a:rPr lang="en-CA" dirty="0"/>
                        <a:t>Your Data</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1" dirty="0">
                          <a:solidFill>
                            <a:schemeClr val="accent1">
                              <a:lumMod val="60000"/>
                              <a:lumOff val="40000"/>
                            </a:schemeClr>
                          </a:solidFill>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solidFill>
                            <a:schemeClr val="accent1">
                              <a:lumMod val="60000"/>
                              <a:lumOff val="40000"/>
                            </a:schemeClr>
                          </a:solidFill>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solidFill>
                            <a:schemeClr val="accent6"/>
                          </a:solidFill>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80239047"/>
                  </a:ext>
                </a:extLst>
              </a:tr>
              <a:tr h="847450">
                <a:tc>
                  <a:txBody>
                    <a:bodyPr/>
                    <a:lstStyle/>
                    <a:p>
                      <a:pPr algn="ctr"/>
                      <a:r>
                        <a:rPr lang="en-CA" dirty="0"/>
                        <a:t>Price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1" dirty="0"/>
                        <a:t>$21,000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t>$1,728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1" dirty="0"/>
                        <a:t>$500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7803159"/>
                  </a:ext>
                </a:extLst>
              </a:tr>
            </a:tbl>
          </a:graphicData>
        </a:graphic>
      </p:graphicFrame>
      <p:sp>
        <p:nvSpPr>
          <p:cNvPr id="14" name="Rectangle: Rounded Corners 13">
            <a:extLst>
              <a:ext uri="{FF2B5EF4-FFF2-40B4-BE49-F238E27FC236}">
                <a16:creationId xmlns:a16="http://schemas.microsoft.com/office/drawing/2014/main" id="{C17AF362-55B9-E251-DA4C-B1B90BE410D5}"/>
              </a:ext>
            </a:extLst>
          </p:cNvPr>
          <p:cNvSpPr/>
          <p:nvPr/>
        </p:nvSpPr>
        <p:spPr>
          <a:xfrm>
            <a:off x="3327687" y="903829"/>
            <a:ext cx="7909388" cy="5084700"/>
          </a:xfrm>
          <a:prstGeom prst="roundRect">
            <a:avLst>
              <a:gd name="adj" fmla="val 2218"/>
            </a:avLst>
          </a:prstGeom>
          <a:noFill/>
          <a:ln w="98425">
            <a:solidFill>
              <a:schemeClr val="bg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1" name="Group 20">
            <a:extLst>
              <a:ext uri="{FF2B5EF4-FFF2-40B4-BE49-F238E27FC236}">
                <a16:creationId xmlns:a16="http://schemas.microsoft.com/office/drawing/2014/main" id="{CA4660AA-A901-F356-66D2-BB4340166212}"/>
              </a:ext>
            </a:extLst>
          </p:cNvPr>
          <p:cNvGrpSpPr/>
          <p:nvPr/>
        </p:nvGrpSpPr>
        <p:grpSpPr>
          <a:xfrm rot="16200000">
            <a:off x="3379354" y="1751940"/>
            <a:ext cx="107815" cy="107816"/>
            <a:chOff x="1234559" y="4745831"/>
            <a:chExt cx="300037" cy="300038"/>
          </a:xfrm>
        </p:grpSpPr>
        <p:sp>
          <p:nvSpPr>
            <p:cNvPr id="22" name="Rectangle 21">
              <a:extLst>
                <a:ext uri="{FF2B5EF4-FFF2-40B4-BE49-F238E27FC236}">
                  <a16:creationId xmlns:a16="http://schemas.microsoft.com/office/drawing/2014/main" id="{AB64591E-8C56-D5C9-EA8C-04751014FDBE}"/>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0B419270-CE93-8037-0E26-C784FCBB621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4" name="Group 23">
            <a:extLst>
              <a:ext uri="{FF2B5EF4-FFF2-40B4-BE49-F238E27FC236}">
                <a16:creationId xmlns:a16="http://schemas.microsoft.com/office/drawing/2014/main" id="{3D49DB04-D837-3156-26C9-27EE2CDB945C}"/>
              </a:ext>
            </a:extLst>
          </p:cNvPr>
          <p:cNvGrpSpPr/>
          <p:nvPr/>
        </p:nvGrpSpPr>
        <p:grpSpPr>
          <a:xfrm rot="16200000">
            <a:off x="5305787" y="956601"/>
            <a:ext cx="107815" cy="107816"/>
            <a:chOff x="1234559" y="4745831"/>
            <a:chExt cx="300037" cy="300038"/>
          </a:xfrm>
        </p:grpSpPr>
        <p:sp>
          <p:nvSpPr>
            <p:cNvPr id="25" name="Rectangle 24">
              <a:extLst>
                <a:ext uri="{FF2B5EF4-FFF2-40B4-BE49-F238E27FC236}">
                  <a16:creationId xmlns:a16="http://schemas.microsoft.com/office/drawing/2014/main" id="{8CA9AB95-392F-9E16-7B5C-A9B0063D4122}"/>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Oval 25">
              <a:extLst>
                <a:ext uri="{FF2B5EF4-FFF2-40B4-BE49-F238E27FC236}">
                  <a16:creationId xmlns:a16="http://schemas.microsoft.com/office/drawing/2014/main" id="{AE688C10-1140-8767-AC84-0E995361DB7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7" name="Group 26">
            <a:extLst>
              <a:ext uri="{FF2B5EF4-FFF2-40B4-BE49-F238E27FC236}">
                <a16:creationId xmlns:a16="http://schemas.microsoft.com/office/drawing/2014/main" id="{137F756D-F9F5-CA00-E05F-C082BE4D1A4E}"/>
              </a:ext>
            </a:extLst>
          </p:cNvPr>
          <p:cNvGrpSpPr/>
          <p:nvPr/>
        </p:nvGrpSpPr>
        <p:grpSpPr>
          <a:xfrm rot="5400000">
            <a:off x="5197970" y="1644125"/>
            <a:ext cx="107815" cy="107816"/>
            <a:chOff x="1234559" y="4745831"/>
            <a:chExt cx="300037" cy="300038"/>
          </a:xfrm>
        </p:grpSpPr>
        <p:sp>
          <p:nvSpPr>
            <p:cNvPr id="28" name="Rectangle 27">
              <a:extLst>
                <a:ext uri="{FF2B5EF4-FFF2-40B4-BE49-F238E27FC236}">
                  <a16:creationId xmlns:a16="http://schemas.microsoft.com/office/drawing/2014/main" id="{8C558603-1603-E865-26CD-DB322E05F719}"/>
                </a:ext>
              </a:extLst>
            </p:cNvPr>
            <p:cNvSpPr/>
            <p:nvPr/>
          </p:nvSpPr>
          <p:spPr>
            <a:xfrm>
              <a:off x="1234559" y="4745831"/>
              <a:ext cx="300037" cy="300038"/>
            </a:xfrm>
            <a:prstGeom prst="rect">
              <a:avLst/>
            </a:prstGeom>
            <a:gradFill flip="none" rotWithShape="1">
              <a:gsLst>
                <a:gs pos="68000">
                  <a:schemeClr val="bg1">
                    <a:lumMod val="90000"/>
                  </a:schemeClr>
                </a:gs>
                <a:gs pos="83000">
                  <a:srgbClr val="86262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1C56E9A2-F368-A01D-7640-70A145EAEAD4}"/>
                </a:ext>
              </a:extLst>
            </p:cNvPr>
            <p:cNvSpPr/>
            <p:nvPr/>
          </p:nvSpPr>
          <p:spPr>
            <a:xfrm>
              <a:off x="1234559" y="4745831"/>
              <a:ext cx="300037" cy="300038"/>
            </a:xfrm>
            <a:prstGeom prst="ellipse">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Tree>
    <p:extLst>
      <p:ext uri="{BB962C8B-B14F-4D97-AF65-F5344CB8AC3E}">
        <p14:creationId xmlns:p14="http://schemas.microsoft.com/office/powerpoint/2010/main" val="11790666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29167E-6 -2.22222E-6 L -2.29167E-6 -0.37523 " pathEditMode="relative" rAng="0" ptsTypes="AA">
                                      <p:cBhvr>
                                        <p:cTn id="6" dur="2000" fill="hold"/>
                                        <p:tgtEl>
                                          <p:spTgt spid="3"/>
                                        </p:tgtEl>
                                        <p:attrNameLst>
                                          <p:attrName>ppt_x</p:attrName>
                                          <p:attrName>ppt_y</p:attrName>
                                        </p:attrNameLst>
                                      </p:cBhvr>
                                      <p:rCtr x="0" y="-18773"/>
                                    </p:animMotion>
                                  </p:childTnLst>
                                </p:cTn>
                              </p:par>
                              <p:par>
                                <p:cTn id="7" presetID="22" presetClass="exit" presetSubtype="4" fill="hold" nodeType="withEffect">
                                  <p:stCondLst>
                                    <p:cond delay="300"/>
                                  </p:stCondLst>
                                  <p:childTnLst>
                                    <p:animEffect transition="out" filter="wipe(down)">
                                      <p:cBhvr>
                                        <p:cTn id="8" dur="300"/>
                                        <p:tgtEl>
                                          <p:spTgt spid="2">
                                            <p:txEl>
                                              <p:pRg st="6" end="6"/>
                                            </p:txEl>
                                          </p:spTgt>
                                        </p:tgtEl>
                                      </p:cBhvr>
                                    </p:animEffect>
                                    <p:set>
                                      <p:cBhvr>
                                        <p:cTn id="9" dur="1" fill="hold">
                                          <p:stCondLst>
                                            <p:cond delay="299"/>
                                          </p:stCondLst>
                                        </p:cTn>
                                        <p:tgtEl>
                                          <p:spTgt spid="2">
                                            <p:txEl>
                                              <p:pRg st="6" end="6"/>
                                            </p:txEl>
                                          </p:spTgt>
                                        </p:tgtEl>
                                        <p:attrNameLst>
                                          <p:attrName>style.visibility</p:attrName>
                                        </p:attrNameLst>
                                      </p:cBhvr>
                                      <p:to>
                                        <p:strVal val="hidden"/>
                                      </p:to>
                                    </p:set>
                                  </p:childTnLst>
                                </p:cTn>
                              </p:par>
                              <p:par>
                                <p:cTn id="10" presetID="22" presetClass="exit" presetSubtype="4" fill="hold" nodeType="withEffect">
                                  <p:stCondLst>
                                    <p:cond delay="500"/>
                                  </p:stCondLst>
                                  <p:childTnLst>
                                    <p:animEffect transition="out" filter="wipe(down)">
                                      <p:cBhvr>
                                        <p:cTn id="11" dur="300"/>
                                        <p:tgtEl>
                                          <p:spTgt spid="2">
                                            <p:txEl>
                                              <p:pRg st="5" end="5"/>
                                            </p:txEl>
                                          </p:spTgt>
                                        </p:tgtEl>
                                      </p:cBhvr>
                                    </p:animEffect>
                                    <p:set>
                                      <p:cBhvr>
                                        <p:cTn id="12" dur="1" fill="hold">
                                          <p:stCondLst>
                                            <p:cond delay="299"/>
                                          </p:stCondLst>
                                        </p:cTn>
                                        <p:tgtEl>
                                          <p:spTgt spid="2">
                                            <p:txEl>
                                              <p:pRg st="5" end="5"/>
                                            </p:txEl>
                                          </p:spTgt>
                                        </p:tgtEl>
                                        <p:attrNameLst>
                                          <p:attrName>style.visibility</p:attrName>
                                        </p:attrNameLst>
                                      </p:cBhvr>
                                      <p:to>
                                        <p:strVal val="hidden"/>
                                      </p:to>
                                    </p:set>
                                  </p:childTnLst>
                                </p:cTn>
                              </p:par>
                              <p:par>
                                <p:cTn id="13" presetID="22" presetClass="exit" presetSubtype="4" fill="hold" nodeType="withEffect">
                                  <p:stCondLst>
                                    <p:cond delay="800"/>
                                  </p:stCondLst>
                                  <p:childTnLst>
                                    <p:animEffect transition="out" filter="wipe(down)">
                                      <p:cBhvr>
                                        <p:cTn id="14" dur="300"/>
                                        <p:tgtEl>
                                          <p:spTgt spid="2">
                                            <p:txEl>
                                              <p:pRg st="4" end="4"/>
                                            </p:txEl>
                                          </p:spTgt>
                                        </p:tgtEl>
                                      </p:cBhvr>
                                    </p:animEffect>
                                    <p:set>
                                      <p:cBhvr>
                                        <p:cTn id="15" dur="1" fill="hold">
                                          <p:stCondLst>
                                            <p:cond delay="299"/>
                                          </p:stCondLst>
                                        </p:cTn>
                                        <p:tgtEl>
                                          <p:spTgt spid="2">
                                            <p:txEl>
                                              <p:pRg st="4" end="4"/>
                                            </p:txEl>
                                          </p:spTgt>
                                        </p:tgtEl>
                                        <p:attrNameLst>
                                          <p:attrName>style.visibility</p:attrName>
                                        </p:attrNameLst>
                                      </p:cBhvr>
                                      <p:to>
                                        <p:strVal val="hidden"/>
                                      </p:to>
                                    </p:set>
                                  </p:childTnLst>
                                </p:cTn>
                              </p:par>
                              <p:par>
                                <p:cTn id="16" presetID="22" presetClass="exit" presetSubtype="4" fill="hold" nodeType="withEffect">
                                  <p:stCondLst>
                                    <p:cond delay="1000"/>
                                  </p:stCondLst>
                                  <p:childTnLst>
                                    <p:animEffect transition="out" filter="wipe(down)">
                                      <p:cBhvr>
                                        <p:cTn id="17" dur="300"/>
                                        <p:tgtEl>
                                          <p:spTgt spid="2">
                                            <p:txEl>
                                              <p:pRg st="3" end="3"/>
                                            </p:txEl>
                                          </p:spTgt>
                                        </p:tgtEl>
                                      </p:cBhvr>
                                    </p:animEffect>
                                    <p:set>
                                      <p:cBhvr>
                                        <p:cTn id="18" dur="1" fill="hold">
                                          <p:stCondLst>
                                            <p:cond delay="299"/>
                                          </p:stCondLst>
                                        </p:cTn>
                                        <p:tgtEl>
                                          <p:spTgt spid="2">
                                            <p:txEl>
                                              <p:pRg st="3" end="3"/>
                                            </p:txEl>
                                          </p:spTgt>
                                        </p:tgtEl>
                                        <p:attrNameLst>
                                          <p:attrName>style.visibility</p:attrName>
                                        </p:attrNameLst>
                                      </p:cBhvr>
                                      <p:to>
                                        <p:strVal val="hidden"/>
                                      </p:to>
                                    </p:set>
                                  </p:childTnLst>
                                </p:cTn>
                              </p:par>
                              <p:par>
                                <p:cTn id="19" presetID="22" presetClass="exit" presetSubtype="4" fill="hold" nodeType="withEffect">
                                  <p:stCondLst>
                                    <p:cond delay="1200"/>
                                  </p:stCondLst>
                                  <p:childTnLst>
                                    <p:animEffect transition="out" filter="wipe(down)">
                                      <p:cBhvr>
                                        <p:cTn id="20" dur="300"/>
                                        <p:tgtEl>
                                          <p:spTgt spid="2">
                                            <p:txEl>
                                              <p:pRg st="2" end="2"/>
                                            </p:txEl>
                                          </p:spTgt>
                                        </p:tgtEl>
                                      </p:cBhvr>
                                    </p:animEffect>
                                    <p:set>
                                      <p:cBhvr>
                                        <p:cTn id="21" dur="1" fill="hold">
                                          <p:stCondLst>
                                            <p:cond delay="299"/>
                                          </p:stCondLst>
                                        </p:cTn>
                                        <p:tgtEl>
                                          <p:spTgt spid="2">
                                            <p:txEl>
                                              <p:pRg st="2" end="2"/>
                                            </p:txEl>
                                          </p:spTgt>
                                        </p:tgtEl>
                                        <p:attrNameLst>
                                          <p:attrName>style.visibility</p:attrName>
                                        </p:attrNameLst>
                                      </p:cBhvr>
                                      <p:to>
                                        <p:strVal val="hidden"/>
                                      </p:to>
                                    </p:set>
                                  </p:childTnLst>
                                </p:cTn>
                              </p:par>
                              <p:par>
                                <p:cTn id="22" presetID="2" presetClass="entr" presetSubtype="4" decel="100000" fill="hold" nodeType="withEffect">
                                  <p:stCondLst>
                                    <p:cond delay="800"/>
                                  </p:stCondLst>
                                  <p:childTnLst>
                                    <p:set>
                                      <p:cBhvr>
                                        <p:cTn id="23" dur="1" fill="hold">
                                          <p:stCondLst>
                                            <p:cond delay="0"/>
                                          </p:stCondLst>
                                        </p:cTn>
                                        <p:tgtEl>
                                          <p:spTgt spid="15">
                                            <p:txEl>
                                              <p:pRg st="2" end="2"/>
                                            </p:txEl>
                                          </p:spTgt>
                                        </p:tgtEl>
                                        <p:attrNameLst>
                                          <p:attrName>style.visibility</p:attrName>
                                        </p:attrNameLst>
                                      </p:cBhvr>
                                      <p:to>
                                        <p:strVal val="visible"/>
                                      </p:to>
                                    </p:set>
                                    <p:anim calcmode="lin" valueType="num">
                                      <p:cBhvr additive="base">
                                        <p:cTn id="24" dur="12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25" dur="1200" fill="hold"/>
                                        <p:tgtEl>
                                          <p:spTgt spid="15">
                                            <p:txEl>
                                              <p:pRg st="2" end="2"/>
                                            </p:txEl>
                                          </p:spTgt>
                                        </p:tgtEl>
                                        <p:attrNameLst>
                                          <p:attrName>ppt_y</p:attrName>
                                        </p:attrNameLst>
                                      </p:cBhvr>
                                      <p:tavLst>
                                        <p:tav tm="0">
                                          <p:val>
                                            <p:strVal val="1+#ppt_h/2"/>
                                          </p:val>
                                        </p:tav>
                                        <p:tav tm="100000">
                                          <p:val>
                                            <p:strVal val="#ppt_y"/>
                                          </p:val>
                                        </p:tav>
                                      </p:tavLst>
                                    </p:anim>
                                  </p:childTnLst>
                                </p:cTn>
                              </p:par>
                              <p:par>
                                <p:cTn id="26" presetID="19" presetClass="emph" presetSubtype="0" fill="hold" nodeType="withEffect">
                                  <p:stCondLst>
                                    <p:cond delay="900"/>
                                  </p:stCondLst>
                                  <p:childTnLst>
                                    <p:animClr clrSpc="rgb" dir="cw">
                                      <p:cBhvr override="childStyle">
                                        <p:cTn id="27" dur="500" fill="hold"/>
                                        <p:tgtEl>
                                          <p:spTgt spid="2">
                                            <p:txEl>
                                              <p:pRg st="1" end="1"/>
                                            </p:txEl>
                                          </p:spTgt>
                                        </p:tgtEl>
                                        <p:attrNameLst>
                                          <p:attrName>style.color</p:attrName>
                                        </p:attrNameLst>
                                      </p:cBhvr>
                                      <p:to>
                                        <a:srgbClr val="96CDF8"/>
                                      </p:to>
                                    </p:animClr>
                                    <p:animClr clrSpc="rgb" dir="cw">
                                      <p:cBhvr>
                                        <p:cTn id="28" dur="500" fill="hold"/>
                                        <p:tgtEl>
                                          <p:spTgt spid="2">
                                            <p:txEl>
                                              <p:pRg st="1" end="1"/>
                                            </p:txEl>
                                          </p:spTgt>
                                        </p:tgtEl>
                                        <p:attrNameLst>
                                          <p:attrName>fillcolor</p:attrName>
                                        </p:attrNameLst>
                                      </p:cBhvr>
                                      <p:to>
                                        <a:srgbClr val="96CDF8"/>
                                      </p:to>
                                    </p:animClr>
                                    <p:set>
                                      <p:cBhvr>
                                        <p:cTn id="29" dur="500" fill="hold"/>
                                        <p:tgtEl>
                                          <p:spTgt spid="2">
                                            <p:txEl>
                                              <p:pRg st="1" end="1"/>
                                            </p:txEl>
                                          </p:spTgt>
                                        </p:tgtEl>
                                        <p:attrNameLst>
                                          <p:attrName>fill.type</p:attrName>
                                        </p:attrNameLst>
                                      </p:cBhvr>
                                      <p:to>
                                        <p:strVal val="solid"/>
                                      </p:to>
                                    </p:set>
                                    <p:set>
                                      <p:cBhvr>
                                        <p:cTn id="30" dur="500" fill="hold"/>
                                        <p:tgtEl>
                                          <p:spTgt spid="2">
                                            <p:txEl>
                                              <p:pRg st="1" end="1"/>
                                            </p:txEl>
                                          </p:spTgt>
                                        </p:tgtEl>
                                        <p:attrNameLst>
                                          <p:attrName>fill.on</p:attrName>
                                        </p:attrNameLst>
                                      </p:cBhvr>
                                      <p:to>
                                        <p:strVal val="true"/>
                                      </p:to>
                                    </p:set>
                                  </p:childTnLst>
                                </p:cTn>
                              </p:par>
                              <p:par>
                                <p:cTn id="31" presetID="1" presetClass="exit" presetSubtype="0" fill="hold" nodeType="withEffect">
                                  <p:stCondLst>
                                    <p:cond delay="900"/>
                                  </p:stCondLst>
                                  <p:childTnLst>
                                    <p:set>
                                      <p:cBhvr>
                                        <p:cTn id="32" dur="1" fill="hold">
                                          <p:stCondLst>
                                            <p:cond delay="0"/>
                                          </p:stCondLst>
                                        </p:cTn>
                                        <p:tgtEl>
                                          <p:spTgt spid="2">
                                            <p:txEl>
                                              <p:pRg st="7" end="7"/>
                                            </p:txEl>
                                          </p:spTgt>
                                        </p:tgtEl>
                                        <p:attrNameLst>
                                          <p:attrName>style.visibility</p:attrName>
                                        </p:attrNameLst>
                                      </p:cBhvr>
                                      <p:to>
                                        <p:strVal val="hidden"/>
                                      </p:to>
                                    </p:set>
                                  </p:childTnLst>
                                </p:cTn>
                              </p:par>
                              <p:par>
                                <p:cTn id="33" presetID="19" presetClass="emph" presetSubtype="0" fill="hold" nodeType="withEffect">
                                  <p:stCondLst>
                                    <p:cond delay="1200"/>
                                  </p:stCondLst>
                                  <p:childTnLst>
                                    <p:animClr clrSpc="rgb" dir="cw">
                                      <p:cBhvr override="childStyle">
                                        <p:cTn id="34" dur="500" fill="hold"/>
                                        <p:tgtEl>
                                          <p:spTgt spid="15">
                                            <p:txEl>
                                              <p:pRg st="2" end="2"/>
                                            </p:txEl>
                                          </p:spTgt>
                                        </p:tgtEl>
                                        <p:attrNameLst>
                                          <p:attrName>style.color</p:attrName>
                                        </p:attrNameLst>
                                      </p:cBhvr>
                                      <p:to>
                                        <a:schemeClr val="accent2"/>
                                      </p:to>
                                    </p:animClr>
                                    <p:animClr clrSpc="rgb" dir="cw">
                                      <p:cBhvr>
                                        <p:cTn id="35" dur="500" fill="hold"/>
                                        <p:tgtEl>
                                          <p:spTgt spid="15">
                                            <p:txEl>
                                              <p:pRg st="2" end="2"/>
                                            </p:txEl>
                                          </p:spTgt>
                                        </p:tgtEl>
                                        <p:attrNameLst>
                                          <p:attrName>fillcolor</p:attrName>
                                        </p:attrNameLst>
                                      </p:cBhvr>
                                      <p:to>
                                        <a:schemeClr val="accent2"/>
                                      </p:to>
                                    </p:animClr>
                                    <p:set>
                                      <p:cBhvr>
                                        <p:cTn id="36" dur="500" fill="hold"/>
                                        <p:tgtEl>
                                          <p:spTgt spid="15">
                                            <p:txEl>
                                              <p:pRg st="2" end="2"/>
                                            </p:txEl>
                                          </p:spTgt>
                                        </p:tgtEl>
                                        <p:attrNameLst>
                                          <p:attrName>fill.type</p:attrName>
                                        </p:attrNameLst>
                                      </p:cBhvr>
                                      <p:to>
                                        <p:strVal val="solid"/>
                                      </p:to>
                                    </p:set>
                                    <p:set>
                                      <p:cBhvr>
                                        <p:cTn id="37" dur="500" fill="hold"/>
                                        <p:tgtEl>
                                          <p:spTgt spid="15">
                                            <p:txEl>
                                              <p:pRg st="2" end="2"/>
                                            </p:txEl>
                                          </p:spTgt>
                                        </p:tgtEl>
                                        <p:attrNameLst>
                                          <p:attrName>fill.on</p:attrName>
                                        </p:attrNameLst>
                                      </p:cBhvr>
                                      <p:to>
                                        <p:strVal val="true"/>
                                      </p:to>
                                    </p:set>
                                  </p:childTnLst>
                                </p:cTn>
                              </p:par>
                              <p:par>
                                <p:cTn id="38" presetID="1" presetClass="entr" presetSubtype="0" fill="hold" grpId="0" nodeType="withEffect">
                                  <p:stCondLst>
                                    <p:cond delay="1800"/>
                                  </p:stCondLst>
                                  <p:childTnLst>
                                    <p:set>
                                      <p:cBhvr>
                                        <p:cTn id="39" dur="1" fill="hold">
                                          <p:stCondLst>
                                            <p:cond delay="0"/>
                                          </p:stCondLst>
                                        </p:cTn>
                                        <p:tgtEl>
                                          <p:spTgt spid="6"/>
                                        </p:tgtEl>
                                        <p:attrNameLst>
                                          <p:attrName>style.visibility</p:attrName>
                                        </p:attrNameLst>
                                      </p:cBhvr>
                                      <p:to>
                                        <p:strVal val="visible"/>
                                      </p:to>
                                    </p:set>
                                  </p:childTnLst>
                                </p:cTn>
                              </p:par>
                              <p:par>
                                <p:cTn id="40" presetID="10" presetClass="exit" presetSubtype="0" fill="hold" grpId="0" nodeType="withEffect">
                                  <p:stCondLst>
                                    <p:cond delay="1800"/>
                                  </p:stCondLst>
                                  <p:childTnLst>
                                    <p:animEffect transition="out" filter="fade">
                                      <p:cBhvr>
                                        <p:cTn id="41" dur="500"/>
                                        <p:tgtEl>
                                          <p:spTgt spid="13"/>
                                        </p:tgtEl>
                                      </p:cBhvr>
                                    </p:animEffect>
                                    <p:set>
                                      <p:cBhvr>
                                        <p:cTn id="42" dur="1" fill="hold">
                                          <p:stCondLst>
                                            <p:cond delay="499"/>
                                          </p:stCondLst>
                                        </p:cTn>
                                        <p:tgtEl>
                                          <p:spTgt spid="13"/>
                                        </p:tgtEl>
                                        <p:attrNameLst>
                                          <p:attrName>style.visibility</p:attrName>
                                        </p:attrNameLst>
                                      </p:cBhvr>
                                      <p:to>
                                        <p:strVal val="hidden"/>
                                      </p:to>
                                    </p:set>
                                  </p:childTnLst>
                                </p:cTn>
                              </p:par>
                              <p:par>
                                <p:cTn id="43" presetID="10" presetClass="exit" presetSubtype="0" fill="hold" nodeType="withEffect">
                                  <p:stCondLst>
                                    <p:cond delay="1800"/>
                                  </p:stCondLst>
                                  <p:childTnLst>
                                    <p:animEffect transition="out" filter="fade">
                                      <p:cBhvr>
                                        <p:cTn id="44" dur="500"/>
                                        <p:tgtEl>
                                          <p:spTgt spid="3"/>
                                        </p:tgtEl>
                                      </p:cBhvr>
                                    </p:animEffect>
                                    <p:set>
                                      <p:cBhvr>
                                        <p:cTn id="45"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20A0F4F-D15B-3088-F2A1-AD48A979E786}"/>
              </a:ext>
            </a:extLst>
          </p:cNvPr>
          <p:cNvSpPr/>
          <p:nvPr/>
        </p:nvSpPr>
        <p:spPr>
          <a:xfrm>
            <a:off x="331872" y="2282620"/>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1755182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781749F-2DE4-6052-FCC1-9E1C1554116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22291552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6F22D-BE40-925B-D0B4-154AD0607E50}"/>
            </a:ext>
          </a:extLst>
        </p:cNvPr>
        <p:cNvGrpSpPr/>
        <p:nvPr/>
      </p:nvGrpSpPr>
      <p:grpSpPr>
        <a:xfrm>
          <a:off x="0" y="0"/>
          <a:ext cx="0" cy="0"/>
          <a:chOff x="0" y="0"/>
          <a:chExt cx="0" cy="0"/>
        </a:xfrm>
      </p:grpSpPr>
    </p:spTree>
    <p:extLst>
      <p:ext uri="{BB962C8B-B14F-4D97-AF65-F5344CB8AC3E}">
        <p14:creationId xmlns:p14="http://schemas.microsoft.com/office/powerpoint/2010/main" val="1557603729"/>
      </p:ext>
    </p:extLst>
  </p:cSld>
  <p:clrMapOvr>
    <a:masterClrMapping/>
  </p:clrMapOvr>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515</TotalTime>
  <Words>577</Words>
  <Application>Microsoft Office PowerPoint</Application>
  <PresentationFormat>Widescreen</PresentationFormat>
  <Paragraphs>203</Paragraphs>
  <Slides>17</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Kumbh Sans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2026-09-17T17:59:47Z</dcterms:modified>
</cp:coreProperties>
</file>