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8" r:id="rId4"/>
    <p:sldId id="279" r:id="rId5"/>
    <p:sldId id="280" r:id="rId6"/>
    <p:sldId id="274" r:id="rId7"/>
    <p:sldId id="288" r:id="rId8"/>
    <p:sldId id="289" r:id="rId9"/>
    <p:sldId id="291" r:id="rId10"/>
    <p:sldId id="287" r:id="rId11"/>
    <p:sldId id="290" r:id="rId12"/>
    <p:sldId id="292" r:id="rId13"/>
    <p:sldId id="286" r:id="rId14"/>
  </p:sldIdLst>
  <p:sldSz cx="12192000" cy="6858000"/>
  <p:notesSz cx="6858000" cy="9144000"/>
  <p:embeddedFontLst>
    <p:embeddedFont>
      <p:font typeface="Kumbh Sans" pitchFamily="2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FDDDED-2833-4C19-B63D-60B97632705D}" v="62" dt="2026-10-18T21:09:06.2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396" autoAdjust="0"/>
  </p:normalViewPr>
  <p:slideViewPr>
    <p:cSldViewPr snapToGrid="0">
      <p:cViewPr>
        <p:scale>
          <a:sx n="150" d="100"/>
          <a:sy n="150" d="100"/>
        </p:scale>
        <p:origin x="33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ve Mutrux" userId="4fa98d0c-dc66-4728-b09b-a88e22e95094" providerId="ADAL" clId="{421BD283-33D8-4C6C-821F-71755E863FA2}"/>
    <pc:docChg chg="undo custSel addSld delSld modSld sldOrd">
      <pc:chgData name="Steve Mutrux" userId="4fa98d0c-dc66-4728-b09b-a88e22e95094" providerId="ADAL" clId="{421BD283-33D8-4C6C-821F-71755E863FA2}" dt="2026-10-18T21:09:06.244" v="6549"/>
      <pc:docMkLst>
        <pc:docMk/>
      </pc:docMkLst>
      <pc:sldChg chg="modNotesTx">
        <pc:chgData name="Steve Mutrux" userId="4fa98d0c-dc66-4728-b09b-a88e22e95094" providerId="ADAL" clId="{421BD283-33D8-4C6C-821F-71755E863FA2}" dt="2026-10-18T21:08:10.728" v="6529" actId="20577"/>
        <pc:sldMkLst>
          <pc:docMk/>
          <pc:sldMk cId="1072592071" sldId="256"/>
        </pc:sldMkLst>
      </pc:sldChg>
      <pc:sldChg chg="addSp delSp modSp add mod addAnim delAnim modAnim modNotesTx">
        <pc:chgData name="Steve Mutrux" userId="4fa98d0c-dc66-4728-b09b-a88e22e95094" providerId="ADAL" clId="{421BD283-33D8-4C6C-821F-71755E863FA2}" dt="2026-10-18T21:08:04.524" v="6524" actId="20577"/>
        <pc:sldMkLst>
          <pc:docMk/>
          <pc:sldMk cId="2816041415" sldId="257"/>
        </pc:sldMkLst>
        <pc:spChg chg="del">
          <ac:chgData name="Steve Mutrux" userId="4fa98d0c-dc66-4728-b09b-a88e22e95094" providerId="ADAL" clId="{421BD283-33D8-4C6C-821F-71755E863FA2}" dt="2026-10-18T20:10:35.512" v="5873" actId="478"/>
          <ac:spMkLst>
            <pc:docMk/>
            <pc:sldMk cId="2816041415" sldId="257"/>
            <ac:spMk id="4" creationId="{FF2203D6-CADD-8886-994B-15E5019085A9}"/>
          </ac:spMkLst>
        </pc:spChg>
        <pc:spChg chg="add del mod">
          <ac:chgData name="Steve Mutrux" userId="4fa98d0c-dc66-4728-b09b-a88e22e95094" providerId="ADAL" clId="{421BD283-33D8-4C6C-821F-71755E863FA2}" dt="2026-10-18T20:39:31.134" v="6179" actId="122"/>
          <ac:spMkLst>
            <pc:docMk/>
            <pc:sldMk cId="2816041415" sldId="257"/>
            <ac:spMk id="16" creationId="{E7FE4CEB-5AA4-EF36-A0B3-5685A99F5358}"/>
          </ac:spMkLst>
        </pc:spChg>
        <pc:grpChg chg="del">
          <ac:chgData name="Steve Mutrux" userId="4fa98d0c-dc66-4728-b09b-a88e22e95094" providerId="ADAL" clId="{421BD283-33D8-4C6C-821F-71755E863FA2}" dt="2026-10-18T20:10:36.089" v="5874" actId="478"/>
          <ac:grpSpMkLst>
            <pc:docMk/>
            <pc:sldMk cId="2816041415" sldId="257"/>
            <ac:grpSpMk id="2" creationId="{86DE5357-82AC-D117-E1C8-6C68EB834E4A}"/>
          </ac:grpSpMkLst>
        </pc:grpChg>
        <pc:picChg chg="del">
          <ac:chgData name="Steve Mutrux" userId="4fa98d0c-dc66-4728-b09b-a88e22e95094" providerId="ADAL" clId="{421BD283-33D8-4C6C-821F-71755E863FA2}" dt="2026-10-18T20:10:33.618" v="5872" actId="478"/>
          <ac:picMkLst>
            <pc:docMk/>
            <pc:sldMk cId="2816041415" sldId="257"/>
            <ac:picMk id="5" creationId="{3D0A4A62-E61A-1196-6F34-897ED21F2F35}"/>
          </ac:picMkLst>
        </pc:picChg>
        <pc:picChg chg="add del mod ord">
          <ac:chgData name="Steve Mutrux" userId="4fa98d0c-dc66-4728-b09b-a88e22e95094" providerId="ADAL" clId="{421BD283-33D8-4C6C-821F-71755E863FA2}" dt="2026-10-18T20:07:23.335" v="5839" actId="478"/>
          <ac:picMkLst>
            <pc:docMk/>
            <pc:sldMk cId="2816041415" sldId="257"/>
            <ac:picMk id="18" creationId="{564AEA62-7416-399A-3D15-3B47A683A141}"/>
          </ac:picMkLst>
        </pc:picChg>
      </pc:sldChg>
      <pc:sldChg chg="addSp delSp modSp add del mod delAnim modAnim modNotesTx">
        <pc:chgData name="Steve Mutrux" userId="4fa98d0c-dc66-4728-b09b-a88e22e95094" providerId="ADAL" clId="{421BD283-33D8-4C6C-821F-71755E863FA2}" dt="2026-10-18T20:38:47.823" v="6174" actId="47"/>
        <pc:sldMkLst>
          <pc:docMk/>
          <pc:sldMk cId="518144185" sldId="258"/>
        </pc:sldMkLst>
        <pc:spChg chg="add mod">
          <ac:chgData name="Steve Mutrux" userId="4fa98d0c-dc66-4728-b09b-a88e22e95094" providerId="ADAL" clId="{421BD283-33D8-4C6C-821F-71755E863FA2}" dt="2026-10-18T20:19:04.288" v="5929" actId="20577"/>
          <ac:spMkLst>
            <pc:docMk/>
            <pc:sldMk cId="518144185" sldId="258"/>
            <ac:spMk id="3" creationId="{9697B40B-5C1B-A86F-A87C-3F52FBF0E2C8}"/>
          </ac:spMkLst>
        </pc:spChg>
        <pc:spChg chg="del">
          <ac:chgData name="Steve Mutrux" userId="4fa98d0c-dc66-4728-b09b-a88e22e95094" providerId="ADAL" clId="{421BD283-33D8-4C6C-821F-71755E863FA2}" dt="2026-10-18T20:18:48.979" v="5905" actId="478"/>
          <ac:spMkLst>
            <pc:docMk/>
            <pc:sldMk cId="518144185" sldId="258"/>
            <ac:spMk id="5" creationId="{DB1A1787-4F3B-4026-9478-2D29155C7AD4}"/>
          </ac:spMkLst>
        </pc:spChg>
        <pc:spChg chg="add mod">
          <ac:chgData name="Steve Mutrux" userId="4fa98d0c-dc66-4728-b09b-a88e22e95094" providerId="ADAL" clId="{421BD283-33D8-4C6C-821F-71755E863FA2}" dt="2026-10-18T20:23:03.648" v="5976" actId="1076"/>
          <ac:spMkLst>
            <pc:docMk/>
            <pc:sldMk cId="518144185" sldId="258"/>
            <ac:spMk id="6" creationId="{A0382415-B23F-A123-9BDA-531E047D85D9}"/>
          </ac:spMkLst>
        </pc:spChg>
        <pc:spChg chg="add del mod">
          <ac:chgData name="Steve Mutrux" userId="4fa98d0c-dc66-4728-b09b-a88e22e95094" providerId="ADAL" clId="{421BD283-33D8-4C6C-821F-71755E863FA2}" dt="2026-10-18T20:18:50.221" v="5908" actId="478"/>
          <ac:spMkLst>
            <pc:docMk/>
            <pc:sldMk cId="518144185" sldId="258"/>
            <ac:spMk id="9" creationId="{574F826F-7902-4E9C-ECB9-9D31F725526B}"/>
          </ac:spMkLst>
        </pc:spChg>
        <pc:spChg chg="del">
          <ac:chgData name="Steve Mutrux" userId="4fa98d0c-dc66-4728-b09b-a88e22e95094" providerId="ADAL" clId="{421BD283-33D8-4C6C-821F-71755E863FA2}" dt="2026-10-18T20:18:49.812" v="5906" actId="478"/>
          <ac:spMkLst>
            <pc:docMk/>
            <pc:sldMk cId="518144185" sldId="258"/>
            <ac:spMk id="11" creationId="{1353A151-D3BF-5598-8C13-D8ED000AD618}"/>
          </ac:spMkLst>
        </pc:spChg>
        <pc:spChg chg="add del mod">
          <ac:chgData name="Steve Mutrux" userId="4fa98d0c-dc66-4728-b09b-a88e22e95094" providerId="ADAL" clId="{421BD283-33D8-4C6C-821F-71755E863FA2}" dt="2026-10-18T20:18:57.642" v="5915" actId="478"/>
          <ac:spMkLst>
            <pc:docMk/>
            <pc:sldMk cId="518144185" sldId="258"/>
            <ac:spMk id="18" creationId="{C6B1A604-7C77-14AF-238D-D7A8CCEFB2B3}"/>
          </ac:spMkLst>
        </pc:spChg>
        <pc:spChg chg="del">
          <ac:chgData name="Steve Mutrux" userId="4fa98d0c-dc66-4728-b09b-a88e22e95094" providerId="ADAL" clId="{421BD283-33D8-4C6C-821F-71755E863FA2}" dt="2026-10-18T20:18:55.687" v="5913" actId="478"/>
          <ac:spMkLst>
            <pc:docMk/>
            <pc:sldMk cId="518144185" sldId="258"/>
            <ac:spMk id="19" creationId="{4A0CC54C-E406-43A5-B3FC-71C942466F46}"/>
          </ac:spMkLst>
        </pc:spChg>
        <pc:spChg chg="add del mod">
          <ac:chgData name="Steve Mutrux" userId="4fa98d0c-dc66-4728-b09b-a88e22e95094" providerId="ADAL" clId="{421BD283-33D8-4C6C-821F-71755E863FA2}" dt="2026-10-18T20:18:52.803" v="5910" actId="478"/>
          <ac:spMkLst>
            <pc:docMk/>
            <pc:sldMk cId="518144185" sldId="258"/>
            <ac:spMk id="20" creationId="{CCFAD389-EE71-B68B-7904-B518B60423D2}"/>
          </ac:spMkLst>
        </pc:spChg>
        <pc:spChg chg="add del mod">
          <ac:chgData name="Steve Mutrux" userId="4fa98d0c-dc66-4728-b09b-a88e22e95094" providerId="ADAL" clId="{421BD283-33D8-4C6C-821F-71755E863FA2}" dt="2026-10-18T20:18:54.425" v="5912" actId="478"/>
          <ac:spMkLst>
            <pc:docMk/>
            <pc:sldMk cId="518144185" sldId="258"/>
            <ac:spMk id="21" creationId="{AD65F9A4-3D9F-CADB-4D37-DD80B4615F45}"/>
          </ac:spMkLst>
        </pc:spChg>
        <pc:spChg chg="add del mod">
          <ac:chgData name="Steve Mutrux" userId="4fa98d0c-dc66-4728-b09b-a88e22e95094" providerId="ADAL" clId="{421BD283-33D8-4C6C-821F-71755E863FA2}" dt="2026-10-18T20:18:58.641" v="5916" actId="478"/>
          <ac:spMkLst>
            <pc:docMk/>
            <pc:sldMk cId="518144185" sldId="258"/>
            <ac:spMk id="22" creationId="{12F11FF0-1BF1-6CC5-4631-D4121454A724}"/>
          </ac:spMkLst>
        </pc:spChg>
        <pc:spChg chg="add del mod">
          <ac:chgData name="Steve Mutrux" userId="4fa98d0c-dc66-4728-b09b-a88e22e95094" providerId="ADAL" clId="{421BD283-33D8-4C6C-821F-71755E863FA2}" dt="2026-10-18T20:18:56.717" v="5914" actId="478"/>
          <ac:spMkLst>
            <pc:docMk/>
            <pc:sldMk cId="518144185" sldId="258"/>
            <ac:spMk id="23" creationId="{407BEB45-41C6-4289-92A8-7E218F7F8701}"/>
          </ac:spMkLst>
        </pc:spChg>
        <pc:spChg chg="add del mod">
          <ac:chgData name="Steve Mutrux" userId="4fa98d0c-dc66-4728-b09b-a88e22e95094" providerId="ADAL" clId="{421BD283-33D8-4C6C-821F-71755E863FA2}" dt="2026-10-18T20:18:59.448" v="5917" actId="478"/>
          <ac:spMkLst>
            <pc:docMk/>
            <pc:sldMk cId="518144185" sldId="258"/>
            <ac:spMk id="24" creationId="{943D9693-4F65-1A39-4384-D3D500B08D4A}"/>
          </ac:spMkLst>
        </pc:spChg>
        <pc:grpChg chg="del">
          <ac:chgData name="Steve Mutrux" userId="4fa98d0c-dc66-4728-b09b-a88e22e95094" providerId="ADAL" clId="{421BD283-33D8-4C6C-821F-71755E863FA2}" dt="2026-10-18T20:18:51.071" v="5909" actId="478"/>
          <ac:grpSpMkLst>
            <pc:docMk/>
            <pc:sldMk cId="518144185" sldId="258"/>
            <ac:grpSpMk id="14" creationId="{8A8268A5-D4AB-506C-B03C-108E6F28747B}"/>
          </ac:grpSpMkLst>
        </pc:grpChg>
      </pc:sldChg>
      <pc:sldChg chg="addSp delSp modSp add del mod ord modTransition modAnim">
        <pc:chgData name="Steve Mutrux" userId="4fa98d0c-dc66-4728-b09b-a88e22e95094" providerId="ADAL" clId="{421BD283-33D8-4C6C-821F-71755E863FA2}" dt="2026-10-18T20:21:18.133" v="5943" actId="47"/>
        <pc:sldMkLst>
          <pc:docMk/>
          <pc:sldMk cId="3444687766" sldId="260"/>
        </pc:sldMkLst>
      </pc:sldChg>
      <pc:sldChg chg="addSp delSp modSp add del mod modTransition addAnim delAnim modAnim modNotesTx">
        <pc:chgData name="Steve Mutrux" userId="4fa98d0c-dc66-4728-b09b-a88e22e95094" providerId="ADAL" clId="{421BD283-33D8-4C6C-821F-71755E863FA2}" dt="2026-10-18T20:21:18.871" v="5945" actId="47"/>
        <pc:sldMkLst>
          <pc:docMk/>
          <pc:sldMk cId="4190029259" sldId="261"/>
        </pc:sldMkLst>
      </pc:sldChg>
      <pc:sldChg chg="addSp delSp modSp add del mod modTransition delAnim modAnim">
        <pc:chgData name="Steve Mutrux" userId="4fa98d0c-dc66-4728-b09b-a88e22e95094" providerId="ADAL" clId="{421BD283-33D8-4C6C-821F-71755E863FA2}" dt="2026-10-18T20:21:19.946" v="5947" actId="47"/>
        <pc:sldMkLst>
          <pc:docMk/>
          <pc:sldMk cId="1179066660" sldId="262"/>
        </pc:sldMkLst>
      </pc:sldChg>
      <pc:sldChg chg="addSp del mod">
        <pc:chgData name="Steve Mutrux" userId="4fa98d0c-dc66-4728-b09b-a88e22e95094" providerId="ADAL" clId="{421BD283-33D8-4C6C-821F-71755E863FA2}" dt="2026-10-18T20:40:13.090" v="6192" actId="47"/>
        <pc:sldMkLst>
          <pc:docMk/>
          <pc:sldMk cId="2229155277" sldId="263"/>
        </pc:sldMkLst>
        <pc:spChg chg="add">
          <ac:chgData name="Steve Mutrux" userId="4fa98d0c-dc66-4728-b09b-a88e22e95094" providerId="ADAL" clId="{421BD283-33D8-4C6C-821F-71755E863FA2}" dt="2026-10-18T20:39:44.837" v="6180" actId="22"/>
          <ac:spMkLst>
            <pc:docMk/>
            <pc:sldMk cId="2229155277" sldId="263"/>
            <ac:spMk id="3" creationId="{66E72083-8ED0-47FF-61BE-81AE5B132688}"/>
          </ac:spMkLst>
        </pc:spChg>
      </pc:sldChg>
      <pc:sldChg chg="addSp delSp modSp add del mod modTransition delAnim modAnim modNotesTx">
        <pc:chgData name="Steve Mutrux" userId="4fa98d0c-dc66-4728-b09b-a88e22e95094" providerId="ADAL" clId="{421BD283-33D8-4C6C-821F-71755E863FA2}" dt="2026-10-18T20:21:15.948" v="5938" actId="47"/>
        <pc:sldMkLst>
          <pc:docMk/>
          <pc:sldMk cId="353601395" sldId="266"/>
        </pc:sldMkLst>
      </pc:sldChg>
      <pc:sldChg chg="addSp delSp modSp add del mod modTransition modAnim modNotesTx">
        <pc:chgData name="Steve Mutrux" userId="4fa98d0c-dc66-4728-b09b-a88e22e95094" providerId="ADAL" clId="{421BD283-33D8-4C6C-821F-71755E863FA2}" dt="2026-10-18T20:21:16.437" v="5939" actId="47"/>
        <pc:sldMkLst>
          <pc:docMk/>
          <pc:sldMk cId="557364214" sldId="267"/>
        </pc:sldMkLst>
      </pc:sldChg>
      <pc:sldChg chg="addSp delSp modSp add del mod modTransition modAnim modNotesTx">
        <pc:chgData name="Steve Mutrux" userId="4fa98d0c-dc66-4728-b09b-a88e22e95094" providerId="ADAL" clId="{421BD283-33D8-4C6C-821F-71755E863FA2}" dt="2026-10-18T20:21:16.864" v="5940" actId="47"/>
        <pc:sldMkLst>
          <pc:docMk/>
          <pc:sldMk cId="3893094920" sldId="268"/>
        </pc:sldMkLst>
      </pc:sldChg>
      <pc:sldChg chg="del">
        <pc:chgData name="Steve Mutrux" userId="4fa98d0c-dc66-4728-b09b-a88e22e95094" providerId="ADAL" clId="{421BD283-33D8-4C6C-821F-71755E863FA2}" dt="2026-10-18T20:21:21.086" v="5948" actId="47"/>
        <pc:sldMkLst>
          <pc:docMk/>
          <pc:sldMk cId="1755182162" sldId="269"/>
        </pc:sldMkLst>
      </pc:sldChg>
      <pc:sldChg chg="addSp delSp modSp add del mod ord modTransition addAnim delAnim modAnim">
        <pc:chgData name="Steve Mutrux" userId="4fa98d0c-dc66-4728-b09b-a88e22e95094" providerId="ADAL" clId="{421BD283-33D8-4C6C-821F-71755E863FA2}" dt="2026-10-18T20:21:17.681" v="5942" actId="47"/>
        <pc:sldMkLst>
          <pc:docMk/>
          <pc:sldMk cId="1194673410" sldId="272"/>
        </pc:sldMkLst>
      </pc:sldChg>
      <pc:sldChg chg="addSp modSp add del mod modTransition modAnim modNotesTx">
        <pc:chgData name="Steve Mutrux" userId="4fa98d0c-dc66-4728-b09b-a88e22e95094" providerId="ADAL" clId="{421BD283-33D8-4C6C-821F-71755E863FA2}" dt="2026-10-18T20:21:15.115" v="5937" actId="47"/>
        <pc:sldMkLst>
          <pc:docMk/>
          <pc:sldMk cId="3925825761" sldId="273"/>
        </pc:sldMkLst>
      </pc:sldChg>
      <pc:sldChg chg="addSp delSp modSp add mod modTransition delAnim modAnim modNotesTx">
        <pc:chgData name="Steve Mutrux" userId="4fa98d0c-dc66-4728-b09b-a88e22e95094" providerId="ADAL" clId="{421BD283-33D8-4C6C-821F-71755E863FA2}" dt="2026-10-18T21:09:06.244" v="6549"/>
        <pc:sldMkLst>
          <pc:docMk/>
          <pc:sldMk cId="859702855" sldId="274"/>
        </pc:sldMkLst>
        <pc:spChg chg="add del mod">
          <ac:chgData name="Steve Mutrux" userId="4fa98d0c-dc66-4728-b09b-a88e22e95094" providerId="ADAL" clId="{421BD283-33D8-4C6C-821F-71755E863FA2}" dt="2026-10-18T20:21:13.223" v="5936" actId="478"/>
          <ac:spMkLst>
            <pc:docMk/>
            <pc:sldMk cId="859702855" sldId="274"/>
            <ac:spMk id="2" creationId="{D46ED73F-A2B7-C52F-965C-210379FFFA48}"/>
          </ac:spMkLst>
        </pc:spChg>
        <pc:spChg chg="add del mod ord">
          <ac:chgData name="Steve Mutrux" userId="4fa98d0c-dc66-4728-b09b-a88e22e95094" providerId="ADAL" clId="{421BD283-33D8-4C6C-821F-71755E863FA2}" dt="2026-10-18T20:21:09.752" v="5931" actId="478"/>
          <ac:spMkLst>
            <pc:docMk/>
            <pc:sldMk cId="859702855" sldId="274"/>
            <ac:spMk id="3" creationId="{E708DE89-EBCB-3EDF-87C7-829832B351D2}"/>
          </ac:spMkLst>
        </pc:spChg>
        <pc:spChg chg="del">
          <ac:chgData name="Steve Mutrux" userId="4fa98d0c-dc66-4728-b09b-a88e22e95094" providerId="ADAL" clId="{421BD283-33D8-4C6C-821F-71755E863FA2}" dt="2026-10-18T20:21:07.841" v="5930" actId="478"/>
          <ac:spMkLst>
            <pc:docMk/>
            <pc:sldMk cId="859702855" sldId="274"/>
            <ac:spMk id="5" creationId="{F8956383-E691-FC76-E924-4B4A864CF854}"/>
          </ac:spMkLst>
        </pc:spChg>
        <pc:spChg chg="del">
          <ac:chgData name="Steve Mutrux" userId="4fa98d0c-dc66-4728-b09b-a88e22e95094" providerId="ADAL" clId="{421BD283-33D8-4C6C-821F-71755E863FA2}" dt="2026-10-18T20:21:12.106" v="5935" actId="478"/>
          <ac:spMkLst>
            <pc:docMk/>
            <pc:sldMk cId="859702855" sldId="274"/>
            <ac:spMk id="9" creationId="{0488ED9F-6438-678E-E4DD-BB6D15FDBB1D}"/>
          </ac:spMkLst>
        </pc:spChg>
        <pc:spChg chg="del">
          <ac:chgData name="Steve Mutrux" userId="4fa98d0c-dc66-4728-b09b-a88e22e95094" providerId="ADAL" clId="{421BD283-33D8-4C6C-821F-71755E863FA2}" dt="2026-10-18T20:21:10.600" v="5932" actId="478"/>
          <ac:spMkLst>
            <pc:docMk/>
            <pc:sldMk cId="859702855" sldId="274"/>
            <ac:spMk id="11" creationId="{01FD20CE-420D-5D93-0EE6-EC9658D1E720}"/>
          </ac:spMkLst>
        </pc:spChg>
        <pc:spChg chg="add">
          <ac:chgData name="Steve Mutrux" userId="4fa98d0c-dc66-4728-b09b-a88e22e95094" providerId="ADAL" clId="{421BD283-33D8-4C6C-821F-71755E863FA2}" dt="2026-10-18T20:38:51.503" v="6175" actId="22"/>
          <ac:spMkLst>
            <pc:docMk/>
            <pc:sldMk cId="859702855" sldId="274"/>
            <ac:spMk id="18" creationId="{098304DF-3B96-2D0A-1A1B-EC4FDF5643D2}"/>
          </ac:spMkLst>
        </pc:spChg>
        <pc:grpChg chg="del">
          <ac:chgData name="Steve Mutrux" userId="4fa98d0c-dc66-4728-b09b-a88e22e95094" providerId="ADAL" clId="{421BD283-33D8-4C6C-821F-71755E863FA2}" dt="2026-10-18T20:21:11.241" v="5933" actId="478"/>
          <ac:grpSpMkLst>
            <pc:docMk/>
            <pc:sldMk cId="859702855" sldId="274"/>
            <ac:grpSpMk id="4" creationId="{9BD9A52F-41BC-38EA-E934-69D56F8B495C}"/>
          </ac:grpSpMkLst>
        </pc:grpChg>
        <pc:grpChg chg="del">
          <ac:chgData name="Steve Mutrux" userId="4fa98d0c-dc66-4728-b09b-a88e22e95094" providerId="ADAL" clId="{421BD283-33D8-4C6C-821F-71755E863FA2}" dt="2026-10-18T20:21:11.855" v="5934" actId="478"/>
          <ac:grpSpMkLst>
            <pc:docMk/>
            <pc:sldMk cId="859702855" sldId="274"/>
            <ac:grpSpMk id="14" creationId="{09FF16B3-5309-D404-0771-DCF26DB503B5}"/>
          </ac:grpSpMkLst>
        </pc:grpChg>
        <pc:picChg chg="add del">
          <ac:chgData name="Steve Mutrux" userId="4fa98d0c-dc66-4728-b09b-a88e22e95094" providerId="ADAL" clId="{421BD283-33D8-4C6C-821F-71755E863FA2}" dt="2026-10-18T20:37:59.575" v="6169" actId="478"/>
          <ac:picMkLst>
            <pc:docMk/>
            <pc:sldMk cId="859702855" sldId="274"/>
            <ac:picMk id="10" creationId="{72C8118B-44B8-E469-DBF2-7EBFA719F6EF}"/>
          </ac:picMkLst>
        </pc:picChg>
        <pc:picChg chg="add mod">
          <ac:chgData name="Steve Mutrux" userId="4fa98d0c-dc66-4728-b09b-a88e22e95094" providerId="ADAL" clId="{421BD283-33D8-4C6C-821F-71755E863FA2}" dt="2026-10-18T20:52:52.946" v="6337" actId="14100"/>
          <ac:picMkLst>
            <pc:docMk/>
            <pc:sldMk cId="859702855" sldId="274"/>
            <ac:picMk id="16" creationId="{01D343E5-100A-B561-A014-80646C305190}"/>
          </ac:picMkLst>
        </pc:picChg>
      </pc:sldChg>
      <pc:sldChg chg="addSp delSp modSp add del mod addAnim delAnim modAnim modNotesTx">
        <pc:chgData name="Steve Mutrux" userId="4fa98d0c-dc66-4728-b09b-a88e22e95094" providerId="ADAL" clId="{421BD283-33D8-4C6C-821F-71755E863FA2}" dt="2026-10-18T20:21:17.270" v="5941" actId="47"/>
        <pc:sldMkLst>
          <pc:docMk/>
          <pc:sldMk cId="1282376480" sldId="275"/>
        </pc:sldMkLst>
      </pc:sldChg>
      <pc:sldChg chg="modSp del">
        <pc:chgData name="Steve Mutrux" userId="4fa98d0c-dc66-4728-b09b-a88e22e95094" providerId="ADAL" clId="{421BD283-33D8-4C6C-821F-71755E863FA2}" dt="2026-10-18T20:21:18.519" v="5944" actId="47"/>
        <pc:sldMkLst>
          <pc:docMk/>
          <pc:sldMk cId="1400023611" sldId="276"/>
        </pc:sldMkLst>
      </pc:sldChg>
      <pc:sldChg chg="modSp add del mod">
        <pc:chgData name="Steve Mutrux" userId="4fa98d0c-dc66-4728-b09b-a88e22e95094" providerId="ADAL" clId="{421BD283-33D8-4C6C-821F-71755E863FA2}" dt="2026-10-18T20:21:19.282" v="5946" actId="47"/>
        <pc:sldMkLst>
          <pc:docMk/>
          <pc:sldMk cId="2234467840" sldId="277"/>
        </pc:sldMkLst>
      </pc:sldChg>
      <pc:sldChg chg="addSp delSp modSp add mod delAnim modNotesTx">
        <pc:chgData name="Steve Mutrux" userId="4fa98d0c-dc66-4728-b09b-a88e22e95094" providerId="ADAL" clId="{421BD283-33D8-4C6C-821F-71755E863FA2}" dt="2026-10-18T21:07:55.481" v="6519" actId="20577"/>
        <pc:sldMkLst>
          <pc:docMk/>
          <pc:sldMk cId="331870557" sldId="278"/>
        </pc:sldMkLst>
        <pc:spChg chg="add mod">
          <ac:chgData name="Steve Mutrux" userId="4fa98d0c-dc66-4728-b09b-a88e22e95094" providerId="ADAL" clId="{421BD283-33D8-4C6C-821F-71755E863FA2}" dt="2026-10-18T20:18:12.804" v="5904" actId="20577"/>
          <ac:spMkLst>
            <pc:docMk/>
            <pc:sldMk cId="331870557" sldId="278"/>
            <ac:spMk id="7" creationId="{6B660B11-67E7-7A53-D440-C5F9F694D2D6}"/>
          </ac:spMkLst>
        </pc:spChg>
        <pc:spChg chg="add del">
          <ac:chgData name="Steve Mutrux" userId="4fa98d0c-dc66-4728-b09b-a88e22e95094" providerId="ADAL" clId="{421BD283-33D8-4C6C-821F-71755E863FA2}" dt="2026-10-18T20:38:59.559" v="6177" actId="22"/>
          <ac:spMkLst>
            <pc:docMk/>
            <pc:sldMk cId="331870557" sldId="278"/>
            <ac:spMk id="9" creationId="{46653689-6F79-867B-7BBD-634C5F9FDB6B}"/>
          </ac:spMkLst>
        </pc:spChg>
        <pc:spChg chg="del">
          <ac:chgData name="Steve Mutrux" userId="4fa98d0c-dc66-4728-b09b-a88e22e95094" providerId="ADAL" clId="{421BD283-33D8-4C6C-821F-71755E863FA2}" dt="2026-10-18T20:12:25.800" v="5877" actId="478"/>
          <ac:spMkLst>
            <pc:docMk/>
            <pc:sldMk cId="331870557" sldId="278"/>
            <ac:spMk id="16" creationId="{933BB270-D2DD-F932-CE37-0406CD168C5C}"/>
          </ac:spMkLst>
        </pc:spChg>
        <pc:picChg chg="add del mod">
          <ac:chgData name="Steve Mutrux" userId="4fa98d0c-dc66-4728-b09b-a88e22e95094" providerId="ADAL" clId="{421BD283-33D8-4C6C-821F-71755E863FA2}" dt="2026-10-18T20:16:22.630" v="5885" actId="478"/>
          <ac:picMkLst>
            <pc:docMk/>
            <pc:sldMk cId="331870557" sldId="278"/>
            <ac:picMk id="3" creationId="{430BE811-41C1-16C2-9C13-654C847382D9}"/>
          </ac:picMkLst>
        </pc:picChg>
        <pc:picChg chg="add mod">
          <ac:chgData name="Steve Mutrux" userId="4fa98d0c-dc66-4728-b09b-a88e22e95094" providerId="ADAL" clId="{421BD283-33D8-4C6C-821F-71755E863FA2}" dt="2026-10-18T20:16:50.720" v="5891" actId="1076"/>
          <ac:picMkLst>
            <pc:docMk/>
            <pc:sldMk cId="331870557" sldId="278"/>
            <ac:picMk id="5" creationId="{2D632948-B620-E6BF-9DC4-B2EC5AC89ABA}"/>
          </ac:picMkLst>
        </pc:picChg>
      </pc:sldChg>
      <pc:sldChg chg="addSp modSp add mod modTransition modNotesTx">
        <pc:chgData name="Steve Mutrux" userId="4fa98d0c-dc66-4728-b09b-a88e22e95094" providerId="ADAL" clId="{421BD283-33D8-4C6C-821F-71755E863FA2}" dt="2026-10-18T21:09:01.540" v="6548"/>
        <pc:sldMkLst>
          <pc:docMk/>
          <pc:sldMk cId="2551726877" sldId="279"/>
        </pc:sldMkLst>
        <pc:spChg chg="add mod">
          <ac:chgData name="Steve Mutrux" userId="4fa98d0c-dc66-4728-b09b-a88e22e95094" providerId="ADAL" clId="{421BD283-33D8-4C6C-821F-71755E863FA2}" dt="2026-10-18T20:35:21.430" v="6119" actId="122"/>
          <ac:spMkLst>
            <pc:docMk/>
            <pc:sldMk cId="2551726877" sldId="279"/>
            <ac:spMk id="4" creationId="{1647CDC7-68E7-CA66-1F89-B2D0E0430D70}"/>
          </ac:spMkLst>
        </pc:spChg>
      </pc:sldChg>
      <pc:sldChg chg="addSp modSp add mod modTransition modNotesTx">
        <pc:chgData name="Steve Mutrux" userId="4fa98d0c-dc66-4728-b09b-a88e22e95094" providerId="ADAL" clId="{421BD283-33D8-4C6C-821F-71755E863FA2}" dt="2026-10-18T21:09:06.244" v="6549"/>
        <pc:sldMkLst>
          <pc:docMk/>
          <pc:sldMk cId="2587855446" sldId="280"/>
        </pc:sldMkLst>
        <pc:spChg chg="add mod">
          <ac:chgData name="Steve Mutrux" userId="4fa98d0c-dc66-4728-b09b-a88e22e95094" providerId="ADAL" clId="{421BD283-33D8-4C6C-821F-71755E863FA2}" dt="2026-10-18T20:36:50.623" v="6167" actId="20577"/>
          <ac:spMkLst>
            <pc:docMk/>
            <pc:sldMk cId="2587855446" sldId="280"/>
            <ac:spMk id="4" creationId="{9934A14D-A35A-E0BB-892A-0D30F7562EB1}"/>
          </ac:spMkLst>
        </pc:spChg>
      </pc:sldChg>
      <pc:sldChg chg="add del">
        <pc:chgData name="Steve Mutrux" userId="4fa98d0c-dc66-4728-b09b-a88e22e95094" providerId="ADAL" clId="{421BD283-33D8-4C6C-821F-71755E863FA2}" dt="2026-10-18T20:40:13.930" v="6193" actId="47"/>
        <pc:sldMkLst>
          <pc:docMk/>
          <pc:sldMk cId="375307792" sldId="281"/>
        </pc:sldMkLst>
      </pc:sldChg>
      <pc:sldChg chg="add del">
        <pc:chgData name="Steve Mutrux" userId="4fa98d0c-dc66-4728-b09b-a88e22e95094" providerId="ADAL" clId="{421BD283-33D8-4C6C-821F-71755E863FA2}" dt="2026-10-18T20:40:14.654" v="6194" actId="47"/>
        <pc:sldMkLst>
          <pc:docMk/>
          <pc:sldMk cId="351309922" sldId="282"/>
        </pc:sldMkLst>
      </pc:sldChg>
      <pc:sldChg chg="add del">
        <pc:chgData name="Steve Mutrux" userId="4fa98d0c-dc66-4728-b09b-a88e22e95094" providerId="ADAL" clId="{421BD283-33D8-4C6C-821F-71755E863FA2}" dt="2026-10-18T20:40:15.156" v="6195" actId="47"/>
        <pc:sldMkLst>
          <pc:docMk/>
          <pc:sldMk cId="2635261050" sldId="283"/>
        </pc:sldMkLst>
      </pc:sldChg>
      <pc:sldChg chg="add del">
        <pc:chgData name="Steve Mutrux" userId="4fa98d0c-dc66-4728-b09b-a88e22e95094" providerId="ADAL" clId="{421BD283-33D8-4C6C-821F-71755E863FA2}" dt="2026-10-18T20:40:15.594" v="6196" actId="47"/>
        <pc:sldMkLst>
          <pc:docMk/>
          <pc:sldMk cId="2535998742" sldId="284"/>
        </pc:sldMkLst>
      </pc:sldChg>
      <pc:sldChg chg="add del">
        <pc:chgData name="Steve Mutrux" userId="4fa98d0c-dc66-4728-b09b-a88e22e95094" providerId="ADAL" clId="{421BD283-33D8-4C6C-821F-71755E863FA2}" dt="2026-10-18T20:40:16.062" v="6197" actId="47"/>
        <pc:sldMkLst>
          <pc:docMk/>
          <pc:sldMk cId="2561862345" sldId="285"/>
        </pc:sldMkLst>
      </pc:sldChg>
      <pc:sldChg chg="modSp add mod modNotesTx">
        <pc:chgData name="Steve Mutrux" userId="4fa98d0c-dc66-4728-b09b-a88e22e95094" providerId="ADAL" clId="{421BD283-33D8-4C6C-821F-71755E863FA2}" dt="2026-10-18T21:08:47.538" v="6547" actId="20577"/>
        <pc:sldMkLst>
          <pc:docMk/>
          <pc:sldMk cId="2851462977" sldId="286"/>
        </pc:sldMkLst>
        <pc:spChg chg="mod">
          <ac:chgData name="Steve Mutrux" userId="4fa98d0c-dc66-4728-b09b-a88e22e95094" providerId="ADAL" clId="{421BD283-33D8-4C6C-821F-71755E863FA2}" dt="2026-10-18T20:40:00.848" v="6191" actId="20577"/>
          <ac:spMkLst>
            <pc:docMk/>
            <pc:sldMk cId="2851462977" sldId="286"/>
            <ac:spMk id="3" creationId="{510A9866-EA26-A687-7340-03AAD8069AB5}"/>
          </ac:spMkLst>
        </pc:spChg>
      </pc:sldChg>
      <pc:sldChg chg="modSp add mod ord modTransition modNotesTx">
        <pc:chgData name="Steve Mutrux" userId="4fa98d0c-dc66-4728-b09b-a88e22e95094" providerId="ADAL" clId="{421BD283-33D8-4C6C-821F-71755E863FA2}" dt="2026-10-18T21:09:06.244" v="6549"/>
        <pc:sldMkLst>
          <pc:docMk/>
          <pc:sldMk cId="4195124338" sldId="287"/>
        </pc:sldMkLst>
        <pc:spChg chg="mod">
          <ac:chgData name="Steve Mutrux" userId="4fa98d0c-dc66-4728-b09b-a88e22e95094" providerId="ADAL" clId="{421BD283-33D8-4C6C-821F-71755E863FA2}" dt="2026-10-18T21:01:10.349" v="6455" actId="20577"/>
          <ac:spMkLst>
            <pc:docMk/>
            <pc:sldMk cId="4195124338" sldId="287"/>
            <ac:spMk id="4" creationId="{D75D307F-AD1C-2367-0F58-905969222456}"/>
          </ac:spMkLst>
        </pc:spChg>
      </pc:sldChg>
      <pc:sldChg chg="modSp add mod ord modTransition modNotesTx">
        <pc:chgData name="Steve Mutrux" userId="4fa98d0c-dc66-4728-b09b-a88e22e95094" providerId="ADAL" clId="{421BD283-33D8-4C6C-821F-71755E863FA2}" dt="2026-10-18T21:09:06.244" v="6549"/>
        <pc:sldMkLst>
          <pc:docMk/>
          <pc:sldMk cId="1674940553" sldId="288"/>
        </pc:sldMkLst>
        <pc:spChg chg="mod">
          <ac:chgData name="Steve Mutrux" userId="4fa98d0c-dc66-4728-b09b-a88e22e95094" providerId="ADAL" clId="{421BD283-33D8-4C6C-821F-71755E863FA2}" dt="2026-10-18T20:42:00.518" v="6262" actId="20577"/>
          <ac:spMkLst>
            <pc:docMk/>
            <pc:sldMk cId="1674940553" sldId="288"/>
            <ac:spMk id="4" creationId="{8535396B-E271-A130-61F7-441606F7A309}"/>
          </ac:spMkLst>
        </pc:spChg>
      </pc:sldChg>
      <pc:sldChg chg="modSp add mod ord modTransition">
        <pc:chgData name="Steve Mutrux" userId="4fa98d0c-dc66-4728-b09b-a88e22e95094" providerId="ADAL" clId="{421BD283-33D8-4C6C-821F-71755E863FA2}" dt="2026-10-18T21:09:06.244" v="6549"/>
        <pc:sldMkLst>
          <pc:docMk/>
          <pc:sldMk cId="3287334312" sldId="289"/>
        </pc:sldMkLst>
        <pc:spChg chg="mod">
          <ac:chgData name="Steve Mutrux" userId="4fa98d0c-dc66-4728-b09b-a88e22e95094" providerId="ADAL" clId="{421BD283-33D8-4C6C-821F-71755E863FA2}" dt="2026-10-18T20:43:54.061" v="6324" actId="20577"/>
          <ac:spMkLst>
            <pc:docMk/>
            <pc:sldMk cId="3287334312" sldId="289"/>
            <ac:spMk id="4" creationId="{EEE4DC23-F2E3-F5FA-FD00-BA97FBA8CBA0}"/>
          </ac:spMkLst>
        </pc:spChg>
      </pc:sldChg>
      <pc:sldChg chg="modSp add mod ord modTransition">
        <pc:chgData name="Steve Mutrux" userId="4fa98d0c-dc66-4728-b09b-a88e22e95094" providerId="ADAL" clId="{421BD283-33D8-4C6C-821F-71755E863FA2}" dt="2026-10-18T21:09:06.244" v="6549"/>
        <pc:sldMkLst>
          <pc:docMk/>
          <pc:sldMk cId="3247530483" sldId="290"/>
        </pc:sldMkLst>
        <pc:spChg chg="mod">
          <ac:chgData name="Steve Mutrux" userId="4fa98d0c-dc66-4728-b09b-a88e22e95094" providerId="ADAL" clId="{421BD283-33D8-4C6C-821F-71755E863FA2}" dt="2026-10-18T21:01:54.269" v="6507" actId="20577"/>
          <ac:spMkLst>
            <pc:docMk/>
            <pc:sldMk cId="3247530483" sldId="290"/>
            <ac:spMk id="4" creationId="{5BA943F1-2311-AFD3-60C2-26D7EC85C8DC}"/>
          </ac:spMkLst>
        </pc:spChg>
      </pc:sldChg>
      <pc:sldChg chg="addSp delSp modSp add mod modTransition">
        <pc:chgData name="Steve Mutrux" userId="4fa98d0c-dc66-4728-b09b-a88e22e95094" providerId="ADAL" clId="{421BD283-33D8-4C6C-821F-71755E863FA2}" dt="2026-10-18T21:09:06.244" v="6549"/>
        <pc:sldMkLst>
          <pc:docMk/>
          <pc:sldMk cId="1548990422" sldId="291"/>
        </pc:sldMkLst>
        <pc:picChg chg="add mod">
          <ac:chgData name="Steve Mutrux" userId="4fa98d0c-dc66-4728-b09b-a88e22e95094" providerId="ADAL" clId="{421BD283-33D8-4C6C-821F-71755E863FA2}" dt="2026-10-18T20:52:58.861" v="6338" actId="14100"/>
          <ac:picMkLst>
            <pc:docMk/>
            <pc:sldMk cId="1548990422" sldId="291"/>
            <ac:picMk id="3" creationId="{305F433A-8AAC-4639-AB18-56AF9D94634D}"/>
          </ac:picMkLst>
        </pc:picChg>
        <pc:picChg chg="del">
          <ac:chgData name="Steve Mutrux" userId="4fa98d0c-dc66-4728-b09b-a88e22e95094" providerId="ADAL" clId="{421BD283-33D8-4C6C-821F-71755E863FA2}" dt="2026-10-18T20:50:24.885" v="6325" actId="478"/>
          <ac:picMkLst>
            <pc:docMk/>
            <pc:sldMk cId="1548990422" sldId="291"/>
            <ac:picMk id="16" creationId="{05A208AF-0DB5-4B4F-EC23-454F3CA0AA0F}"/>
          </ac:picMkLst>
        </pc:picChg>
      </pc:sldChg>
      <pc:sldChg chg="addSp delSp modSp add mod modTransition">
        <pc:chgData name="Steve Mutrux" userId="4fa98d0c-dc66-4728-b09b-a88e22e95094" providerId="ADAL" clId="{421BD283-33D8-4C6C-821F-71755E863FA2}" dt="2026-10-18T21:09:06.244" v="6549"/>
        <pc:sldMkLst>
          <pc:docMk/>
          <pc:sldMk cId="742470111" sldId="292"/>
        </pc:sldMkLst>
        <pc:picChg chg="add mod">
          <ac:chgData name="Steve Mutrux" userId="4fa98d0c-dc66-4728-b09b-a88e22e95094" providerId="ADAL" clId="{421BD283-33D8-4C6C-821F-71755E863FA2}" dt="2026-10-18T21:05:33.156" v="6515" actId="14100"/>
          <ac:picMkLst>
            <pc:docMk/>
            <pc:sldMk cId="742470111" sldId="292"/>
            <ac:picMk id="3" creationId="{38EF4675-A0AB-E02F-CED9-9CB8A89B541E}"/>
          </ac:picMkLst>
        </pc:picChg>
        <pc:picChg chg="del">
          <ac:chgData name="Steve Mutrux" userId="4fa98d0c-dc66-4728-b09b-a88e22e95094" providerId="ADAL" clId="{421BD283-33D8-4C6C-821F-71755E863FA2}" dt="2026-10-18T21:03:00.069" v="6508" actId="478"/>
          <ac:picMkLst>
            <pc:docMk/>
            <pc:sldMk cId="742470111" sldId="292"/>
            <ac:picMk id="16" creationId="{4F04286D-46AD-C105-EED3-7B5AA46DE89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4E063-30EE-4103-AD49-D9727BB8755E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B22D95-B55A-456E-B882-ED519B72F1D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28577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Steve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22D95-B55A-456E-B882-ED519B72F1D2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6438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Steve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22D95-B55A-456E-B882-ED519B72F1D2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11399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Jack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22D95-B55A-456E-B882-ED519B72F1D2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47494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93EA6-37E1-0111-7710-FFC2BED94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C92CDE-73DE-C9DE-02E5-ED53C03C7A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DD350-AE39-FF04-29F2-44C9DDD2C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Jake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A4A89-7526-1738-76CE-5E3061E08F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22D95-B55A-456E-B882-ED519B72F1D2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82644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57B01-A22E-F9F0-0B12-73FB58830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B8EA89-376D-66CF-F14F-FD04C6344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A68007-A202-18AD-CD7F-DE4E0EE19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Jake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B9A60-BE9C-1DA3-A55B-4CE872815A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22D95-B55A-456E-B882-ED519B72F1D2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19441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046C7-5826-457D-CC6E-5C7C0412D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DF7611-1A04-365D-0C6B-6A686BF481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F9CBDF-A7C8-77CA-B4BB-AE4F75E5F2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Jake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3E0DF-3FE2-CE6A-2AE1-C89C81560A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22D95-B55A-456E-B882-ED519B72F1D2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29709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AE130-5534-A48C-FA55-4BDC755DE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B4989F-C325-0ACE-67CE-BC6D8DD98E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6179AC-9FAA-C713-4B3B-169D186A1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Edin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534ED-0EEB-0999-373E-959B893170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22D95-B55A-456E-B882-ED519B72F1D2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747364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66D39-B28B-235B-4021-D26476F02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17B464-7603-A9FE-30B6-6057A0133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5DB1BE-64E0-9FBD-C445-58020F7190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Edin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7B5CF-A5FB-113A-E561-3AE5D2B36C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22D95-B55A-456E-B882-ED519B72F1D2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31073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210FD-688E-3433-3E34-0287D5E04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F87231-F509-D460-2524-95AF7EC5A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81D970-8006-E52A-3E9E-08DB3185A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Edin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9AF22-5C9E-4AF1-721E-B9F2795BB2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22D95-B55A-456E-B882-ED519B72F1D2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3793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DA707-C9CF-6922-1EEA-90CF4A909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69DFC-F334-C26C-9432-3C99654559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D0FA58-85FA-F000-24AA-D02551D14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Kayla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DD113-F9BA-B912-42B7-41FEE8FDED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22D95-B55A-456E-B882-ED519B72F1D2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83476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DF1CB-DFCB-A0BD-7A63-A2ECE81B9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DE1931-79CD-465D-35B6-649AC7300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100D6E-C63F-8078-9984-8ED66F9B9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Kayla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7270A-4ED9-83C7-F92E-B7B2CBDB14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22D95-B55A-456E-B882-ED519B72F1D2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12775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4D625-E681-CAB9-DBA0-16845A3DA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8CACB6-E8EF-7B5C-5A61-61015F5D94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B06B31-E0CA-B902-BAE5-106A95D96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Kayla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5FE4E-FDAF-73E7-7EF7-9F4DCE77C2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22D95-B55A-456E-B882-ED519B72F1D2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92889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656F1-EED5-8384-814D-C5D1E815C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7F30D9-4F7D-9579-8E38-E612B9D5E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CC9DF9-E318-003C-BEC4-5A0583ECB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Steve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570BF-CB72-922E-CA29-03CDA10F84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22D95-B55A-456E-B882-ED519B72F1D2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9872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2BEFC-CD91-AF35-819F-8B5DF7E3A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A6F00-2DC5-3F95-21B8-62F7E2D5A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E9784-A8C0-197F-8601-1E368CC4D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A596E-A2D9-2DC9-F4F9-C955511C8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6DC6B-CCEA-3D24-08D9-AA51E7033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4721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31873-8AAC-17EA-20C8-BA598FDFA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5AD73-6B07-1C75-366B-2E5D498F0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9680F-6C36-4F61-71C6-CE324CE43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FB50A-6E51-3CE0-9D72-99DB7729D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C6A50-5609-BF47-4026-0D0DDE3D5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866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BAF86-C365-911B-C205-355EA792C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1A9AD-894B-6DB0-BE46-10074FC17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C38D7-3CFA-407C-98EF-F240EAECA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BC222-71D1-C91F-6388-ABD2B955F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D9E98-BF03-8B3C-13D3-21EEDA641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1557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7890-162B-E8D0-7366-3972283A4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2A7C3-ABED-5D2A-2FB5-4CFECEF338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3D290A-BA44-3428-2D24-1C4004C151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3479B-3E17-54D7-EC6C-F108E7C8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BB476-6D7D-E84C-9105-9DF0D92AD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23FFB-8D67-54C7-6D8E-C4D16CF7E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3250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27A2E-11AA-939C-2FA2-33D4EEB90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44AE4-B12D-353B-AC53-31B7F60F7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D5EB7-B7E0-9292-466B-D58DBC276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9F4956-09FD-8814-DCF0-65D90853F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B8C579-179C-292A-9C30-858F2C1C96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D1372F-EE0C-10CF-3130-64E762A9B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C0EB03-E20D-1F15-BD7C-A89538EBD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26A8DC-A6ED-40B1-B813-4AC696FE9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1206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5D1CD-761C-E88C-B304-FB5A6E51F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0621FA-1E6C-EB90-DE89-8A18E1830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35AD14-B901-C4A4-C573-E171E8241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B0720-6549-5E36-BEF4-51C595ED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7271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F668C0-3B92-5EDD-E404-C795D29CB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996952-96D8-26C5-5C73-DAC509804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839C0-E92A-0322-797E-2F01E1960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6852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78919-E557-8BBA-9D15-F065492F0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DF94A-4038-2476-EA31-1677E7125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8A2717-8FCB-3C3C-4369-53A6FC51B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A2A1E-E9FF-4517-8CF2-FCC882B59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5D7AC2-095E-672C-9252-5B0C1D183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1D65CF-D9C9-56FD-1866-1D678355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4379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2D2D5-6105-DA78-7123-5E06C0060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CB73A9-8E3C-6721-0F92-E362FE6E8C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1F34C3-2E17-5FDE-0CFF-E71043E88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B73E6F-4288-4130-B521-7FB9F0ABD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FCB01-540B-B0AB-C045-927E6F19C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C4E20-5410-C2CF-DB8D-DCA12F349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0637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CED9C-4087-86D9-D972-8038C5166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EC19AD-5633-155C-3D2F-D7FC7EAE1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82816-8890-5EE0-5A83-C914D844D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28401-4676-5393-096A-C7E656F74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C980A-497B-9770-D3B0-737CE56F4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3016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EFF47-1126-66D0-658A-8A1E43EAE9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66B33-611E-503D-FBB3-06ABA27AD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A5AB1-1FD3-AEC8-87DF-034FE25F7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247CC-8CA6-41A2-D59F-AEF5841F7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4A082-FAA2-4379-5F47-B6D39DCB8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9107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516B3E-7423-6308-97E7-E76EC8169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D9A16-9D58-C088-C5AD-9D140B09E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D3774-E76C-C200-E922-D6CEE57CF0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40B982-0E6D-4C64-AE1B-DA9749EF130C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1A425-A56C-6785-B157-7F999A60F1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FD452-BF70-1D1A-CDBA-590B7BEFA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6478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BB3A72-2E59-9C09-7249-7E3E1BB3A04A}"/>
              </a:ext>
            </a:extLst>
          </p:cNvPr>
          <p:cNvSpPr txBox="1"/>
          <p:nvPr/>
        </p:nvSpPr>
        <p:spPr>
          <a:xfrm>
            <a:off x="4718858" y="5628436"/>
            <a:ext cx="2754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>
                <a:latin typeface="Kumbh Sans" pitchFamily="2" charset="0"/>
                <a:cs typeface="Kumbh Sans" pitchFamily="2" charset="0"/>
              </a:rPr>
              <a:t>Crossfire NCR Overhaul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45E1D1-BA2D-1F66-1768-113A11E038CF}"/>
              </a:ext>
            </a:extLst>
          </p:cNvPr>
          <p:cNvSpPr txBox="1"/>
          <p:nvPr/>
        </p:nvSpPr>
        <p:spPr>
          <a:xfrm>
            <a:off x="4364595" y="5997768"/>
            <a:ext cx="3462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>
                <a:latin typeface="Kumbh Sans" pitchFamily="2" charset="0"/>
                <a:cs typeface="Kumbh Sans" pitchFamily="2" charset="0"/>
              </a:rPr>
              <a:t>Powered by Adestria Solutions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539E16-0F45-D3AC-D91C-F90D2BA57BA2}"/>
              </a:ext>
            </a:extLst>
          </p:cNvPr>
          <p:cNvSpPr txBox="1"/>
          <p:nvPr/>
        </p:nvSpPr>
        <p:spPr>
          <a:xfrm>
            <a:off x="4318107" y="2514170"/>
            <a:ext cx="35557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000" b="1" dirty="0">
                <a:latin typeface="Kumbh Sans" pitchFamily="2" charset="0"/>
                <a:cs typeface="Kumbh Sans" pitchFamily="2" charset="0"/>
              </a:rPr>
              <a:t>NCR Manager</a:t>
            </a:r>
          </a:p>
        </p:txBody>
      </p:sp>
    </p:spTree>
    <p:extLst>
      <p:ext uri="{BB962C8B-B14F-4D97-AF65-F5344CB8AC3E}">
        <p14:creationId xmlns:p14="http://schemas.microsoft.com/office/powerpoint/2010/main" val="1072592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2B15F-3631-633C-E0E3-BD112AD32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E7FE4CEB-5AA4-EF36-A0B3-5685A99F5358}"/>
              </a:ext>
            </a:extLst>
          </p:cNvPr>
          <p:cNvSpPr txBox="1"/>
          <p:nvPr/>
        </p:nvSpPr>
        <p:spPr>
          <a:xfrm>
            <a:off x="5039460" y="2153811"/>
            <a:ext cx="2113079" cy="255037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CA" sz="2800" dirty="0">
                <a:latin typeface="Kumbh Sans" pitchFamily="2" charset="0"/>
                <a:cs typeface="Kumbh Sans" pitchFamily="2" charset="0"/>
              </a:rPr>
              <a:t>Data Model</a:t>
            </a:r>
          </a:p>
          <a:p>
            <a:pPr algn="ctr">
              <a:lnSpc>
                <a:spcPct val="200000"/>
              </a:lnSpc>
            </a:pPr>
            <a:r>
              <a:rPr lang="en-CA" sz="2800" dirty="0">
                <a:latin typeface="Kumbh Sans" pitchFamily="2" charset="0"/>
                <a:cs typeface="Kumbh Sans" pitchFamily="2" charset="0"/>
              </a:rPr>
              <a:t>Pain Points</a:t>
            </a:r>
          </a:p>
          <a:p>
            <a:pPr algn="ctr">
              <a:lnSpc>
                <a:spcPct val="200000"/>
              </a:lnSpc>
            </a:pPr>
            <a:r>
              <a:rPr lang="en-CA" sz="2800" dirty="0">
                <a:latin typeface="Kumbh Sans" pitchFamily="2" charset="0"/>
                <a:cs typeface="Kumbh Sans" pitchFamily="2" charset="0"/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2816041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6CDF8"/>
                                      </p:to>
                                    </p:animClr>
                                    <p:animClr clrSpc="rgb" dir="cw">
                                      <p:cBhvr>
                                        <p:cTn id="15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6CDF8"/>
                                      </p:to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6CDF8"/>
                                      </p:to>
                                    </p:animClr>
                                    <p:animClr clrSpc="rgb" dir="cw">
                                      <p:cBhvr>
                                        <p:cTn id="25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6CDF8"/>
                                      </p:to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49DE3-63CE-D013-DAE2-BB659171C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632948-B620-E6BF-9DC4-B2EC5AC89A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450" y="971737"/>
            <a:ext cx="8375465" cy="54004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660B11-67E7-7A53-D440-C5F9F694D2D6}"/>
              </a:ext>
            </a:extLst>
          </p:cNvPr>
          <p:cNvSpPr txBox="1"/>
          <p:nvPr/>
        </p:nvSpPr>
        <p:spPr>
          <a:xfrm>
            <a:off x="440111" y="376344"/>
            <a:ext cx="2113079" cy="826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CA" sz="2800" dirty="0">
                <a:latin typeface="Kumbh Sans" pitchFamily="2" charset="0"/>
                <a:cs typeface="Kumbh Sans" pitchFamily="2" charset="0"/>
              </a:rPr>
              <a:t>Data Model</a:t>
            </a:r>
            <a:endParaRPr lang="en-CA" sz="2800" dirty="0">
              <a:solidFill>
                <a:schemeClr val="tx1">
                  <a:lumMod val="25000"/>
                  <a:lumOff val="75000"/>
                </a:schemeClr>
              </a:solidFill>
              <a:latin typeface="Kumbh Sans" pitchFamily="2" charset="0"/>
              <a:cs typeface="Kumbh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70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57D48-8A6C-860F-CC02-D215ADF11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242D77-4B78-977D-D940-E3B40618C54C}"/>
              </a:ext>
            </a:extLst>
          </p:cNvPr>
          <p:cNvSpPr txBox="1"/>
          <p:nvPr/>
        </p:nvSpPr>
        <p:spPr>
          <a:xfrm>
            <a:off x="440111" y="376344"/>
            <a:ext cx="2018501" cy="826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CA" sz="2800" dirty="0">
                <a:latin typeface="Kumbh Sans" pitchFamily="2" charset="0"/>
                <a:cs typeface="Kumbh Sans" pitchFamily="2" charset="0"/>
              </a:rPr>
              <a:t>Pain Points</a:t>
            </a:r>
            <a:endParaRPr lang="en-CA" sz="2800" dirty="0">
              <a:solidFill>
                <a:schemeClr val="tx1">
                  <a:lumMod val="25000"/>
                  <a:lumOff val="75000"/>
                </a:schemeClr>
              </a:solidFill>
              <a:latin typeface="Kumbh Sans" pitchFamily="2" charset="0"/>
              <a:cs typeface="Kumbh San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47CDC7-68E7-CA66-1F89-B2D0E0430D70}"/>
              </a:ext>
            </a:extLst>
          </p:cNvPr>
          <p:cNvSpPr txBox="1"/>
          <p:nvPr/>
        </p:nvSpPr>
        <p:spPr>
          <a:xfrm>
            <a:off x="1391222" y="2584698"/>
            <a:ext cx="9409555" cy="1688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CA" sz="2800" dirty="0">
                <a:latin typeface="Kumbh Sans" pitchFamily="2" charset="0"/>
                <a:cs typeface="Kumbh Sans" pitchFamily="2" charset="0"/>
              </a:rPr>
              <a:t>As a quality inspector, I want to create a new NCR but finding the next available NCR number makes it hard.</a:t>
            </a:r>
            <a:endParaRPr lang="en-CA" sz="2800" dirty="0">
              <a:solidFill>
                <a:schemeClr val="tx1">
                  <a:lumMod val="25000"/>
                  <a:lumOff val="75000"/>
                </a:schemeClr>
              </a:solidFill>
              <a:latin typeface="Kumbh Sans" pitchFamily="2" charset="0"/>
              <a:cs typeface="Kumbh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7268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45B86-FC3D-F536-6127-4A93DB82B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3BE4C3-0BC2-AEF0-D7B1-9FF1DD84D612}"/>
              </a:ext>
            </a:extLst>
          </p:cNvPr>
          <p:cNvSpPr txBox="1"/>
          <p:nvPr/>
        </p:nvSpPr>
        <p:spPr>
          <a:xfrm>
            <a:off x="440111" y="376344"/>
            <a:ext cx="2018501" cy="826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CA" sz="2800" dirty="0">
                <a:latin typeface="Kumbh Sans" pitchFamily="2" charset="0"/>
                <a:cs typeface="Kumbh Sans" pitchFamily="2" charset="0"/>
              </a:rPr>
              <a:t>Pain Points</a:t>
            </a:r>
            <a:endParaRPr lang="en-CA" sz="2800" dirty="0">
              <a:solidFill>
                <a:schemeClr val="tx1">
                  <a:lumMod val="25000"/>
                  <a:lumOff val="75000"/>
                </a:schemeClr>
              </a:solidFill>
              <a:latin typeface="Kumbh Sans" pitchFamily="2" charset="0"/>
              <a:cs typeface="Kumbh San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34A14D-A35A-E0BB-892A-0D30F7562EB1}"/>
              </a:ext>
            </a:extLst>
          </p:cNvPr>
          <p:cNvSpPr txBox="1"/>
          <p:nvPr/>
        </p:nvSpPr>
        <p:spPr>
          <a:xfrm>
            <a:off x="1391222" y="2584698"/>
            <a:ext cx="9409555" cy="826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CA" sz="2800" dirty="0">
                <a:latin typeface="Kumbh Sans" pitchFamily="2" charset="0"/>
                <a:cs typeface="Kumbh Sans" pitchFamily="2" charset="0"/>
              </a:rPr>
              <a:t>New NCR numbers are automagically generated</a:t>
            </a:r>
            <a:endParaRPr lang="en-CA" sz="2800" dirty="0">
              <a:solidFill>
                <a:schemeClr val="tx1">
                  <a:lumMod val="25000"/>
                  <a:lumOff val="75000"/>
                </a:schemeClr>
              </a:solidFill>
              <a:latin typeface="Kumbh Sans" pitchFamily="2" charset="0"/>
              <a:cs typeface="Kumbh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8554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9EC8D-6450-0145-89D0-7C5E1285B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01D343E5-100A-B561-A014-80646C305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2815535"/>
            <a:ext cx="7874000" cy="1226930"/>
          </a:xfrm>
          <a:prstGeom prst="roundRect">
            <a:avLst>
              <a:gd name="adj" fmla="val 3211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98304DF-3B96-2D0A-1A1B-EC4FDF5643D2}"/>
              </a:ext>
            </a:extLst>
          </p:cNvPr>
          <p:cNvSpPr txBox="1"/>
          <p:nvPr/>
        </p:nvSpPr>
        <p:spPr>
          <a:xfrm>
            <a:off x="440111" y="376344"/>
            <a:ext cx="2018501" cy="826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CA" sz="2800" dirty="0">
                <a:latin typeface="Kumbh Sans" pitchFamily="2" charset="0"/>
                <a:cs typeface="Kumbh Sans" pitchFamily="2" charset="0"/>
              </a:rPr>
              <a:t>Pain Points</a:t>
            </a:r>
            <a:endParaRPr lang="en-CA" sz="2800" dirty="0">
              <a:solidFill>
                <a:schemeClr val="tx1">
                  <a:lumMod val="25000"/>
                  <a:lumOff val="75000"/>
                </a:schemeClr>
              </a:solidFill>
              <a:latin typeface="Kumbh Sans" pitchFamily="2" charset="0"/>
              <a:cs typeface="Kumbh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7028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C5B2B-CCC9-1F0A-16FF-5BF0A43B2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B7EC12-1EA7-2C1A-FC0D-8BD254CB4227}"/>
              </a:ext>
            </a:extLst>
          </p:cNvPr>
          <p:cNvSpPr txBox="1"/>
          <p:nvPr/>
        </p:nvSpPr>
        <p:spPr>
          <a:xfrm>
            <a:off x="440111" y="376344"/>
            <a:ext cx="2018501" cy="826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CA" sz="2800" dirty="0">
                <a:latin typeface="Kumbh Sans" pitchFamily="2" charset="0"/>
                <a:cs typeface="Kumbh Sans" pitchFamily="2" charset="0"/>
              </a:rPr>
              <a:t>Pain Points</a:t>
            </a:r>
            <a:endParaRPr lang="en-CA" sz="2800" dirty="0">
              <a:solidFill>
                <a:schemeClr val="tx1">
                  <a:lumMod val="25000"/>
                  <a:lumOff val="75000"/>
                </a:schemeClr>
              </a:solidFill>
              <a:latin typeface="Kumbh Sans" pitchFamily="2" charset="0"/>
              <a:cs typeface="Kumbh San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35396B-E271-A130-61F7-441606F7A309}"/>
              </a:ext>
            </a:extLst>
          </p:cNvPr>
          <p:cNvSpPr txBox="1"/>
          <p:nvPr/>
        </p:nvSpPr>
        <p:spPr>
          <a:xfrm>
            <a:off x="1391222" y="2584698"/>
            <a:ext cx="9409555" cy="1688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CA" sz="2800" dirty="0">
                <a:latin typeface="Kumbh Sans" pitchFamily="2" charset="0"/>
                <a:cs typeface="Kumbh Sans" pitchFamily="2" charset="0"/>
              </a:rPr>
              <a:t>As a quality inspector, I want to save a new NCR but finding the right directory on the server makes it hard.</a:t>
            </a:r>
            <a:endParaRPr lang="en-CA" sz="2800" dirty="0">
              <a:solidFill>
                <a:schemeClr val="tx1">
                  <a:lumMod val="25000"/>
                  <a:lumOff val="75000"/>
                </a:schemeClr>
              </a:solidFill>
              <a:latin typeface="Kumbh Sans" pitchFamily="2" charset="0"/>
              <a:cs typeface="Kumbh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940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7EBCD-8661-85B1-877F-E5E412DE6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3503C2-DE5B-551C-52B6-6D88B51AA32E}"/>
              </a:ext>
            </a:extLst>
          </p:cNvPr>
          <p:cNvSpPr txBox="1"/>
          <p:nvPr/>
        </p:nvSpPr>
        <p:spPr>
          <a:xfrm>
            <a:off x="440111" y="376344"/>
            <a:ext cx="2018501" cy="826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CA" sz="2800" dirty="0">
                <a:latin typeface="Kumbh Sans" pitchFamily="2" charset="0"/>
                <a:cs typeface="Kumbh Sans" pitchFamily="2" charset="0"/>
              </a:rPr>
              <a:t>Pain Points</a:t>
            </a:r>
            <a:endParaRPr lang="en-CA" sz="2800" dirty="0">
              <a:solidFill>
                <a:schemeClr val="tx1">
                  <a:lumMod val="25000"/>
                  <a:lumOff val="75000"/>
                </a:schemeClr>
              </a:solidFill>
              <a:latin typeface="Kumbh Sans" pitchFamily="2" charset="0"/>
              <a:cs typeface="Kumbh San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E4DC23-F2E3-F5FA-FD00-BA97FBA8CBA0}"/>
              </a:ext>
            </a:extLst>
          </p:cNvPr>
          <p:cNvSpPr txBox="1"/>
          <p:nvPr/>
        </p:nvSpPr>
        <p:spPr>
          <a:xfrm>
            <a:off x="1391222" y="2584698"/>
            <a:ext cx="9409555" cy="1688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CA" sz="2800" dirty="0">
                <a:latin typeface="Kumbh Sans" pitchFamily="2" charset="0"/>
                <a:cs typeface="Kumbh Sans" pitchFamily="2" charset="0"/>
              </a:rPr>
              <a:t>New NCRs are automatically saved in a central database.</a:t>
            </a:r>
            <a:endParaRPr lang="en-CA" sz="2800" dirty="0">
              <a:solidFill>
                <a:schemeClr val="tx1">
                  <a:lumMod val="25000"/>
                  <a:lumOff val="75000"/>
                </a:schemeClr>
              </a:solidFill>
              <a:latin typeface="Kumbh Sans" pitchFamily="2" charset="0"/>
              <a:cs typeface="Kumbh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3343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89955-6A36-C902-FA0D-016D6898E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347B3B7A-6C64-BD0A-DCBB-C985BB7AF747}"/>
              </a:ext>
            </a:extLst>
          </p:cNvPr>
          <p:cNvSpPr txBox="1"/>
          <p:nvPr/>
        </p:nvSpPr>
        <p:spPr>
          <a:xfrm>
            <a:off x="440111" y="376344"/>
            <a:ext cx="2018501" cy="826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CA" sz="2800" dirty="0">
                <a:latin typeface="Kumbh Sans" pitchFamily="2" charset="0"/>
                <a:cs typeface="Kumbh Sans" pitchFamily="2" charset="0"/>
              </a:rPr>
              <a:t>Pain Points</a:t>
            </a:r>
            <a:endParaRPr lang="en-CA" sz="2800" dirty="0">
              <a:solidFill>
                <a:schemeClr val="tx1">
                  <a:lumMod val="25000"/>
                  <a:lumOff val="75000"/>
                </a:schemeClr>
              </a:solidFill>
              <a:latin typeface="Kumbh Sans" pitchFamily="2" charset="0"/>
              <a:cs typeface="Kumbh San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5F433A-8AAC-4639-AB18-56AF9D946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700" y="2755476"/>
            <a:ext cx="6578600" cy="1347047"/>
          </a:xfrm>
          <a:prstGeom prst="roundRect">
            <a:avLst>
              <a:gd name="adj" fmla="val 2525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89904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CC711-64D4-9C15-1BB4-DB1894EF9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5090CD-46DA-420E-4F69-F653B7DC203F}"/>
              </a:ext>
            </a:extLst>
          </p:cNvPr>
          <p:cNvSpPr txBox="1"/>
          <p:nvPr/>
        </p:nvSpPr>
        <p:spPr>
          <a:xfrm>
            <a:off x="440111" y="376344"/>
            <a:ext cx="2018501" cy="826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CA" sz="2800" dirty="0">
                <a:latin typeface="Kumbh Sans" pitchFamily="2" charset="0"/>
                <a:cs typeface="Kumbh Sans" pitchFamily="2" charset="0"/>
              </a:rPr>
              <a:t>Pain Points</a:t>
            </a:r>
            <a:endParaRPr lang="en-CA" sz="2800" dirty="0">
              <a:solidFill>
                <a:schemeClr val="tx1">
                  <a:lumMod val="25000"/>
                  <a:lumOff val="75000"/>
                </a:schemeClr>
              </a:solidFill>
              <a:latin typeface="Kumbh Sans" pitchFamily="2" charset="0"/>
              <a:cs typeface="Kumbh San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5D307F-AD1C-2367-0F58-905969222456}"/>
              </a:ext>
            </a:extLst>
          </p:cNvPr>
          <p:cNvSpPr txBox="1"/>
          <p:nvPr/>
        </p:nvSpPr>
        <p:spPr>
          <a:xfrm>
            <a:off x="1391222" y="2584698"/>
            <a:ext cx="9409555" cy="1688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CA" sz="2800" dirty="0">
                <a:latin typeface="Kumbh Sans" pitchFamily="2" charset="0"/>
                <a:cs typeface="Kumbh Sans" pitchFamily="2" charset="0"/>
              </a:rPr>
              <a:t>As an operations manager, I want to have an NCR get completed but sending emails makes it hard.</a:t>
            </a:r>
            <a:endParaRPr lang="en-CA" sz="2800" dirty="0">
              <a:solidFill>
                <a:schemeClr val="tx1">
                  <a:lumMod val="25000"/>
                  <a:lumOff val="75000"/>
                </a:schemeClr>
              </a:solidFill>
              <a:latin typeface="Kumbh Sans" pitchFamily="2" charset="0"/>
              <a:cs typeface="Kumbh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1243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A386D-E411-7E77-2DEA-3D73DE216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C5165E-4CBB-58D6-141C-551A2F514B92}"/>
              </a:ext>
            </a:extLst>
          </p:cNvPr>
          <p:cNvSpPr txBox="1"/>
          <p:nvPr/>
        </p:nvSpPr>
        <p:spPr>
          <a:xfrm>
            <a:off x="440111" y="376344"/>
            <a:ext cx="2018501" cy="826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CA" sz="2800" dirty="0">
                <a:latin typeface="Kumbh Sans" pitchFamily="2" charset="0"/>
                <a:cs typeface="Kumbh Sans" pitchFamily="2" charset="0"/>
              </a:rPr>
              <a:t>Pain Points</a:t>
            </a:r>
            <a:endParaRPr lang="en-CA" sz="2800" dirty="0">
              <a:solidFill>
                <a:schemeClr val="tx1">
                  <a:lumMod val="25000"/>
                  <a:lumOff val="75000"/>
                </a:schemeClr>
              </a:solidFill>
              <a:latin typeface="Kumbh Sans" pitchFamily="2" charset="0"/>
              <a:cs typeface="Kumbh San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A943F1-2311-AFD3-60C2-26D7EC85C8DC}"/>
              </a:ext>
            </a:extLst>
          </p:cNvPr>
          <p:cNvSpPr txBox="1"/>
          <p:nvPr/>
        </p:nvSpPr>
        <p:spPr>
          <a:xfrm>
            <a:off x="1391222" y="2584698"/>
            <a:ext cx="9409555" cy="826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CA" sz="2800" dirty="0">
                <a:latin typeface="Kumbh Sans" pitchFamily="2" charset="0"/>
                <a:cs typeface="Kumbh Sans" pitchFamily="2" charset="0"/>
              </a:rPr>
              <a:t>Emails are sent out automatically to correct sector.</a:t>
            </a:r>
            <a:endParaRPr lang="en-CA" sz="2800" dirty="0">
              <a:solidFill>
                <a:schemeClr val="tx1">
                  <a:lumMod val="25000"/>
                  <a:lumOff val="75000"/>
                </a:schemeClr>
              </a:solidFill>
              <a:latin typeface="Kumbh Sans" pitchFamily="2" charset="0"/>
              <a:cs typeface="Kumbh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75304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97B34-4B86-EBA9-B89C-36F6B4CDF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92411C9F-B7B9-8644-5085-9C95C40A2816}"/>
              </a:ext>
            </a:extLst>
          </p:cNvPr>
          <p:cNvSpPr txBox="1"/>
          <p:nvPr/>
        </p:nvSpPr>
        <p:spPr>
          <a:xfrm>
            <a:off x="440111" y="376344"/>
            <a:ext cx="2018501" cy="826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CA" sz="2800" dirty="0">
                <a:latin typeface="Kumbh Sans" pitchFamily="2" charset="0"/>
                <a:cs typeface="Kumbh Sans" pitchFamily="2" charset="0"/>
              </a:rPr>
              <a:t>Pain Points</a:t>
            </a:r>
            <a:endParaRPr lang="en-CA" sz="2800" dirty="0">
              <a:solidFill>
                <a:schemeClr val="tx1">
                  <a:lumMod val="25000"/>
                  <a:lumOff val="75000"/>
                </a:schemeClr>
              </a:solidFill>
              <a:latin typeface="Kumbh Sans" pitchFamily="2" charset="0"/>
              <a:cs typeface="Kumbh San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EF4675-A0AB-E02F-CED9-9CB8A89B5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0" y="3080805"/>
            <a:ext cx="9398000" cy="696389"/>
          </a:xfrm>
          <a:prstGeom prst="roundRect">
            <a:avLst>
              <a:gd name="adj" fmla="val 663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24701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1F305-1600-CB67-FA85-16809D57A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0A9866-EA26-A687-7340-03AAD8069AB5}"/>
              </a:ext>
            </a:extLst>
          </p:cNvPr>
          <p:cNvSpPr txBox="1"/>
          <p:nvPr/>
        </p:nvSpPr>
        <p:spPr>
          <a:xfrm>
            <a:off x="440111" y="376344"/>
            <a:ext cx="1192955" cy="826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CA" sz="2800" dirty="0">
                <a:latin typeface="Kumbh Sans" pitchFamily="2" charset="0"/>
                <a:cs typeface="Kumbh Sans" pitchFamily="2" charset="0"/>
              </a:rPr>
              <a:t>Q &amp; A</a:t>
            </a:r>
            <a:endParaRPr lang="en-CA" sz="2800" dirty="0">
              <a:solidFill>
                <a:schemeClr val="tx1">
                  <a:lumMod val="25000"/>
                  <a:lumOff val="75000"/>
                </a:schemeClr>
              </a:solidFill>
              <a:latin typeface="Kumbh Sans" pitchFamily="2" charset="0"/>
              <a:cs typeface="Kumbh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462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Adestria - Prog 1180">
      <a:dk1>
        <a:srgbClr val="042239"/>
      </a:dk1>
      <a:lt1>
        <a:srgbClr val="DBE9F7"/>
      </a:lt1>
      <a:dk2>
        <a:srgbClr val="021320"/>
      </a:dk2>
      <a:lt2>
        <a:srgbClr val="E8E8E8"/>
      </a:lt2>
      <a:accent1>
        <a:srgbClr val="8B130D"/>
      </a:accent1>
      <a:accent2>
        <a:srgbClr val="152B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777</TotalTime>
  <Words>157</Words>
  <Application>Microsoft Office PowerPoint</Application>
  <PresentationFormat>Widescreen</PresentationFormat>
  <Paragraphs>49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Kumbh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Mutrux</dc:creator>
  <cp:lastModifiedBy>Steve Mutrux</cp:lastModifiedBy>
  <cp:revision>1</cp:revision>
  <dcterms:created xsi:type="dcterms:W3CDTF">2026-09-15T14:42:30Z</dcterms:created>
  <dcterms:modified xsi:type="dcterms:W3CDTF">2026-10-18T21:09:10Z</dcterms:modified>
</cp:coreProperties>
</file>