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9"/>
  </p:notesMasterIdLst>
  <p:sldIdLst>
    <p:sldId id="256" r:id="rId2"/>
    <p:sldId id="257" r:id="rId3"/>
    <p:sldId id="258" r:id="rId4"/>
    <p:sldId id="274" r:id="rId5"/>
    <p:sldId id="273" r:id="rId6"/>
    <p:sldId id="266" r:id="rId7"/>
    <p:sldId id="267" r:id="rId8"/>
    <p:sldId id="268" r:id="rId9"/>
    <p:sldId id="275" r:id="rId10"/>
    <p:sldId id="272" r:id="rId11"/>
    <p:sldId id="260" r:id="rId12"/>
    <p:sldId id="276" r:id="rId13"/>
    <p:sldId id="261" r:id="rId14"/>
    <p:sldId id="277" r:id="rId15"/>
    <p:sldId id="262" r:id="rId16"/>
    <p:sldId id="269" r:id="rId17"/>
    <p:sldId id="263" r:id="rId18"/>
  </p:sldIdLst>
  <p:sldSz cx="12192000" cy="6858000"/>
  <p:notesSz cx="6858000" cy="9144000"/>
  <p:embeddedFontLst>
    <p:embeddedFont>
      <p:font typeface="Kumbh Sans" pitchFamily="2" charset="0"/>
      <p:regular r:id="rId20"/>
      <p:bold r:id="rId21"/>
    </p:embeddedFont>
    <p:embeddedFont>
      <p:font typeface="Kumbh Sans SemiBold" pitchFamily="2" charset="0"/>
      <p:bold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626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DFFEA0-CC63-45EF-97E4-5A80CDB68182}" v="13" dt="2026-09-21T10:38:25.2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227" autoAdjust="0"/>
  </p:normalViewPr>
  <p:slideViewPr>
    <p:cSldViewPr snapToGrid="0">
      <p:cViewPr varScale="1">
        <p:scale>
          <a:sx n="117" d="100"/>
          <a:sy n="117" d="100"/>
        </p:scale>
        <p:origin x="120" y="3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 Mutrux" userId="4fa98d0c-dc66-4728-b09b-a88e22e95094" providerId="ADAL" clId="{421BD283-33D8-4C6C-821F-71755E863FA2}"/>
    <pc:docChg chg="undo custSel addSld delSld modSld sldOrd">
      <pc:chgData name="Steve Mutrux" userId="4fa98d0c-dc66-4728-b09b-a88e22e95094" providerId="ADAL" clId="{421BD283-33D8-4C6C-821F-71755E863FA2}" dt="2026-09-21T10:38:25.208" v="5838" actId="14826"/>
      <pc:docMkLst>
        <pc:docMk/>
      </pc:docMkLst>
      <pc:sldChg chg="addSp modSp mod modAnim">
        <pc:chgData name="Steve Mutrux" userId="4fa98d0c-dc66-4728-b09b-a88e22e95094" providerId="ADAL" clId="{421BD283-33D8-4C6C-821F-71755E863FA2}" dt="2026-09-16T14:43:20.241" v="4217"/>
        <pc:sldMkLst>
          <pc:docMk/>
          <pc:sldMk cId="1072592071" sldId="256"/>
        </pc:sldMkLst>
        <pc:spChg chg="add mod">
          <ac:chgData name="Steve Mutrux" userId="4fa98d0c-dc66-4728-b09b-a88e22e95094" providerId="ADAL" clId="{421BD283-33D8-4C6C-821F-71755E863FA2}" dt="2026-09-16T14:43:05.584" v="4216" actId="1076"/>
          <ac:spMkLst>
            <pc:docMk/>
            <pc:sldMk cId="1072592071" sldId="256"/>
            <ac:spMk id="2" creationId="{C4BB3A72-2E59-9C09-7249-7E3E1BB3A04A}"/>
          </ac:spMkLst>
        </pc:spChg>
        <pc:spChg chg="add mod">
          <ac:chgData name="Steve Mutrux" userId="4fa98d0c-dc66-4728-b09b-a88e22e95094" providerId="ADAL" clId="{421BD283-33D8-4C6C-821F-71755E863FA2}" dt="2026-09-16T14:42:47.115" v="4213" actId="1076"/>
          <ac:spMkLst>
            <pc:docMk/>
            <pc:sldMk cId="1072592071" sldId="256"/>
            <ac:spMk id="4" creationId="{9545E1D1-BA2D-1F66-1768-113A11E038CF}"/>
          </ac:spMkLst>
        </pc:spChg>
        <pc:spChg chg="add mod">
          <ac:chgData name="Steve Mutrux" userId="4fa98d0c-dc66-4728-b09b-a88e22e95094" providerId="ADAL" clId="{421BD283-33D8-4C6C-821F-71755E863FA2}" dt="2026-09-16T14:42:59.454" v="4215" actId="1076"/>
          <ac:spMkLst>
            <pc:docMk/>
            <pc:sldMk cId="1072592071" sldId="256"/>
            <ac:spMk id="6" creationId="{B8539E16-0F45-D3AC-D91C-F90D2BA57BA2}"/>
          </ac:spMkLst>
        </pc:spChg>
      </pc:sldChg>
      <pc:sldChg chg="addSp delSp modSp add mod addAnim delAnim modAnim">
        <pc:chgData name="Steve Mutrux" userId="4fa98d0c-dc66-4728-b09b-a88e22e95094" providerId="ADAL" clId="{421BD283-33D8-4C6C-821F-71755E863FA2}" dt="2026-09-16T11:14:32.981" v="3183"/>
        <pc:sldMkLst>
          <pc:docMk/>
          <pc:sldMk cId="2816041415" sldId="257"/>
        </pc:sldMkLst>
        <pc:spChg chg="add mod ord">
          <ac:chgData name="Steve Mutrux" userId="4fa98d0c-dc66-4728-b09b-a88e22e95094" providerId="ADAL" clId="{421BD283-33D8-4C6C-821F-71755E863FA2}" dt="2026-09-16T11:08:27.951" v="3156" actId="207"/>
          <ac:spMkLst>
            <pc:docMk/>
            <pc:sldMk cId="2816041415" sldId="257"/>
            <ac:spMk id="4" creationId="{FF2203D6-CADD-8886-994B-15E5019085A9}"/>
          </ac:spMkLst>
        </pc:spChg>
        <pc:spChg chg="add mod ord">
          <ac:chgData name="Steve Mutrux" userId="4fa98d0c-dc66-4728-b09b-a88e22e95094" providerId="ADAL" clId="{421BD283-33D8-4C6C-821F-71755E863FA2}" dt="2026-09-16T01:20:48.412" v="2238" actId="167"/>
          <ac:spMkLst>
            <pc:docMk/>
            <pc:sldMk cId="2816041415" sldId="257"/>
            <ac:spMk id="16" creationId="{E7FE4CEB-5AA4-EF36-A0B3-5685A99F5358}"/>
          </ac:spMkLst>
        </pc:spChg>
        <pc:spChg chg="add mod ord">
          <ac:chgData name="Steve Mutrux" userId="4fa98d0c-dc66-4728-b09b-a88e22e95094" providerId="ADAL" clId="{421BD283-33D8-4C6C-821F-71755E863FA2}" dt="2026-09-16T11:12:11.278" v="3175" actId="164"/>
          <ac:spMkLst>
            <pc:docMk/>
            <pc:sldMk cId="2816041415" sldId="257"/>
            <ac:spMk id="19" creationId="{34355EF9-B8A3-1336-E2F3-0B95B2A432A6}"/>
          </ac:spMkLst>
        </pc:spChg>
        <pc:spChg chg="add mod ord">
          <ac:chgData name="Steve Mutrux" userId="4fa98d0c-dc66-4728-b09b-a88e22e95094" providerId="ADAL" clId="{421BD283-33D8-4C6C-821F-71755E863FA2}" dt="2026-09-16T11:12:11.278" v="3175" actId="164"/>
          <ac:spMkLst>
            <pc:docMk/>
            <pc:sldMk cId="2816041415" sldId="257"/>
            <ac:spMk id="20" creationId="{DD92669B-838F-D70A-6EF1-1E0A6BF88610}"/>
          </ac:spMkLst>
        </pc:spChg>
        <pc:spChg chg="mod">
          <ac:chgData name="Steve Mutrux" userId="4fa98d0c-dc66-4728-b09b-a88e22e95094" providerId="ADAL" clId="{421BD283-33D8-4C6C-821F-71755E863FA2}" dt="2026-09-16T02:34:58.503" v="3038"/>
          <ac:spMkLst>
            <pc:docMk/>
            <pc:sldMk cId="2816041415" sldId="257"/>
            <ac:spMk id="22" creationId="{28445EF8-00CC-87D9-26BB-9E18F9E91452}"/>
          </ac:spMkLst>
        </pc:spChg>
        <pc:spChg chg="mod">
          <ac:chgData name="Steve Mutrux" userId="4fa98d0c-dc66-4728-b09b-a88e22e95094" providerId="ADAL" clId="{421BD283-33D8-4C6C-821F-71755E863FA2}" dt="2026-09-16T02:34:58.503" v="3038"/>
          <ac:spMkLst>
            <pc:docMk/>
            <pc:sldMk cId="2816041415" sldId="257"/>
            <ac:spMk id="23" creationId="{176D123C-D1BA-0ED2-97EC-22EB453DDF2F}"/>
          </ac:spMkLst>
        </pc:spChg>
        <pc:grpChg chg="add mod">
          <ac:chgData name="Steve Mutrux" userId="4fa98d0c-dc66-4728-b09b-a88e22e95094" providerId="ADAL" clId="{421BD283-33D8-4C6C-821F-71755E863FA2}" dt="2026-09-16T11:12:11.278" v="3175" actId="164"/>
          <ac:grpSpMkLst>
            <pc:docMk/>
            <pc:sldMk cId="2816041415" sldId="257"/>
            <ac:grpSpMk id="2" creationId="{86DE5357-82AC-D117-E1C8-6C68EB834E4A}"/>
          </ac:grpSpMkLst>
        </pc:grpChg>
        <pc:grpChg chg="add mod ord">
          <ac:chgData name="Steve Mutrux" userId="4fa98d0c-dc66-4728-b09b-a88e22e95094" providerId="ADAL" clId="{421BD283-33D8-4C6C-821F-71755E863FA2}" dt="2026-09-16T11:12:11.278" v="3175" actId="164"/>
          <ac:grpSpMkLst>
            <pc:docMk/>
            <pc:sldMk cId="2816041415" sldId="257"/>
            <ac:grpSpMk id="21" creationId="{3060A56E-49FC-5A8D-CD76-4DB949309083}"/>
          </ac:grpSpMkLst>
        </pc:grpChg>
        <pc:picChg chg="add del mod ord">
          <ac:chgData name="Steve Mutrux" userId="4fa98d0c-dc66-4728-b09b-a88e22e95094" providerId="ADAL" clId="{421BD283-33D8-4C6C-821F-71755E863FA2}" dt="2026-09-16T01:17:45.228" v="2220" actId="167"/>
          <ac:picMkLst>
            <pc:docMk/>
            <pc:sldMk cId="2816041415" sldId="257"/>
            <ac:picMk id="18" creationId="{564AEA62-7416-399A-3D15-3B47A683A141}"/>
          </ac:picMkLst>
        </pc:picChg>
      </pc:sldChg>
      <pc:sldChg chg="addSp delSp modSp add mod modAnim modNotesTx">
        <pc:chgData name="Steve Mutrux" userId="4fa98d0c-dc66-4728-b09b-a88e22e95094" providerId="ADAL" clId="{421BD283-33D8-4C6C-821F-71755E863FA2}" dt="2026-09-18T12:54:34.559" v="5306" actId="1076"/>
        <pc:sldMkLst>
          <pc:docMk/>
          <pc:sldMk cId="518144185" sldId="258"/>
        </pc:sldMkLst>
        <pc:spChg chg="add mod">
          <ac:chgData name="Steve Mutrux" userId="4fa98d0c-dc66-4728-b09b-a88e22e95094" providerId="ADAL" clId="{421BD283-33D8-4C6C-821F-71755E863FA2}" dt="2026-09-16T00:47:48.017" v="925" actId="2711"/>
          <ac:spMkLst>
            <pc:docMk/>
            <pc:sldMk cId="518144185" sldId="258"/>
            <ac:spMk id="5" creationId="{DB1A1787-4F3B-4026-9478-2D29155C7AD4}"/>
          </ac:spMkLst>
        </pc:spChg>
        <pc:spChg chg="add mod">
          <ac:chgData name="Steve Mutrux" userId="4fa98d0c-dc66-4728-b09b-a88e22e95094" providerId="ADAL" clId="{421BD283-33D8-4C6C-821F-71755E863FA2}" dt="2026-09-18T12:54:03.764" v="5303" actId="1076"/>
          <ac:spMkLst>
            <pc:docMk/>
            <pc:sldMk cId="518144185" sldId="258"/>
            <ac:spMk id="9" creationId="{574F826F-7902-4E9C-ECB9-9D31F725526B}"/>
          </ac:spMkLst>
        </pc:spChg>
        <pc:spChg chg="add mod ord">
          <ac:chgData name="Steve Mutrux" userId="4fa98d0c-dc66-4728-b09b-a88e22e95094" providerId="ADAL" clId="{421BD283-33D8-4C6C-821F-71755E863FA2}" dt="2026-09-16T02:24:50.756" v="2974" actId="14100"/>
          <ac:spMkLst>
            <pc:docMk/>
            <pc:sldMk cId="518144185" sldId="258"/>
            <ac:spMk id="11" creationId="{1353A151-D3BF-5598-8C13-D8ED000AD618}"/>
          </ac:spMkLst>
        </pc:spChg>
        <pc:spChg chg="add mod">
          <ac:chgData name="Steve Mutrux" userId="4fa98d0c-dc66-4728-b09b-a88e22e95094" providerId="ADAL" clId="{421BD283-33D8-4C6C-821F-71755E863FA2}" dt="2026-09-16T01:39:02.101" v="2460" actId="164"/>
          <ac:spMkLst>
            <pc:docMk/>
            <pc:sldMk cId="518144185" sldId="258"/>
            <ac:spMk id="12" creationId="{D51500F2-78D7-CFFA-80E0-405242AA7A53}"/>
          </ac:spMkLst>
        </pc:spChg>
        <pc:spChg chg="add mod ord">
          <ac:chgData name="Steve Mutrux" userId="4fa98d0c-dc66-4728-b09b-a88e22e95094" providerId="ADAL" clId="{421BD283-33D8-4C6C-821F-71755E863FA2}" dt="2026-09-16T01:39:38.134" v="2571" actId="207"/>
          <ac:spMkLst>
            <pc:docMk/>
            <pc:sldMk cId="518144185" sldId="258"/>
            <ac:spMk id="13" creationId="{12E49B19-956E-922D-815D-8303E8A1343F}"/>
          </ac:spMkLst>
        </pc:spChg>
        <pc:spChg chg="add mod">
          <ac:chgData name="Steve Mutrux" userId="4fa98d0c-dc66-4728-b09b-a88e22e95094" providerId="ADAL" clId="{421BD283-33D8-4C6C-821F-71755E863FA2}" dt="2026-09-18T12:52:49.667" v="5293" actId="2711"/>
          <ac:spMkLst>
            <pc:docMk/>
            <pc:sldMk cId="518144185" sldId="258"/>
            <ac:spMk id="18" creationId="{C6B1A604-7C77-14AF-238D-D7A8CCEFB2B3}"/>
          </ac:spMkLst>
        </pc:spChg>
        <pc:spChg chg="add mod">
          <ac:chgData name="Steve Mutrux" userId="4fa98d0c-dc66-4728-b09b-a88e22e95094" providerId="ADAL" clId="{421BD283-33D8-4C6C-821F-71755E863FA2}" dt="2026-09-16T02:07:30.283" v="2884" actId="1076"/>
          <ac:spMkLst>
            <pc:docMk/>
            <pc:sldMk cId="518144185" sldId="258"/>
            <ac:spMk id="19" creationId="{4A0CC54C-E406-43A5-B3FC-71C942466F46}"/>
          </ac:spMkLst>
        </pc:spChg>
        <pc:spChg chg="add mod">
          <ac:chgData name="Steve Mutrux" userId="4fa98d0c-dc66-4728-b09b-a88e22e95094" providerId="ADAL" clId="{421BD283-33D8-4C6C-821F-71755E863FA2}" dt="2026-09-18T12:52:56.949" v="5294" actId="2711"/>
          <ac:spMkLst>
            <pc:docMk/>
            <pc:sldMk cId="518144185" sldId="258"/>
            <ac:spMk id="20" creationId="{CCFAD389-EE71-B68B-7904-B518B60423D2}"/>
          </ac:spMkLst>
        </pc:spChg>
        <pc:spChg chg="add mod">
          <ac:chgData name="Steve Mutrux" userId="4fa98d0c-dc66-4728-b09b-a88e22e95094" providerId="ADAL" clId="{421BD283-33D8-4C6C-821F-71755E863FA2}" dt="2026-09-18T12:52:56.949" v="5294" actId="2711"/>
          <ac:spMkLst>
            <pc:docMk/>
            <pc:sldMk cId="518144185" sldId="258"/>
            <ac:spMk id="21" creationId="{AD65F9A4-3D9F-CADB-4D37-DD80B4615F45}"/>
          </ac:spMkLst>
        </pc:spChg>
        <pc:spChg chg="add mod">
          <ac:chgData name="Steve Mutrux" userId="4fa98d0c-dc66-4728-b09b-a88e22e95094" providerId="ADAL" clId="{421BD283-33D8-4C6C-821F-71755E863FA2}" dt="2026-09-18T12:52:56.949" v="5294" actId="2711"/>
          <ac:spMkLst>
            <pc:docMk/>
            <pc:sldMk cId="518144185" sldId="258"/>
            <ac:spMk id="22" creationId="{12F11FF0-1BF1-6CC5-4631-D4121454A724}"/>
          </ac:spMkLst>
        </pc:spChg>
        <pc:spChg chg="add mod">
          <ac:chgData name="Steve Mutrux" userId="4fa98d0c-dc66-4728-b09b-a88e22e95094" providerId="ADAL" clId="{421BD283-33D8-4C6C-821F-71755E863FA2}" dt="2026-09-18T12:54:31.130" v="5305" actId="1076"/>
          <ac:spMkLst>
            <pc:docMk/>
            <pc:sldMk cId="518144185" sldId="258"/>
            <ac:spMk id="23" creationId="{407BEB45-41C6-4289-92A8-7E218F7F8701}"/>
          </ac:spMkLst>
        </pc:spChg>
        <pc:spChg chg="add mod">
          <ac:chgData name="Steve Mutrux" userId="4fa98d0c-dc66-4728-b09b-a88e22e95094" providerId="ADAL" clId="{421BD283-33D8-4C6C-821F-71755E863FA2}" dt="2026-09-18T12:54:34.559" v="5306" actId="1076"/>
          <ac:spMkLst>
            <pc:docMk/>
            <pc:sldMk cId="518144185" sldId="258"/>
            <ac:spMk id="24" creationId="{943D9693-4F65-1A39-4384-D3D500B08D4A}"/>
          </ac:spMkLst>
        </pc:spChg>
        <pc:grpChg chg="add mod">
          <ac:chgData name="Steve Mutrux" userId="4fa98d0c-dc66-4728-b09b-a88e22e95094" providerId="ADAL" clId="{421BD283-33D8-4C6C-821F-71755E863FA2}" dt="2026-09-16T01:39:07.436" v="2462" actId="1076"/>
          <ac:grpSpMkLst>
            <pc:docMk/>
            <pc:sldMk cId="518144185" sldId="258"/>
            <ac:grpSpMk id="14" creationId="{8A8268A5-D4AB-506C-B03C-108E6F28747B}"/>
          </ac:grpSpMkLst>
        </pc:grpChg>
      </pc:sldChg>
      <pc:sldChg chg="addSp delSp modSp add mod ord modTransition modAnim">
        <pc:chgData name="Steve Mutrux" userId="4fa98d0c-dc66-4728-b09b-a88e22e95094" providerId="ADAL" clId="{421BD283-33D8-4C6C-821F-71755E863FA2}" dt="2026-09-18T16:08:01.364" v="5803" actId="20577"/>
        <pc:sldMkLst>
          <pc:docMk/>
          <pc:sldMk cId="3444687766" sldId="260"/>
        </pc:sldMkLst>
        <pc:spChg chg="add mod">
          <ac:chgData name="Steve Mutrux" userId="4fa98d0c-dc66-4728-b09b-a88e22e95094" providerId="ADAL" clId="{421BD283-33D8-4C6C-821F-71755E863FA2}" dt="2026-09-18T16:08:01.364" v="5803" actId="20577"/>
          <ac:spMkLst>
            <pc:docMk/>
            <pc:sldMk cId="3444687766" sldId="260"/>
            <ac:spMk id="3" creationId="{5F97503A-9C72-47A2-2CA8-09144AD4223D}"/>
          </ac:spMkLst>
        </pc:spChg>
        <pc:spChg chg="add mod ord">
          <ac:chgData name="Steve Mutrux" userId="4fa98d0c-dc66-4728-b09b-a88e22e95094" providerId="ADAL" clId="{421BD283-33D8-4C6C-821F-71755E863FA2}" dt="2026-09-16T12:31:24.702" v="3777" actId="207"/>
          <ac:spMkLst>
            <pc:docMk/>
            <pc:sldMk cId="3444687766" sldId="260"/>
            <ac:spMk id="4" creationId="{42765858-AB49-C69A-CA41-8F00663B3404}"/>
          </ac:spMkLst>
        </pc:spChg>
        <pc:spChg chg="add mod">
          <ac:chgData name="Steve Mutrux" userId="4fa98d0c-dc66-4728-b09b-a88e22e95094" providerId="ADAL" clId="{421BD283-33D8-4C6C-821F-71755E863FA2}" dt="2026-09-16T15:11:28.446" v="4575" actId="20577"/>
          <ac:spMkLst>
            <pc:docMk/>
            <pc:sldMk cId="3444687766" sldId="260"/>
            <ac:spMk id="5" creationId="{E0D86D48-4A11-51EE-D37F-9B0D8E07F58B}"/>
          </ac:spMkLst>
        </pc:spChg>
        <pc:spChg chg="add mod ord">
          <ac:chgData name="Steve Mutrux" userId="4fa98d0c-dc66-4728-b09b-a88e22e95094" providerId="ADAL" clId="{421BD283-33D8-4C6C-821F-71755E863FA2}" dt="2026-09-16T11:55:50.862" v="3461" actId="167"/>
          <ac:spMkLst>
            <pc:docMk/>
            <pc:sldMk cId="3444687766" sldId="260"/>
            <ac:spMk id="11" creationId="{ADC40320-BBD4-1BEA-0945-A71D72D1FC05}"/>
          </ac:spMkLst>
        </pc:spChg>
        <pc:spChg chg="add mod">
          <ac:chgData name="Steve Mutrux" userId="4fa98d0c-dc66-4728-b09b-a88e22e95094" providerId="ADAL" clId="{421BD283-33D8-4C6C-821F-71755E863FA2}" dt="2026-09-16T12:35:07.481" v="3810" actId="1036"/>
          <ac:spMkLst>
            <pc:docMk/>
            <pc:sldMk cId="3444687766" sldId="260"/>
            <ac:spMk id="12" creationId="{605F40F9-6A50-B1AA-6FBF-2CF56792E491}"/>
          </ac:spMkLst>
        </pc:spChg>
        <pc:spChg chg="mod">
          <ac:chgData name="Steve Mutrux" userId="4fa98d0c-dc66-4728-b09b-a88e22e95094" providerId="ADAL" clId="{421BD283-33D8-4C6C-821F-71755E863FA2}" dt="2026-09-16T12:35:32.653" v="3837" actId="1076"/>
          <ac:spMkLst>
            <pc:docMk/>
            <pc:sldMk cId="3444687766" sldId="260"/>
            <ac:spMk id="14" creationId="{1F45A6C0-1313-89F0-C287-947DF4D424D6}"/>
          </ac:spMkLst>
        </pc:spChg>
        <pc:spChg chg="mod">
          <ac:chgData name="Steve Mutrux" userId="4fa98d0c-dc66-4728-b09b-a88e22e95094" providerId="ADAL" clId="{421BD283-33D8-4C6C-821F-71755E863FA2}" dt="2026-09-16T12:35:34.452" v="3838" actId="1076"/>
          <ac:spMkLst>
            <pc:docMk/>
            <pc:sldMk cId="3444687766" sldId="260"/>
            <ac:spMk id="15" creationId="{63C4BFCD-A94F-3060-8040-AE4F24CB4C75}"/>
          </ac:spMkLst>
        </pc:spChg>
        <pc:spChg chg="mod">
          <ac:chgData name="Steve Mutrux" userId="4fa98d0c-dc66-4728-b09b-a88e22e95094" providerId="ADAL" clId="{421BD283-33D8-4C6C-821F-71755E863FA2}" dt="2026-09-16T12:35:20.868" v="3833" actId="1076"/>
          <ac:spMkLst>
            <pc:docMk/>
            <pc:sldMk cId="3444687766" sldId="260"/>
            <ac:spMk id="17" creationId="{3D802358-4C0C-3E72-F4F8-4897F120630D}"/>
          </ac:spMkLst>
        </pc:spChg>
        <pc:spChg chg="mod">
          <ac:chgData name="Steve Mutrux" userId="4fa98d0c-dc66-4728-b09b-a88e22e95094" providerId="ADAL" clId="{421BD283-33D8-4C6C-821F-71755E863FA2}" dt="2026-09-16T12:35:23.077" v="3834" actId="1076"/>
          <ac:spMkLst>
            <pc:docMk/>
            <pc:sldMk cId="3444687766" sldId="260"/>
            <ac:spMk id="18" creationId="{1B0A0C13-C1E3-7320-15BE-24AB6E8162B5}"/>
          </ac:spMkLst>
        </pc:spChg>
        <pc:spChg chg="add mod ord">
          <ac:chgData name="Steve Mutrux" userId="4fa98d0c-dc66-4728-b09b-a88e22e95094" providerId="ADAL" clId="{421BD283-33D8-4C6C-821F-71755E863FA2}" dt="2026-09-16T12:34:44.839" v="3809" actId="1036"/>
          <ac:spMkLst>
            <pc:docMk/>
            <pc:sldMk cId="3444687766" sldId="260"/>
            <ac:spMk id="19" creationId="{A3A086A8-319C-7CA8-C41D-78D47E1C5605}"/>
          </ac:spMkLst>
        </pc:spChg>
        <pc:grpChg chg="add mod">
          <ac:chgData name="Steve Mutrux" userId="4fa98d0c-dc66-4728-b09b-a88e22e95094" providerId="ADAL" clId="{421BD283-33D8-4C6C-821F-71755E863FA2}" dt="2026-09-16T12:30:25.388" v="3773" actId="164"/>
          <ac:grpSpMkLst>
            <pc:docMk/>
            <pc:sldMk cId="3444687766" sldId="260"/>
            <ac:grpSpMk id="13" creationId="{0A8A49B7-D0FD-921B-A559-CBF55F11C1BE}"/>
          </ac:grpSpMkLst>
        </pc:grpChg>
        <pc:grpChg chg="add mod">
          <ac:chgData name="Steve Mutrux" userId="4fa98d0c-dc66-4728-b09b-a88e22e95094" providerId="ADAL" clId="{421BD283-33D8-4C6C-821F-71755E863FA2}" dt="2026-09-16T12:30:25.388" v="3773" actId="164"/>
          <ac:grpSpMkLst>
            <pc:docMk/>
            <pc:sldMk cId="3444687766" sldId="260"/>
            <ac:grpSpMk id="16" creationId="{9F73D6A7-CF27-F09A-8AC6-091AC25186EA}"/>
          </ac:grpSpMkLst>
        </pc:grpChg>
        <pc:grpChg chg="add mod ord">
          <ac:chgData name="Steve Mutrux" userId="4fa98d0c-dc66-4728-b09b-a88e22e95094" providerId="ADAL" clId="{421BD283-33D8-4C6C-821F-71755E863FA2}" dt="2026-09-16T12:36:19.539" v="3839" actId="167"/>
          <ac:grpSpMkLst>
            <pc:docMk/>
            <pc:sldMk cId="3444687766" sldId="260"/>
            <ac:grpSpMk id="20" creationId="{EABD2D9F-D582-C5E5-6520-3D766AB6AE33}"/>
          </ac:grpSpMkLst>
        </pc:grpChg>
      </pc:sldChg>
      <pc:sldChg chg="addSp delSp modSp add mod modTransition addAnim delAnim modAnim modNotesTx">
        <pc:chgData name="Steve Mutrux" userId="4fa98d0c-dc66-4728-b09b-a88e22e95094" providerId="ADAL" clId="{421BD283-33D8-4C6C-821F-71755E863FA2}" dt="2026-09-21T10:38:25.208" v="5838" actId="14826"/>
        <pc:sldMkLst>
          <pc:docMk/>
          <pc:sldMk cId="4190029259" sldId="261"/>
        </pc:sldMkLst>
        <pc:spChg chg="add mod ord">
          <ac:chgData name="Steve Mutrux" userId="4fa98d0c-dc66-4728-b09b-a88e22e95094" providerId="ADAL" clId="{421BD283-33D8-4C6C-821F-71755E863FA2}" dt="2026-09-16T12:52:14.028" v="4053" actId="166"/>
          <ac:spMkLst>
            <pc:docMk/>
            <pc:sldMk cId="4190029259" sldId="261"/>
            <ac:spMk id="2" creationId="{097F8CB8-172B-C3E2-E664-5B2BAC96AAEF}"/>
          </ac:spMkLst>
        </pc:spChg>
        <pc:spChg chg="mod">
          <ac:chgData name="Steve Mutrux" userId="4fa98d0c-dc66-4728-b09b-a88e22e95094" providerId="ADAL" clId="{421BD283-33D8-4C6C-821F-71755E863FA2}" dt="2026-09-16T12:38:25.637" v="3856"/>
          <ac:spMkLst>
            <pc:docMk/>
            <pc:sldMk cId="4190029259" sldId="261"/>
            <ac:spMk id="4" creationId="{64A2287E-B2C1-FB3E-1734-1B1DDDD4AFB5}"/>
          </ac:spMkLst>
        </pc:spChg>
        <pc:spChg chg="mod">
          <ac:chgData name="Steve Mutrux" userId="4fa98d0c-dc66-4728-b09b-a88e22e95094" providerId="ADAL" clId="{421BD283-33D8-4C6C-821F-71755E863FA2}" dt="2026-09-16T12:38:25.637" v="3856"/>
          <ac:spMkLst>
            <pc:docMk/>
            <pc:sldMk cId="4190029259" sldId="261"/>
            <ac:spMk id="5" creationId="{2DDA9094-A605-CBC0-4948-76D8615752C1}"/>
          </ac:spMkLst>
        </pc:spChg>
        <pc:spChg chg="mod">
          <ac:chgData name="Steve Mutrux" userId="4fa98d0c-dc66-4728-b09b-a88e22e95094" providerId="ADAL" clId="{421BD283-33D8-4C6C-821F-71755E863FA2}" dt="2026-09-16T12:38:25.637" v="3856"/>
          <ac:spMkLst>
            <pc:docMk/>
            <pc:sldMk cId="4190029259" sldId="261"/>
            <ac:spMk id="9" creationId="{1D6C900D-0158-E089-A31D-EE58E62F2DB4}"/>
          </ac:spMkLst>
        </pc:spChg>
        <pc:spChg chg="mod">
          <ac:chgData name="Steve Mutrux" userId="4fa98d0c-dc66-4728-b09b-a88e22e95094" providerId="ADAL" clId="{421BD283-33D8-4C6C-821F-71755E863FA2}" dt="2026-09-16T12:38:25.637" v="3856"/>
          <ac:spMkLst>
            <pc:docMk/>
            <pc:sldMk cId="4190029259" sldId="261"/>
            <ac:spMk id="10" creationId="{9A7FDA7D-F231-4BE3-352D-6B0AC6F164ED}"/>
          </ac:spMkLst>
        </pc:spChg>
        <pc:spChg chg="mod">
          <ac:chgData name="Steve Mutrux" userId="4fa98d0c-dc66-4728-b09b-a88e22e95094" providerId="ADAL" clId="{421BD283-33D8-4C6C-821F-71755E863FA2}" dt="2026-09-16T12:38:25.637" v="3856"/>
          <ac:spMkLst>
            <pc:docMk/>
            <pc:sldMk cId="4190029259" sldId="261"/>
            <ac:spMk id="11" creationId="{8A1B976E-DF31-344C-B646-5528F2D0D02B}"/>
          </ac:spMkLst>
        </pc:spChg>
        <pc:spChg chg="mod">
          <ac:chgData name="Steve Mutrux" userId="4fa98d0c-dc66-4728-b09b-a88e22e95094" providerId="ADAL" clId="{421BD283-33D8-4C6C-821F-71755E863FA2}" dt="2026-09-16T12:38:25.637" v="3856"/>
          <ac:spMkLst>
            <pc:docMk/>
            <pc:sldMk cId="4190029259" sldId="261"/>
            <ac:spMk id="12" creationId="{9E167E88-6E13-99D9-D001-56873C40C347}"/>
          </ac:spMkLst>
        </pc:spChg>
        <pc:spChg chg="add mod ord">
          <ac:chgData name="Steve Mutrux" userId="4fa98d0c-dc66-4728-b09b-a88e22e95094" providerId="ADAL" clId="{421BD283-33D8-4C6C-821F-71755E863FA2}" dt="2026-09-16T12:38:29.135" v="3857" actId="167"/>
          <ac:spMkLst>
            <pc:docMk/>
            <pc:sldMk cId="4190029259" sldId="261"/>
            <ac:spMk id="13" creationId="{D215D108-DE09-DD98-B693-86573D2B5F59}"/>
          </ac:spMkLst>
        </pc:spChg>
        <pc:spChg chg="add mod">
          <ac:chgData name="Steve Mutrux" userId="4fa98d0c-dc66-4728-b09b-a88e22e95094" providerId="ADAL" clId="{421BD283-33D8-4C6C-821F-71755E863FA2}" dt="2026-09-17T18:21:50.529" v="5231" actId="1036"/>
          <ac:spMkLst>
            <pc:docMk/>
            <pc:sldMk cId="4190029259" sldId="261"/>
            <ac:spMk id="15" creationId="{371B18D3-D66D-246F-ADDA-BEA5981F37AE}"/>
          </ac:spMkLst>
        </pc:spChg>
        <pc:spChg chg="add mod ord">
          <ac:chgData name="Steve Mutrux" userId="4fa98d0c-dc66-4728-b09b-a88e22e95094" providerId="ADAL" clId="{421BD283-33D8-4C6C-821F-71755E863FA2}" dt="2026-09-16T12:50:09.573" v="4018" actId="1076"/>
          <ac:spMkLst>
            <pc:docMk/>
            <pc:sldMk cId="4190029259" sldId="261"/>
            <ac:spMk id="23" creationId="{76AA97E3-B3D1-DCEC-CEC1-0A521FD3F5DC}"/>
          </ac:spMkLst>
        </pc:spChg>
        <pc:spChg chg="add mod">
          <ac:chgData name="Steve Mutrux" userId="4fa98d0c-dc66-4728-b09b-a88e22e95094" providerId="ADAL" clId="{421BD283-33D8-4C6C-821F-71755E863FA2}" dt="2026-09-16T12:50:24.609" v="4031" actId="1076"/>
          <ac:spMkLst>
            <pc:docMk/>
            <pc:sldMk cId="4190029259" sldId="261"/>
            <ac:spMk id="25" creationId="{27D89968-F1FB-DF3F-0F2A-F4F94E4F322A}"/>
          </ac:spMkLst>
        </pc:spChg>
        <pc:spChg chg="add mod">
          <ac:chgData name="Steve Mutrux" userId="4fa98d0c-dc66-4728-b09b-a88e22e95094" providerId="ADAL" clId="{421BD283-33D8-4C6C-821F-71755E863FA2}" dt="2026-09-16T12:42:08.569" v="3888" actId="164"/>
          <ac:spMkLst>
            <pc:docMk/>
            <pc:sldMk cId="4190029259" sldId="261"/>
            <ac:spMk id="27" creationId="{3C3A7E03-382A-C7E7-9C4D-18B1AB798910}"/>
          </ac:spMkLst>
        </pc:spChg>
        <pc:spChg chg="add mod">
          <ac:chgData name="Steve Mutrux" userId="4fa98d0c-dc66-4728-b09b-a88e22e95094" providerId="ADAL" clId="{421BD283-33D8-4C6C-821F-71755E863FA2}" dt="2026-09-16T12:42:08.569" v="3888" actId="164"/>
          <ac:spMkLst>
            <pc:docMk/>
            <pc:sldMk cId="4190029259" sldId="261"/>
            <ac:spMk id="29" creationId="{A414EBCC-219D-07E8-F173-E68A2E767048}"/>
          </ac:spMkLst>
        </pc:spChg>
        <pc:spChg chg="add mod">
          <ac:chgData name="Steve Mutrux" userId="4fa98d0c-dc66-4728-b09b-a88e22e95094" providerId="ADAL" clId="{421BD283-33D8-4C6C-821F-71755E863FA2}" dt="2026-09-16T12:42:04.208" v="3887" actId="164"/>
          <ac:spMkLst>
            <pc:docMk/>
            <pc:sldMk cId="4190029259" sldId="261"/>
            <ac:spMk id="31" creationId="{CA5258AE-48EE-0725-37D2-9B3DE5B42AF5}"/>
          </ac:spMkLst>
        </pc:spChg>
        <pc:spChg chg="add mod">
          <ac:chgData name="Steve Mutrux" userId="4fa98d0c-dc66-4728-b09b-a88e22e95094" providerId="ADAL" clId="{421BD283-33D8-4C6C-821F-71755E863FA2}" dt="2026-09-16T12:42:04.208" v="3887" actId="164"/>
          <ac:spMkLst>
            <pc:docMk/>
            <pc:sldMk cId="4190029259" sldId="261"/>
            <ac:spMk id="33" creationId="{4B152BFB-E6B2-11F8-DBCF-BD54BFF33630}"/>
          </ac:spMkLst>
        </pc:spChg>
        <pc:grpChg chg="add mod ord">
          <ac:chgData name="Steve Mutrux" userId="4fa98d0c-dc66-4728-b09b-a88e22e95094" providerId="ADAL" clId="{421BD283-33D8-4C6C-821F-71755E863FA2}" dt="2026-09-16T12:49:47.107" v="4002" actId="167"/>
          <ac:grpSpMkLst>
            <pc:docMk/>
            <pc:sldMk cId="4190029259" sldId="261"/>
            <ac:grpSpMk id="3" creationId="{522AFCC8-0B59-1495-E82B-CC3DDE9CFD47}"/>
          </ac:grpSpMkLst>
        </pc:grpChg>
        <pc:grpChg chg="mod">
          <ac:chgData name="Steve Mutrux" userId="4fa98d0c-dc66-4728-b09b-a88e22e95094" providerId="ADAL" clId="{421BD283-33D8-4C6C-821F-71755E863FA2}" dt="2026-09-16T12:38:25.637" v="3856"/>
          <ac:grpSpMkLst>
            <pc:docMk/>
            <pc:sldMk cId="4190029259" sldId="261"/>
            <ac:grpSpMk id="7" creationId="{614C7479-BC43-902F-4742-E8BB20240BCA}"/>
          </ac:grpSpMkLst>
        </pc:grpChg>
        <pc:grpChg chg="mod">
          <ac:chgData name="Steve Mutrux" userId="4fa98d0c-dc66-4728-b09b-a88e22e95094" providerId="ADAL" clId="{421BD283-33D8-4C6C-821F-71755E863FA2}" dt="2026-09-16T12:38:25.637" v="3856"/>
          <ac:grpSpMkLst>
            <pc:docMk/>
            <pc:sldMk cId="4190029259" sldId="261"/>
            <ac:grpSpMk id="8" creationId="{2A9180EB-BFB6-EF24-29F8-EFE0D1EC933A}"/>
          </ac:grpSpMkLst>
        </pc:grpChg>
        <pc:grpChg chg="add mod">
          <ac:chgData name="Steve Mutrux" userId="4fa98d0c-dc66-4728-b09b-a88e22e95094" providerId="ADAL" clId="{421BD283-33D8-4C6C-821F-71755E863FA2}" dt="2026-09-16T12:51:09.511" v="4046" actId="1036"/>
          <ac:grpSpMkLst>
            <pc:docMk/>
            <pc:sldMk cId="4190029259" sldId="261"/>
            <ac:grpSpMk id="34" creationId="{52B28B1D-115B-0E76-9946-847BC10BED73}"/>
          </ac:grpSpMkLst>
        </pc:grpChg>
        <pc:grpChg chg="add mod">
          <ac:chgData name="Steve Mutrux" userId="4fa98d0c-dc66-4728-b09b-a88e22e95094" providerId="ADAL" clId="{421BD283-33D8-4C6C-821F-71755E863FA2}" dt="2026-09-16T12:51:51.906" v="4052" actId="1035"/>
          <ac:grpSpMkLst>
            <pc:docMk/>
            <pc:sldMk cId="4190029259" sldId="261"/>
            <ac:grpSpMk id="35" creationId="{02C07118-8895-9FC1-B116-BC0E252E5B47}"/>
          </ac:grpSpMkLst>
        </pc:grpChg>
        <pc:picChg chg="add mod">
          <ac:chgData name="Steve Mutrux" userId="4fa98d0c-dc66-4728-b09b-a88e22e95094" providerId="ADAL" clId="{421BD283-33D8-4C6C-821F-71755E863FA2}" dt="2026-09-21T10:38:25.208" v="5838" actId="14826"/>
          <ac:picMkLst>
            <pc:docMk/>
            <pc:sldMk cId="4190029259" sldId="261"/>
            <ac:picMk id="14" creationId="{387C92B2-EE40-6CBB-BD04-2055150745E3}"/>
          </ac:picMkLst>
        </pc:picChg>
      </pc:sldChg>
      <pc:sldChg chg="addSp delSp modSp add mod modTransition delAnim modAnim">
        <pc:chgData name="Steve Mutrux" userId="4fa98d0c-dc66-4728-b09b-a88e22e95094" providerId="ADAL" clId="{421BD283-33D8-4C6C-821F-71755E863FA2}" dt="2026-09-18T16:07:26.666" v="5796" actId="1076"/>
        <pc:sldMkLst>
          <pc:docMk/>
          <pc:sldMk cId="1179066660" sldId="262"/>
        </pc:sldMkLst>
        <pc:spChg chg="add mod ord">
          <ac:chgData name="Steve Mutrux" userId="4fa98d0c-dc66-4728-b09b-a88e22e95094" providerId="ADAL" clId="{421BD283-33D8-4C6C-821F-71755E863FA2}" dt="2026-09-17T18:26:25.637" v="5251" actId="167"/>
          <ac:spMkLst>
            <pc:docMk/>
            <pc:sldMk cId="1179066660" sldId="262"/>
            <ac:spMk id="2" creationId="{0BF92EDD-8888-E08D-FA4D-6A5E72D683AA}"/>
          </ac:spMkLst>
        </pc:spChg>
        <pc:spChg chg="mod ord">
          <ac:chgData name="Steve Mutrux" userId="4fa98d0c-dc66-4728-b09b-a88e22e95094" providerId="ADAL" clId="{421BD283-33D8-4C6C-821F-71755E863FA2}" dt="2026-09-17T18:26:33.719" v="5252" actId="167"/>
          <ac:spMkLst>
            <pc:docMk/>
            <pc:sldMk cId="1179066660" sldId="262"/>
            <ac:spMk id="4" creationId="{7B5338A2-686D-30BB-18B5-63EF3F6596C5}"/>
          </ac:spMkLst>
        </pc:spChg>
        <pc:spChg chg="mod ord">
          <ac:chgData name="Steve Mutrux" userId="4fa98d0c-dc66-4728-b09b-a88e22e95094" providerId="ADAL" clId="{421BD283-33D8-4C6C-821F-71755E863FA2}" dt="2026-09-17T18:27:11.032" v="5258" actId="167"/>
          <ac:spMkLst>
            <pc:docMk/>
            <pc:sldMk cId="1179066660" sldId="262"/>
            <ac:spMk id="6" creationId="{AEB2168F-CCF1-991D-5D41-6794E45BDF72}"/>
          </ac:spMkLst>
        </pc:spChg>
        <pc:spChg chg="mod">
          <ac:chgData name="Steve Mutrux" userId="4fa98d0c-dc66-4728-b09b-a88e22e95094" providerId="ADAL" clId="{421BD283-33D8-4C6C-821F-71755E863FA2}" dt="2026-09-16T12:53:48.110" v="4054"/>
          <ac:spMkLst>
            <pc:docMk/>
            <pc:sldMk cId="1179066660" sldId="262"/>
            <ac:spMk id="8" creationId="{2425D525-B12F-74B8-60B2-577ED90947A1}"/>
          </ac:spMkLst>
        </pc:spChg>
        <pc:spChg chg="mod">
          <ac:chgData name="Steve Mutrux" userId="4fa98d0c-dc66-4728-b09b-a88e22e95094" providerId="ADAL" clId="{421BD283-33D8-4C6C-821F-71755E863FA2}" dt="2026-09-16T12:53:48.110" v="4054"/>
          <ac:spMkLst>
            <pc:docMk/>
            <pc:sldMk cId="1179066660" sldId="262"/>
            <ac:spMk id="9" creationId="{0FA986B0-374B-C6A1-450D-6DDC6C985610}"/>
          </ac:spMkLst>
        </pc:spChg>
        <pc:spChg chg="mod">
          <ac:chgData name="Steve Mutrux" userId="4fa98d0c-dc66-4728-b09b-a88e22e95094" providerId="ADAL" clId="{421BD283-33D8-4C6C-821F-71755E863FA2}" dt="2026-09-16T12:53:48.110" v="4054"/>
          <ac:spMkLst>
            <pc:docMk/>
            <pc:sldMk cId="1179066660" sldId="262"/>
            <ac:spMk id="10" creationId="{B5D38F50-4A25-6EAB-7923-41DB1D98A019}"/>
          </ac:spMkLst>
        </pc:spChg>
        <pc:spChg chg="mod">
          <ac:chgData name="Steve Mutrux" userId="4fa98d0c-dc66-4728-b09b-a88e22e95094" providerId="ADAL" clId="{421BD283-33D8-4C6C-821F-71755E863FA2}" dt="2026-09-16T12:53:48.110" v="4054"/>
          <ac:spMkLst>
            <pc:docMk/>
            <pc:sldMk cId="1179066660" sldId="262"/>
            <ac:spMk id="11" creationId="{05D8C4FE-D54C-08BC-483B-4244657ED434}"/>
          </ac:spMkLst>
        </pc:spChg>
        <pc:spChg chg="add">
          <ac:chgData name="Steve Mutrux" userId="4fa98d0c-dc66-4728-b09b-a88e22e95094" providerId="ADAL" clId="{421BD283-33D8-4C6C-821F-71755E863FA2}" dt="2026-09-16T12:53:52.320" v="4055" actId="22"/>
          <ac:spMkLst>
            <pc:docMk/>
            <pc:sldMk cId="1179066660" sldId="262"/>
            <ac:spMk id="13" creationId="{DEF5A2AF-EC07-834B-96C9-F52BF5B58A31}"/>
          </ac:spMkLst>
        </pc:spChg>
        <pc:spChg chg="add del mod">
          <ac:chgData name="Steve Mutrux" userId="4fa98d0c-dc66-4728-b09b-a88e22e95094" providerId="ADAL" clId="{421BD283-33D8-4C6C-821F-71755E863FA2}" dt="2026-09-17T18:00:06.611" v="5187" actId="1076"/>
          <ac:spMkLst>
            <pc:docMk/>
            <pc:sldMk cId="1179066660" sldId="262"/>
            <ac:spMk id="14" creationId="{C17AF362-55B9-E251-DA4C-B1B90BE410D5}"/>
          </ac:spMkLst>
        </pc:spChg>
        <pc:spChg chg="add mod">
          <ac:chgData name="Steve Mutrux" userId="4fa98d0c-dc66-4728-b09b-a88e22e95094" providerId="ADAL" clId="{421BD283-33D8-4C6C-821F-71755E863FA2}" dt="2026-09-16T13:00:48.685" v="4102" actId="207"/>
          <ac:spMkLst>
            <pc:docMk/>
            <pc:sldMk cId="1179066660" sldId="262"/>
            <ac:spMk id="15" creationId="{32AA332A-1FE7-6F8E-7382-0C05C5898DEB}"/>
          </ac:spMkLst>
        </pc:spChg>
        <pc:spChg chg="add mod">
          <ac:chgData name="Steve Mutrux" userId="4fa98d0c-dc66-4728-b09b-a88e22e95094" providerId="ADAL" clId="{421BD283-33D8-4C6C-821F-71755E863FA2}" dt="2026-09-18T16:07:26.666" v="5796" actId="1076"/>
          <ac:spMkLst>
            <pc:docMk/>
            <pc:sldMk cId="1179066660" sldId="262"/>
            <ac:spMk id="17" creationId="{0566E6FD-1225-A001-B1DE-97A48C17A76C}"/>
          </ac:spMkLst>
        </pc:spChg>
        <pc:spChg chg="mod">
          <ac:chgData name="Steve Mutrux" userId="4fa98d0c-dc66-4728-b09b-a88e22e95094" providerId="ADAL" clId="{421BD283-33D8-4C6C-821F-71755E863FA2}" dt="2026-09-17T17:54:16.901" v="5141"/>
          <ac:spMkLst>
            <pc:docMk/>
            <pc:sldMk cId="1179066660" sldId="262"/>
            <ac:spMk id="22" creationId="{AB64591E-8C56-D5C9-EA8C-04751014FDBE}"/>
          </ac:spMkLst>
        </pc:spChg>
        <pc:spChg chg="mod">
          <ac:chgData name="Steve Mutrux" userId="4fa98d0c-dc66-4728-b09b-a88e22e95094" providerId="ADAL" clId="{421BD283-33D8-4C6C-821F-71755E863FA2}" dt="2026-09-17T17:54:16.901" v="5141"/>
          <ac:spMkLst>
            <pc:docMk/>
            <pc:sldMk cId="1179066660" sldId="262"/>
            <ac:spMk id="23" creationId="{0B419270-CE93-8037-0E26-C784FCBB621B}"/>
          </ac:spMkLst>
        </pc:spChg>
        <pc:spChg chg="mod">
          <ac:chgData name="Steve Mutrux" userId="4fa98d0c-dc66-4728-b09b-a88e22e95094" providerId="ADAL" clId="{421BD283-33D8-4C6C-821F-71755E863FA2}" dt="2026-09-17T17:54:50.632" v="5150"/>
          <ac:spMkLst>
            <pc:docMk/>
            <pc:sldMk cId="1179066660" sldId="262"/>
            <ac:spMk id="25" creationId="{8CA9AB95-392F-9E16-7B5C-A9B0063D4122}"/>
          </ac:spMkLst>
        </pc:spChg>
        <pc:spChg chg="mod">
          <ac:chgData name="Steve Mutrux" userId="4fa98d0c-dc66-4728-b09b-a88e22e95094" providerId="ADAL" clId="{421BD283-33D8-4C6C-821F-71755E863FA2}" dt="2026-09-17T17:54:50.632" v="5150"/>
          <ac:spMkLst>
            <pc:docMk/>
            <pc:sldMk cId="1179066660" sldId="262"/>
            <ac:spMk id="26" creationId="{AE688C10-1140-8767-AC84-0E995361DB7B}"/>
          </ac:spMkLst>
        </pc:spChg>
        <pc:spChg chg="mod">
          <ac:chgData name="Steve Mutrux" userId="4fa98d0c-dc66-4728-b09b-a88e22e95094" providerId="ADAL" clId="{421BD283-33D8-4C6C-821F-71755E863FA2}" dt="2026-09-17T17:59:38.246" v="5182" actId="1076"/>
          <ac:spMkLst>
            <pc:docMk/>
            <pc:sldMk cId="1179066660" sldId="262"/>
            <ac:spMk id="28" creationId="{8C558603-1603-E865-26CD-DB322E05F719}"/>
          </ac:spMkLst>
        </pc:spChg>
        <pc:spChg chg="mod">
          <ac:chgData name="Steve Mutrux" userId="4fa98d0c-dc66-4728-b09b-a88e22e95094" providerId="ADAL" clId="{421BD283-33D8-4C6C-821F-71755E863FA2}" dt="2026-09-17T17:59:39.962" v="5183" actId="1076"/>
          <ac:spMkLst>
            <pc:docMk/>
            <pc:sldMk cId="1179066660" sldId="262"/>
            <ac:spMk id="29" creationId="{1C56E9A2-F368-A01D-7640-70A145EAEAD4}"/>
          </ac:spMkLst>
        </pc:spChg>
        <pc:grpChg chg="add mod ord">
          <ac:chgData name="Steve Mutrux" userId="4fa98d0c-dc66-4728-b09b-a88e22e95094" providerId="ADAL" clId="{421BD283-33D8-4C6C-821F-71755E863FA2}" dt="2026-09-17T18:26:47.148" v="5255" actId="167"/>
          <ac:grpSpMkLst>
            <pc:docMk/>
            <pc:sldMk cId="1179066660" sldId="262"/>
            <ac:grpSpMk id="3" creationId="{BE7AF10A-8749-ED02-C9A1-C044242DF86E}"/>
          </ac:grpSpMkLst>
        </pc:grpChg>
        <pc:grpChg chg="mod">
          <ac:chgData name="Steve Mutrux" userId="4fa98d0c-dc66-4728-b09b-a88e22e95094" providerId="ADAL" clId="{421BD283-33D8-4C6C-821F-71755E863FA2}" dt="2026-09-16T12:53:48.110" v="4054"/>
          <ac:grpSpMkLst>
            <pc:docMk/>
            <pc:sldMk cId="1179066660" sldId="262"/>
            <ac:grpSpMk id="5" creationId="{950DB8CB-B4FD-875C-599B-8425569DF374}"/>
          </ac:grpSpMkLst>
        </pc:grpChg>
        <pc:grpChg chg="mod">
          <ac:chgData name="Steve Mutrux" userId="4fa98d0c-dc66-4728-b09b-a88e22e95094" providerId="ADAL" clId="{421BD283-33D8-4C6C-821F-71755E863FA2}" dt="2026-09-16T12:53:48.110" v="4054"/>
          <ac:grpSpMkLst>
            <pc:docMk/>
            <pc:sldMk cId="1179066660" sldId="262"/>
            <ac:grpSpMk id="7" creationId="{66A325DC-CDE0-8FBB-6D92-28EB1D05733E}"/>
          </ac:grpSpMkLst>
        </pc:grpChg>
        <pc:grpChg chg="add mod">
          <ac:chgData name="Steve Mutrux" userId="4fa98d0c-dc66-4728-b09b-a88e22e95094" providerId="ADAL" clId="{421BD283-33D8-4C6C-821F-71755E863FA2}" dt="2026-09-17T17:58:40.912" v="5178" actId="1038"/>
          <ac:grpSpMkLst>
            <pc:docMk/>
            <pc:sldMk cId="1179066660" sldId="262"/>
            <ac:grpSpMk id="21" creationId="{CA4660AA-A901-F356-66D2-BB4340166212}"/>
          </ac:grpSpMkLst>
        </pc:grpChg>
        <pc:grpChg chg="add mod">
          <ac:chgData name="Steve Mutrux" userId="4fa98d0c-dc66-4728-b09b-a88e22e95094" providerId="ADAL" clId="{421BD283-33D8-4C6C-821F-71755E863FA2}" dt="2026-09-17T17:58:34.140" v="5177" actId="1036"/>
          <ac:grpSpMkLst>
            <pc:docMk/>
            <pc:sldMk cId="1179066660" sldId="262"/>
            <ac:grpSpMk id="24" creationId="{3D49DB04-D837-3156-26C9-27EE2CDB945C}"/>
          </ac:grpSpMkLst>
        </pc:grpChg>
        <pc:grpChg chg="add mod">
          <ac:chgData name="Steve Mutrux" userId="4fa98d0c-dc66-4728-b09b-a88e22e95094" providerId="ADAL" clId="{421BD283-33D8-4C6C-821F-71755E863FA2}" dt="2026-09-17T17:58:51.212" v="5179" actId="1036"/>
          <ac:grpSpMkLst>
            <pc:docMk/>
            <pc:sldMk cId="1179066660" sldId="262"/>
            <ac:grpSpMk id="27" creationId="{137F756D-F9F5-CA00-E05F-C082BE4D1A4E}"/>
          </ac:grpSpMkLst>
        </pc:grpChg>
        <pc:graphicFrameChg chg="add mod modGraphic">
          <ac:chgData name="Steve Mutrux" userId="4fa98d0c-dc66-4728-b09b-a88e22e95094" providerId="ADAL" clId="{421BD283-33D8-4C6C-821F-71755E863FA2}" dt="2026-09-18T16:07:21.208" v="5795" actId="20577"/>
          <ac:graphicFrameMkLst>
            <pc:docMk/>
            <pc:sldMk cId="1179066660" sldId="262"/>
            <ac:graphicFrameMk id="12" creationId="{4EA28A9B-DEE4-9522-F85B-D6250351F83E}"/>
          </ac:graphicFrameMkLst>
        </pc:graphicFrameChg>
      </pc:sldChg>
      <pc:sldChg chg="addSp delSp modSp add mod modTransition">
        <pc:chgData name="Steve Mutrux" userId="4fa98d0c-dc66-4728-b09b-a88e22e95094" providerId="ADAL" clId="{421BD283-33D8-4C6C-821F-71755E863FA2}" dt="2026-09-17T18:12:08.424" v="5212"/>
        <pc:sldMkLst>
          <pc:docMk/>
          <pc:sldMk cId="2229155277" sldId="263"/>
        </pc:sldMkLst>
      </pc:sldChg>
      <pc:sldChg chg="addSp delSp modSp add mod modTransition delAnim modAnim modNotesTx">
        <pc:chgData name="Steve Mutrux" userId="4fa98d0c-dc66-4728-b09b-a88e22e95094" providerId="ADAL" clId="{421BD283-33D8-4C6C-821F-71755E863FA2}" dt="2026-09-20T19:36:14.674" v="5805" actId="20577"/>
        <pc:sldMkLst>
          <pc:docMk/>
          <pc:sldMk cId="353601395" sldId="266"/>
        </pc:sldMkLst>
        <pc:spChg chg="add mod">
          <ac:chgData name="Steve Mutrux" userId="4fa98d0c-dc66-4728-b09b-a88e22e95094" providerId="ADAL" clId="{421BD283-33D8-4C6C-821F-71755E863FA2}" dt="2026-09-16T10:49:51.828" v="3077" actId="164"/>
          <ac:spMkLst>
            <pc:docMk/>
            <pc:sldMk cId="353601395" sldId="266"/>
            <ac:spMk id="2" creationId="{B41E6B40-CEDD-5E91-E2C3-A10C4F95297F}"/>
          </ac:spMkLst>
        </pc:spChg>
        <pc:spChg chg="mod">
          <ac:chgData name="Steve Mutrux" userId="4fa98d0c-dc66-4728-b09b-a88e22e95094" providerId="ADAL" clId="{421BD283-33D8-4C6C-821F-71755E863FA2}" dt="2026-09-16T10:49:43.544" v="3076" actId="164"/>
          <ac:spMkLst>
            <pc:docMk/>
            <pc:sldMk cId="353601395" sldId="266"/>
            <ac:spMk id="5" creationId="{E0080525-2089-AE64-FE91-F3DE28817197}"/>
          </ac:spMkLst>
        </pc:spChg>
        <pc:spChg chg="add mod">
          <ac:chgData name="Steve Mutrux" userId="4fa98d0c-dc66-4728-b09b-a88e22e95094" providerId="ADAL" clId="{421BD283-33D8-4C6C-821F-71755E863FA2}" dt="2026-09-18T15:40:48.200" v="5575" actId="6549"/>
          <ac:spMkLst>
            <pc:docMk/>
            <pc:sldMk cId="353601395" sldId="266"/>
            <ac:spMk id="6" creationId="{DB957D48-6A7C-B8E3-25B3-448F0B786932}"/>
          </ac:spMkLst>
        </pc:spChg>
        <pc:spChg chg="mod">
          <ac:chgData name="Steve Mutrux" userId="4fa98d0c-dc66-4728-b09b-a88e22e95094" providerId="ADAL" clId="{421BD283-33D8-4C6C-821F-71755E863FA2}" dt="2026-09-16T10:49:43.544" v="3076" actId="164"/>
          <ac:spMkLst>
            <pc:docMk/>
            <pc:sldMk cId="353601395" sldId="266"/>
            <ac:spMk id="7" creationId="{7EC10A2C-B5AA-5C6E-CD59-B59D3354D892}"/>
          </ac:spMkLst>
        </pc:spChg>
        <pc:spChg chg="mod">
          <ac:chgData name="Steve Mutrux" userId="4fa98d0c-dc66-4728-b09b-a88e22e95094" providerId="ADAL" clId="{421BD283-33D8-4C6C-821F-71755E863FA2}" dt="2026-09-16T10:49:43.544" v="3076" actId="164"/>
          <ac:spMkLst>
            <pc:docMk/>
            <pc:sldMk cId="353601395" sldId="266"/>
            <ac:spMk id="9" creationId="{61D4FC78-6CE9-916D-7C0C-FD9D844C39C3}"/>
          </ac:spMkLst>
        </pc:spChg>
        <pc:spChg chg="mod">
          <ac:chgData name="Steve Mutrux" userId="4fa98d0c-dc66-4728-b09b-a88e22e95094" providerId="ADAL" clId="{421BD283-33D8-4C6C-821F-71755E863FA2}" dt="2026-09-16T10:49:43.544" v="3076" actId="164"/>
          <ac:spMkLst>
            <pc:docMk/>
            <pc:sldMk cId="353601395" sldId="266"/>
            <ac:spMk id="10" creationId="{D27E90FB-4F7C-2D9A-86E5-8EB814DB958C}"/>
          </ac:spMkLst>
        </pc:spChg>
        <pc:spChg chg="add mod ord">
          <ac:chgData name="Steve Mutrux" userId="4fa98d0c-dc66-4728-b09b-a88e22e95094" providerId="ADAL" clId="{421BD283-33D8-4C6C-821F-71755E863FA2}" dt="2026-09-16T10:49:57.464" v="3078" actId="167"/>
          <ac:spMkLst>
            <pc:docMk/>
            <pc:sldMk cId="353601395" sldId="266"/>
            <ac:spMk id="11" creationId="{A26D522C-4AAD-E5D8-E163-D78AC7FA3FEC}"/>
          </ac:spMkLst>
        </pc:spChg>
        <pc:spChg chg="add mod">
          <ac:chgData name="Steve Mutrux" userId="4fa98d0c-dc66-4728-b09b-a88e22e95094" providerId="ADAL" clId="{421BD283-33D8-4C6C-821F-71755E863FA2}" dt="2026-09-18T15:54:06.335" v="5792" actId="20577"/>
          <ac:spMkLst>
            <pc:docMk/>
            <pc:sldMk cId="353601395" sldId="266"/>
            <ac:spMk id="12" creationId="{A8ECB029-F628-7E2F-9B86-3C1773F06379}"/>
          </ac:spMkLst>
        </pc:spChg>
        <pc:grpChg chg="add mod">
          <ac:chgData name="Steve Mutrux" userId="4fa98d0c-dc66-4728-b09b-a88e22e95094" providerId="ADAL" clId="{421BD283-33D8-4C6C-821F-71755E863FA2}" dt="2026-09-16T10:49:51.828" v="3077" actId="164"/>
          <ac:grpSpMkLst>
            <pc:docMk/>
            <pc:sldMk cId="353601395" sldId="266"/>
            <ac:grpSpMk id="3" creationId="{4D02B204-9AFA-BE27-35B0-4953AC8F08EA}"/>
          </ac:grpSpMkLst>
        </pc:grpChg>
        <pc:grpChg chg="add mod">
          <ac:chgData name="Steve Mutrux" userId="4fa98d0c-dc66-4728-b09b-a88e22e95094" providerId="ADAL" clId="{421BD283-33D8-4C6C-821F-71755E863FA2}" dt="2026-09-16T10:49:51.828" v="3077" actId="164"/>
          <ac:grpSpMkLst>
            <pc:docMk/>
            <pc:sldMk cId="353601395" sldId="266"/>
            <ac:grpSpMk id="8" creationId="{6527594B-E4E4-7101-447D-FF3E322E113F}"/>
          </ac:grpSpMkLst>
        </pc:grpChg>
        <pc:grpChg chg="add mod ord">
          <ac:chgData name="Steve Mutrux" userId="4fa98d0c-dc66-4728-b09b-a88e22e95094" providerId="ADAL" clId="{421BD283-33D8-4C6C-821F-71755E863FA2}" dt="2026-09-16T11:20:21.614" v="3204" actId="1035"/>
          <ac:grpSpMkLst>
            <pc:docMk/>
            <pc:sldMk cId="353601395" sldId="266"/>
            <ac:grpSpMk id="13" creationId="{A7C6F067-9877-A632-C011-C5091CE09936}"/>
          </ac:grpSpMkLst>
        </pc:grpChg>
      </pc:sldChg>
      <pc:sldChg chg="addSp delSp modSp add mod modTransition modAnim modNotesTx">
        <pc:chgData name="Steve Mutrux" userId="4fa98d0c-dc66-4728-b09b-a88e22e95094" providerId="ADAL" clId="{421BD283-33D8-4C6C-821F-71755E863FA2}" dt="2026-09-18T15:49:23.448" v="5710" actId="1036"/>
        <pc:sldMkLst>
          <pc:docMk/>
          <pc:sldMk cId="557364214" sldId="267"/>
        </pc:sldMkLst>
        <pc:spChg chg="mod">
          <ac:chgData name="Steve Mutrux" userId="4fa98d0c-dc66-4728-b09b-a88e22e95094" providerId="ADAL" clId="{421BD283-33D8-4C6C-821F-71755E863FA2}" dt="2026-09-16T10:59:39.836" v="3123"/>
          <ac:spMkLst>
            <pc:docMk/>
            <pc:sldMk cId="557364214" sldId="267"/>
            <ac:spMk id="3" creationId="{F99D84A3-D329-9508-AD3B-65C0C4D1A8D7}"/>
          </ac:spMkLst>
        </pc:spChg>
        <pc:spChg chg="add mod">
          <ac:chgData name="Steve Mutrux" userId="4fa98d0c-dc66-4728-b09b-a88e22e95094" providerId="ADAL" clId="{421BD283-33D8-4C6C-821F-71755E863FA2}" dt="2026-09-18T15:48:20.686" v="5709" actId="6549"/>
          <ac:spMkLst>
            <pc:docMk/>
            <pc:sldMk cId="557364214" sldId="267"/>
            <ac:spMk id="4" creationId="{FCB0987B-36F3-8A6F-1B24-CA8B0A4ABC95}"/>
          </ac:spMkLst>
        </pc:spChg>
        <pc:spChg chg="add mod">
          <ac:chgData name="Steve Mutrux" userId="4fa98d0c-dc66-4728-b09b-a88e22e95094" providerId="ADAL" clId="{421BD283-33D8-4C6C-821F-71755E863FA2}" dt="2026-09-18T15:41:09.303" v="5593" actId="20577"/>
          <ac:spMkLst>
            <pc:docMk/>
            <pc:sldMk cId="557364214" sldId="267"/>
            <ac:spMk id="6" creationId="{4B417B1F-4D76-94E6-39D5-BE8719071E14}"/>
          </ac:spMkLst>
        </pc:spChg>
        <pc:spChg chg="mod">
          <ac:chgData name="Steve Mutrux" userId="4fa98d0c-dc66-4728-b09b-a88e22e95094" providerId="ADAL" clId="{421BD283-33D8-4C6C-821F-71755E863FA2}" dt="2026-09-18T15:49:23.448" v="5710" actId="1036"/>
          <ac:spMkLst>
            <pc:docMk/>
            <pc:sldMk cId="557364214" sldId="267"/>
            <ac:spMk id="8" creationId="{3AD98184-E8E6-0DB2-6C4B-E69598E79072}"/>
          </ac:spMkLst>
        </pc:spChg>
        <pc:spChg chg="mod">
          <ac:chgData name="Steve Mutrux" userId="4fa98d0c-dc66-4728-b09b-a88e22e95094" providerId="ADAL" clId="{421BD283-33D8-4C6C-821F-71755E863FA2}" dt="2026-09-16T10:59:39.836" v="3123"/>
          <ac:spMkLst>
            <pc:docMk/>
            <pc:sldMk cId="557364214" sldId="267"/>
            <ac:spMk id="9" creationId="{B328075D-57DC-65EF-8942-FEA7B2FD3340}"/>
          </ac:spMkLst>
        </pc:spChg>
        <pc:spChg chg="mod">
          <ac:chgData name="Steve Mutrux" userId="4fa98d0c-dc66-4728-b09b-a88e22e95094" providerId="ADAL" clId="{421BD283-33D8-4C6C-821F-71755E863FA2}" dt="2026-09-16T10:59:39.836" v="3123"/>
          <ac:spMkLst>
            <pc:docMk/>
            <pc:sldMk cId="557364214" sldId="267"/>
            <ac:spMk id="10" creationId="{EBD02BE5-060E-970C-4892-9B164DF60B58}"/>
          </ac:spMkLst>
        </pc:spChg>
        <pc:spChg chg="mod">
          <ac:chgData name="Steve Mutrux" userId="4fa98d0c-dc66-4728-b09b-a88e22e95094" providerId="ADAL" clId="{421BD283-33D8-4C6C-821F-71755E863FA2}" dt="2026-09-16T10:59:39.836" v="3123"/>
          <ac:spMkLst>
            <pc:docMk/>
            <pc:sldMk cId="557364214" sldId="267"/>
            <ac:spMk id="11" creationId="{4FE7666B-9087-A9EB-A906-CDE009367B28}"/>
          </ac:spMkLst>
        </pc:spChg>
        <pc:spChg chg="add mod ord">
          <ac:chgData name="Steve Mutrux" userId="4fa98d0c-dc66-4728-b09b-a88e22e95094" providerId="ADAL" clId="{421BD283-33D8-4C6C-821F-71755E863FA2}" dt="2026-09-16T10:59:48.898" v="3126" actId="1076"/>
          <ac:spMkLst>
            <pc:docMk/>
            <pc:sldMk cId="557364214" sldId="267"/>
            <ac:spMk id="12" creationId="{3A26E48C-2F04-0A6F-2639-1EC26E9D237D}"/>
          </ac:spMkLst>
        </pc:spChg>
        <pc:grpChg chg="add mod ord">
          <ac:chgData name="Steve Mutrux" userId="4fa98d0c-dc66-4728-b09b-a88e22e95094" providerId="ADAL" clId="{421BD283-33D8-4C6C-821F-71755E863FA2}" dt="2026-09-16T11:20:54.556" v="3206" actId="1035"/>
          <ac:grpSpMkLst>
            <pc:docMk/>
            <pc:sldMk cId="557364214" sldId="267"/>
            <ac:grpSpMk id="2" creationId="{E59EC7BF-914E-85A2-00CF-78796D754808}"/>
          </ac:grpSpMkLst>
        </pc:grpChg>
        <pc:grpChg chg="mod">
          <ac:chgData name="Steve Mutrux" userId="4fa98d0c-dc66-4728-b09b-a88e22e95094" providerId="ADAL" clId="{421BD283-33D8-4C6C-821F-71755E863FA2}" dt="2026-09-16T10:59:39.836" v="3123"/>
          <ac:grpSpMkLst>
            <pc:docMk/>
            <pc:sldMk cId="557364214" sldId="267"/>
            <ac:grpSpMk id="5" creationId="{7082E522-EC63-85B8-C764-075623491A75}"/>
          </ac:grpSpMkLst>
        </pc:grpChg>
        <pc:grpChg chg="mod">
          <ac:chgData name="Steve Mutrux" userId="4fa98d0c-dc66-4728-b09b-a88e22e95094" providerId="ADAL" clId="{421BD283-33D8-4C6C-821F-71755E863FA2}" dt="2026-09-16T10:59:39.836" v="3123"/>
          <ac:grpSpMkLst>
            <pc:docMk/>
            <pc:sldMk cId="557364214" sldId="267"/>
            <ac:grpSpMk id="7" creationId="{1173344E-F516-F138-FA58-D73764C2C7BA}"/>
          </ac:grpSpMkLst>
        </pc:grpChg>
      </pc:sldChg>
      <pc:sldChg chg="addSp delSp modSp add mod modTransition modAnim modNotesTx">
        <pc:chgData name="Steve Mutrux" userId="4fa98d0c-dc66-4728-b09b-a88e22e95094" providerId="ADAL" clId="{421BD283-33D8-4C6C-821F-71755E863FA2}" dt="2026-09-20T19:46:21.382" v="5814" actId="20577"/>
        <pc:sldMkLst>
          <pc:docMk/>
          <pc:sldMk cId="3893094920" sldId="268"/>
        </pc:sldMkLst>
        <pc:spChg chg="mod">
          <ac:chgData name="Steve Mutrux" userId="4fa98d0c-dc66-4728-b09b-a88e22e95094" providerId="ADAL" clId="{421BD283-33D8-4C6C-821F-71755E863FA2}" dt="2026-09-16T11:15:33.876" v="3184"/>
          <ac:spMkLst>
            <pc:docMk/>
            <pc:sldMk cId="3893094920" sldId="268"/>
            <ac:spMk id="3" creationId="{8B8EBAB6-F711-E330-4124-AB5AC0A60D69}"/>
          </ac:spMkLst>
        </pc:spChg>
        <pc:spChg chg="add mod">
          <ac:chgData name="Steve Mutrux" userId="4fa98d0c-dc66-4728-b09b-a88e22e95094" providerId="ADAL" clId="{421BD283-33D8-4C6C-821F-71755E863FA2}" dt="2026-09-20T19:46:21.382" v="5814" actId="20577"/>
          <ac:spMkLst>
            <pc:docMk/>
            <pc:sldMk cId="3893094920" sldId="268"/>
            <ac:spMk id="4" creationId="{417B9F22-9B70-7974-674D-300CF5BE5CE0}"/>
          </ac:spMkLst>
        </pc:spChg>
        <pc:spChg chg="add mod">
          <ac:chgData name="Steve Mutrux" userId="4fa98d0c-dc66-4728-b09b-a88e22e95094" providerId="ADAL" clId="{421BD283-33D8-4C6C-821F-71755E863FA2}" dt="2026-09-18T15:41:42.062" v="5609" actId="20577"/>
          <ac:spMkLst>
            <pc:docMk/>
            <pc:sldMk cId="3893094920" sldId="268"/>
            <ac:spMk id="6" creationId="{963CB6CA-9071-0ED2-6369-CCD22B4D6B1D}"/>
          </ac:spMkLst>
        </pc:spChg>
        <pc:spChg chg="mod">
          <ac:chgData name="Steve Mutrux" userId="4fa98d0c-dc66-4728-b09b-a88e22e95094" providerId="ADAL" clId="{421BD283-33D8-4C6C-821F-71755E863FA2}" dt="2026-09-16T11:15:33.876" v="3184"/>
          <ac:spMkLst>
            <pc:docMk/>
            <pc:sldMk cId="3893094920" sldId="268"/>
            <ac:spMk id="8" creationId="{2982DA2E-CDF0-7E52-1023-A6D6CB2E43C1}"/>
          </ac:spMkLst>
        </pc:spChg>
        <pc:spChg chg="mod">
          <ac:chgData name="Steve Mutrux" userId="4fa98d0c-dc66-4728-b09b-a88e22e95094" providerId="ADAL" clId="{421BD283-33D8-4C6C-821F-71755E863FA2}" dt="2026-09-16T11:15:33.876" v="3184"/>
          <ac:spMkLst>
            <pc:docMk/>
            <pc:sldMk cId="3893094920" sldId="268"/>
            <ac:spMk id="9" creationId="{B35F7621-BE54-88A3-9C01-9D83F18372D4}"/>
          </ac:spMkLst>
        </pc:spChg>
        <pc:spChg chg="mod">
          <ac:chgData name="Steve Mutrux" userId="4fa98d0c-dc66-4728-b09b-a88e22e95094" providerId="ADAL" clId="{421BD283-33D8-4C6C-821F-71755E863FA2}" dt="2026-09-16T11:15:33.876" v="3184"/>
          <ac:spMkLst>
            <pc:docMk/>
            <pc:sldMk cId="3893094920" sldId="268"/>
            <ac:spMk id="10" creationId="{686BF327-87E6-BCAA-96C0-2140B2AFBDF9}"/>
          </ac:spMkLst>
        </pc:spChg>
        <pc:spChg chg="mod">
          <ac:chgData name="Steve Mutrux" userId="4fa98d0c-dc66-4728-b09b-a88e22e95094" providerId="ADAL" clId="{421BD283-33D8-4C6C-821F-71755E863FA2}" dt="2026-09-16T11:15:33.876" v="3184"/>
          <ac:spMkLst>
            <pc:docMk/>
            <pc:sldMk cId="3893094920" sldId="268"/>
            <ac:spMk id="11" creationId="{FFA20384-F908-9CD9-913E-865905CC6833}"/>
          </ac:spMkLst>
        </pc:spChg>
        <pc:spChg chg="add del mod ord">
          <ac:chgData name="Steve Mutrux" userId="4fa98d0c-dc66-4728-b09b-a88e22e95094" providerId="ADAL" clId="{421BD283-33D8-4C6C-821F-71755E863FA2}" dt="2026-09-16T11:54:25.710" v="3455" actId="1076"/>
          <ac:spMkLst>
            <pc:docMk/>
            <pc:sldMk cId="3893094920" sldId="268"/>
            <ac:spMk id="12" creationId="{29B8C763-2DAA-F09B-C359-3E60819D6471}"/>
          </ac:spMkLst>
        </pc:spChg>
        <pc:spChg chg="add mod">
          <ac:chgData name="Steve Mutrux" userId="4fa98d0c-dc66-4728-b09b-a88e22e95094" providerId="ADAL" clId="{421BD283-33D8-4C6C-821F-71755E863FA2}" dt="2026-09-16T11:50:29.684" v="3438" actId="207"/>
          <ac:spMkLst>
            <pc:docMk/>
            <pc:sldMk cId="3893094920" sldId="268"/>
            <ac:spMk id="18" creationId="{0DE20A8E-7514-059B-EBA3-4746439C1B6D}"/>
          </ac:spMkLst>
        </pc:spChg>
        <pc:spChg chg="add ord">
          <ac:chgData name="Steve Mutrux" userId="4fa98d0c-dc66-4728-b09b-a88e22e95094" providerId="ADAL" clId="{421BD283-33D8-4C6C-821F-71755E863FA2}" dt="2026-09-16T11:54:13.376" v="3452" actId="167"/>
          <ac:spMkLst>
            <pc:docMk/>
            <pc:sldMk cId="3893094920" sldId="268"/>
            <ac:spMk id="20" creationId="{8D61939E-C735-79B0-5874-F057CAE1E1D2}"/>
          </ac:spMkLst>
        </pc:spChg>
        <pc:grpChg chg="add mod ord">
          <ac:chgData name="Steve Mutrux" userId="4fa98d0c-dc66-4728-b09b-a88e22e95094" providerId="ADAL" clId="{421BD283-33D8-4C6C-821F-71755E863FA2}" dt="2026-09-16T11:21:40.010" v="3211" actId="1035"/>
          <ac:grpSpMkLst>
            <pc:docMk/>
            <pc:sldMk cId="3893094920" sldId="268"/>
            <ac:grpSpMk id="2" creationId="{DA701EC7-2D16-32A6-1BCB-2FF03E31C8EA}"/>
          </ac:grpSpMkLst>
        </pc:grpChg>
        <pc:grpChg chg="mod">
          <ac:chgData name="Steve Mutrux" userId="4fa98d0c-dc66-4728-b09b-a88e22e95094" providerId="ADAL" clId="{421BD283-33D8-4C6C-821F-71755E863FA2}" dt="2026-09-16T11:15:33.876" v="3184"/>
          <ac:grpSpMkLst>
            <pc:docMk/>
            <pc:sldMk cId="3893094920" sldId="268"/>
            <ac:grpSpMk id="5" creationId="{A5F5CA5D-EC51-7433-7EEA-75B65C2189C6}"/>
          </ac:grpSpMkLst>
        </pc:grpChg>
        <pc:grpChg chg="mod">
          <ac:chgData name="Steve Mutrux" userId="4fa98d0c-dc66-4728-b09b-a88e22e95094" providerId="ADAL" clId="{421BD283-33D8-4C6C-821F-71755E863FA2}" dt="2026-09-16T11:15:33.876" v="3184"/>
          <ac:grpSpMkLst>
            <pc:docMk/>
            <pc:sldMk cId="3893094920" sldId="268"/>
            <ac:grpSpMk id="7" creationId="{1BE5028B-5031-1BE7-7089-59F9FD58FFA3}"/>
          </ac:grpSpMkLst>
        </pc:grpChg>
      </pc:sldChg>
      <pc:sldChg chg="addSp delSp modSp add mod modAnim">
        <pc:chgData name="Steve Mutrux" userId="4fa98d0c-dc66-4728-b09b-a88e22e95094" providerId="ADAL" clId="{421BD283-33D8-4C6C-821F-71755E863FA2}" dt="2026-09-17T18:32:43.712" v="5292" actId="1036"/>
        <pc:sldMkLst>
          <pc:docMk/>
          <pc:sldMk cId="1755182162" sldId="269"/>
        </pc:sldMkLst>
        <pc:spChg chg="add mod">
          <ac:chgData name="Steve Mutrux" userId="4fa98d0c-dc66-4728-b09b-a88e22e95094" providerId="ADAL" clId="{421BD283-33D8-4C6C-821F-71755E863FA2}" dt="2026-09-16T12:55:50.663" v="4072" actId="207"/>
          <ac:spMkLst>
            <pc:docMk/>
            <pc:sldMk cId="1755182162" sldId="269"/>
            <ac:spMk id="2" creationId="{0C417CA4-9EEC-ECD8-CD9E-98428D852E50}"/>
          </ac:spMkLst>
        </pc:spChg>
        <pc:spChg chg="mod">
          <ac:chgData name="Steve Mutrux" userId="4fa98d0c-dc66-4728-b09b-a88e22e95094" providerId="ADAL" clId="{421BD283-33D8-4C6C-821F-71755E863FA2}" dt="2026-09-17T18:32:43.712" v="5292" actId="1036"/>
          <ac:spMkLst>
            <pc:docMk/>
            <pc:sldMk cId="1755182162" sldId="269"/>
            <ac:spMk id="8" creationId="{920A0F4F-D15B-3088-F2A1-AD48A979E786}"/>
          </ac:spMkLst>
        </pc:spChg>
      </pc:sldChg>
      <pc:sldChg chg="addSp delSp modSp add mod ord modTransition addAnim delAnim modAnim">
        <pc:chgData name="Steve Mutrux" userId="4fa98d0c-dc66-4728-b09b-a88e22e95094" providerId="ADAL" clId="{421BD283-33D8-4C6C-821F-71755E863FA2}" dt="2026-09-20T19:46:01.889" v="5810" actId="20577"/>
        <pc:sldMkLst>
          <pc:docMk/>
          <pc:sldMk cId="1194673410" sldId="272"/>
        </pc:sldMkLst>
        <pc:spChg chg="mod">
          <ac:chgData name="Steve Mutrux" userId="4fa98d0c-dc66-4728-b09b-a88e22e95094" providerId="ADAL" clId="{421BD283-33D8-4C6C-821F-71755E863FA2}" dt="2026-09-16T12:37:14.742" v="3840"/>
          <ac:spMkLst>
            <pc:docMk/>
            <pc:sldMk cId="1194673410" sldId="272"/>
            <ac:spMk id="3" creationId="{1F7C05C3-0CF4-310D-1EF3-34A26CB73E99}"/>
          </ac:spMkLst>
        </pc:spChg>
        <pc:spChg chg="mod">
          <ac:chgData name="Steve Mutrux" userId="4fa98d0c-dc66-4728-b09b-a88e22e95094" providerId="ADAL" clId="{421BD283-33D8-4C6C-821F-71755E863FA2}" dt="2026-09-16T12:37:14.742" v="3840"/>
          <ac:spMkLst>
            <pc:docMk/>
            <pc:sldMk cId="1194673410" sldId="272"/>
            <ac:spMk id="4" creationId="{3B4D9C07-AB84-F380-DB8D-F89B4514320F}"/>
          </ac:spMkLst>
        </pc:spChg>
        <pc:spChg chg="mod">
          <ac:chgData name="Steve Mutrux" userId="4fa98d0c-dc66-4728-b09b-a88e22e95094" providerId="ADAL" clId="{421BD283-33D8-4C6C-821F-71755E863FA2}" dt="2026-09-16T12:37:14.742" v="3840"/>
          <ac:spMkLst>
            <pc:docMk/>
            <pc:sldMk cId="1194673410" sldId="272"/>
            <ac:spMk id="7" creationId="{401B0EFA-3ABB-A0C0-4A92-30CDDB9D660C}"/>
          </ac:spMkLst>
        </pc:spChg>
        <pc:spChg chg="add mod">
          <ac:chgData name="Steve Mutrux" userId="4fa98d0c-dc66-4728-b09b-a88e22e95094" providerId="ADAL" clId="{421BD283-33D8-4C6C-821F-71755E863FA2}" dt="2026-09-20T19:46:01.889" v="5810" actId="20577"/>
          <ac:spMkLst>
            <pc:docMk/>
            <pc:sldMk cId="1194673410" sldId="272"/>
            <ac:spMk id="8" creationId="{AED53C7F-599F-FBA7-12D5-0CEFFBEE13B0}"/>
          </ac:spMkLst>
        </pc:spChg>
        <pc:spChg chg="mod">
          <ac:chgData name="Steve Mutrux" userId="4fa98d0c-dc66-4728-b09b-a88e22e95094" providerId="ADAL" clId="{421BD283-33D8-4C6C-821F-71755E863FA2}" dt="2026-09-16T12:37:14.742" v="3840"/>
          <ac:spMkLst>
            <pc:docMk/>
            <pc:sldMk cId="1194673410" sldId="272"/>
            <ac:spMk id="9" creationId="{22B05484-DADA-9052-35DC-AA34788AAC59}"/>
          </ac:spMkLst>
        </pc:spChg>
        <pc:spChg chg="mod">
          <ac:chgData name="Steve Mutrux" userId="4fa98d0c-dc66-4728-b09b-a88e22e95094" providerId="ADAL" clId="{421BD283-33D8-4C6C-821F-71755E863FA2}" dt="2026-09-16T12:37:14.742" v="3840"/>
          <ac:spMkLst>
            <pc:docMk/>
            <pc:sldMk cId="1194673410" sldId="272"/>
            <ac:spMk id="10" creationId="{4C940E42-AD76-0F81-2A9E-F20546CCEC00}"/>
          </ac:spMkLst>
        </pc:spChg>
        <pc:spChg chg="mod">
          <ac:chgData name="Steve Mutrux" userId="4fa98d0c-dc66-4728-b09b-a88e22e95094" providerId="ADAL" clId="{421BD283-33D8-4C6C-821F-71755E863FA2}" dt="2026-09-16T12:37:14.742" v="3840"/>
          <ac:spMkLst>
            <pc:docMk/>
            <pc:sldMk cId="1194673410" sldId="272"/>
            <ac:spMk id="11" creationId="{D06399BE-F84F-CA75-1627-3041458D90F4}"/>
          </ac:spMkLst>
        </pc:spChg>
        <pc:spChg chg="add mod">
          <ac:chgData name="Steve Mutrux" userId="4fa98d0c-dc66-4728-b09b-a88e22e95094" providerId="ADAL" clId="{421BD283-33D8-4C6C-821F-71755E863FA2}" dt="2026-09-16T12:37:14.742" v="3840"/>
          <ac:spMkLst>
            <pc:docMk/>
            <pc:sldMk cId="1194673410" sldId="272"/>
            <ac:spMk id="12" creationId="{989051CC-100F-F81A-B0D4-8999C613E12D}"/>
          </ac:spMkLst>
        </pc:spChg>
        <pc:spChg chg="add mod">
          <ac:chgData name="Steve Mutrux" userId="4fa98d0c-dc66-4728-b09b-a88e22e95094" providerId="ADAL" clId="{421BD283-33D8-4C6C-821F-71755E863FA2}" dt="2026-09-16T12:37:26.266" v="3842"/>
          <ac:spMkLst>
            <pc:docMk/>
            <pc:sldMk cId="1194673410" sldId="272"/>
            <ac:spMk id="13" creationId="{1340E59F-A77C-0355-6B43-C13F8528C998}"/>
          </ac:spMkLst>
        </pc:spChg>
        <pc:spChg chg="add mod">
          <ac:chgData name="Steve Mutrux" userId="4fa98d0c-dc66-4728-b09b-a88e22e95094" providerId="ADAL" clId="{421BD283-33D8-4C6C-821F-71755E863FA2}" dt="2026-09-16T15:09:40.546" v="4562" actId="1076"/>
          <ac:spMkLst>
            <pc:docMk/>
            <pc:sldMk cId="1194673410" sldId="272"/>
            <ac:spMk id="14" creationId="{3DAEF85A-079C-3F9A-92CF-835B7D0DC7BD}"/>
          </ac:spMkLst>
        </pc:spChg>
        <pc:grpChg chg="add mod">
          <ac:chgData name="Steve Mutrux" userId="4fa98d0c-dc66-4728-b09b-a88e22e95094" providerId="ADAL" clId="{421BD283-33D8-4C6C-821F-71755E863FA2}" dt="2026-09-16T12:37:14.742" v="3840"/>
          <ac:grpSpMkLst>
            <pc:docMk/>
            <pc:sldMk cId="1194673410" sldId="272"/>
            <ac:grpSpMk id="2" creationId="{6F7A3D8F-EAF1-1A9D-9372-AF342FB1FF0C}"/>
          </ac:grpSpMkLst>
        </pc:grpChg>
        <pc:grpChg chg="mod">
          <ac:chgData name="Steve Mutrux" userId="4fa98d0c-dc66-4728-b09b-a88e22e95094" providerId="ADAL" clId="{421BD283-33D8-4C6C-821F-71755E863FA2}" dt="2026-09-16T12:37:14.742" v="3840"/>
          <ac:grpSpMkLst>
            <pc:docMk/>
            <pc:sldMk cId="1194673410" sldId="272"/>
            <ac:grpSpMk id="5" creationId="{9D56FD06-360A-DFFE-8B04-2A6D00BBC4E7}"/>
          </ac:grpSpMkLst>
        </pc:grpChg>
        <pc:grpChg chg="mod">
          <ac:chgData name="Steve Mutrux" userId="4fa98d0c-dc66-4728-b09b-a88e22e95094" providerId="ADAL" clId="{421BD283-33D8-4C6C-821F-71755E863FA2}" dt="2026-09-16T12:37:14.742" v="3840"/>
          <ac:grpSpMkLst>
            <pc:docMk/>
            <pc:sldMk cId="1194673410" sldId="272"/>
            <ac:grpSpMk id="6" creationId="{CF1AE25B-1A52-30BB-DC52-0C39DC197C57}"/>
          </ac:grpSpMkLst>
        </pc:grpChg>
      </pc:sldChg>
      <pc:sldChg chg="addSp modSp add mod modTransition modAnim modNotesTx">
        <pc:chgData name="Steve Mutrux" userId="4fa98d0c-dc66-4728-b09b-a88e22e95094" providerId="ADAL" clId="{421BD283-33D8-4C6C-821F-71755E863FA2}" dt="2026-09-18T15:45:45.863" v="5655" actId="20577"/>
        <pc:sldMkLst>
          <pc:docMk/>
          <pc:sldMk cId="3925825761" sldId="273"/>
        </pc:sldMkLst>
        <pc:spChg chg="add mod ord">
          <ac:chgData name="Steve Mutrux" userId="4fa98d0c-dc66-4728-b09b-a88e22e95094" providerId="ADAL" clId="{421BD283-33D8-4C6C-821F-71755E863FA2}" dt="2026-09-16T11:19:32.067" v="3202" actId="1035"/>
          <ac:spMkLst>
            <pc:docMk/>
            <pc:sldMk cId="3925825761" sldId="273"/>
            <ac:spMk id="2" creationId="{ADAD1B22-E98A-1F1C-0E10-FBB0D4FDB4E7}"/>
          </ac:spMkLst>
        </pc:spChg>
        <pc:spChg chg="add mod">
          <ac:chgData name="Steve Mutrux" userId="4fa98d0c-dc66-4728-b09b-a88e22e95094" providerId="ADAL" clId="{421BD283-33D8-4C6C-821F-71755E863FA2}" dt="2026-09-16T02:40:09.382" v="3044"/>
          <ac:spMkLst>
            <pc:docMk/>
            <pc:sldMk cId="3925825761" sldId="273"/>
            <ac:spMk id="3" creationId="{3509C406-746C-2D41-7411-CAD9A5B245CC}"/>
          </ac:spMkLst>
        </pc:spChg>
        <pc:spChg chg="mod">
          <ac:chgData name="Steve Mutrux" userId="4fa98d0c-dc66-4728-b09b-a88e22e95094" providerId="ADAL" clId="{421BD283-33D8-4C6C-821F-71755E863FA2}" dt="2026-09-18T15:40:29.674" v="5561" actId="20577"/>
          <ac:spMkLst>
            <pc:docMk/>
            <pc:sldMk cId="3925825761" sldId="273"/>
            <ac:spMk id="5" creationId="{32AB9166-2446-17C2-01D2-CCA23D7EB405}"/>
          </ac:spMkLst>
        </pc:spChg>
        <pc:spChg chg="mod">
          <ac:chgData name="Steve Mutrux" userId="4fa98d0c-dc66-4728-b09b-a88e22e95094" providerId="ADAL" clId="{421BD283-33D8-4C6C-821F-71755E863FA2}" dt="2026-09-16T02:40:09.382" v="3044"/>
          <ac:spMkLst>
            <pc:docMk/>
            <pc:sldMk cId="3925825761" sldId="273"/>
            <ac:spMk id="7" creationId="{13E83B4C-D3F0-0B41-2951-5D1ED5B07CF7}"/>
          </ac:spMkLst>
        </pc:spChg>
        <pc:spChg chg="mod">
          <ac:chgData name="Steve Mutrux" userId="4fa98d0c-dc66-4728-b09b-a88e22e95094" providerId="ADAL" clId="{421BD283-33D8-4C6C-821F-71755E863FA2}" dt="2026-09-16T02:40:09.382" v="3044"/>
          <ac:spMkLst>
            <pc:docMk/>
            <pc:sldMk cId="3925825761" sldId="273"/>
            <ac:spMk id="8" creationId="{89B9FE66-22FF-D079-0855-0C0B63B4511F}"/>
          </ac:spMkLst>
        </pc:spChg>
        <pc:spChg chg="mod">
          <ac:chgData name="Steve Mutrux" userId="4fa98d0c-dc66-4728-b09b-a88e22e95094" providerId="ADAL" clId="{421BD283-33D8-4C6C-821F-71755E863FA2}" dt="2026-09-16T02:40:09.382" v="3044"/>
          <ac:spMkLst>
            <pc:docMk/>
            <pc:sldMk cId="3925825761" sldId="273"/>
            <ac:spMk id="10" creationId="{66B2A3DE-2865-9335-0D82-30F2149DAC1B}"/>
          </ac:spMkLst>
        </pc:spChg>
        <pc:spChg chg="mod">
          <ac:chgData name="Steve Mutrux" userId="4fa98d0c-dc66-4728-b09b-a88e22e95094" providerId="ADAL" clId="{421BD283-33D8-4C6C-821F-71755E863FA2}" dt="2026-09-16T02:40:09.382" v="3044"/>
          <ac:spMkLst>
            <pc:docMk/>
            <pc:sldMk cId="3925825761" sldId="273"/>
            <ac:spMk id="11" creationId="{E025BE1E-2CB8-69B3-6BA0-3467CFC07D78}"/>
          </ac:spMkLst>
        </pc:spChg>
        <pc:spChg chg="add mod">
          <ac:chgData name="Steve Mutrux" userId="4fa98d0c-dc66-4728-b09b-a88e22e95094" providerId="ADAL" clId="{421BD283-33D8-4C6C-821F-71755E863FA2}" dt="2026-09-18T15:45:35.377" v="5653"/>
          <ac:spMkLst>
            <pc:docMk/>
            <pc:sldMk cId="3925825761" sldId="273"/>
            <ac:spMk id="13" creationId="{B8742619-7F61-460A-E048-5628FDF4AD01}"/>
          </ac:spMkLst>
        </pc:spChg>
        <pc:grpChg chg="add mod ord">
          <ac:chgData name="Steve Mutrux" userId="4fa98d0c-dc66-4728-b09b-a88e22e95094" providerId="ADAL" clId="{421BD283-33D8-4C6C-821F-71755E863FA2}" dt="2026-09-16T11:19:32.067" v="3202" actId="1035"/>
          <ac:grpSpMkLst>
            <pc:docMk/>
            <pc:sldMk cId="3925825761" sldId="273"/>
            <ac:grpSpMk id="6" creationId="{BE8F80B6-389F-2079-3028-3EE34EBC6005}"/>
          </ac:grpSpMkLst>
        </pc:grpChg>
        <pc:grpChg chg="add mod ord">
          <ac:chgData name="Steve Mutrux" userId="4fa98d0c-dc66-4728-b09b-a88e22e95094" providerId="ADAL" clId="{421BD283-33D8-4C6C-821F-71755E863FA2}" dt="2026-09-16T11:19:32.067" v="3202" actId="1035"/>
          <ac:grpSpMkLst>
            <pc:docMk/>
            <pc:sldMk cId="3925825761" sldId="273"/>
            <ac:grpSpMk id="9" creationId="{DC473272-EA6A-3325-C544-CA6A24D4FC9E}"/>
          </ac:grpSpMkLst>
        </pc:grpChg>
      </pc:sldChg>
      <pc:sldChg chg="addSp delSp modSp add mod delAnim modAnim modNotesTx">
        <pc:chgData name="Steve Mutrux" userId="4fa98d0c-dc66-4728-b09b-a88e22e95094" providerId="ADAL" clId="{421BD283-33D8-4C6C-821F-71755E863FA2}" dt="2026-09-18T15:45:39.498" v="5654" actId="20577"/>
        <pc:sldMkLst>
          <pc:docMk/>
          <pc:sldMk cId="859702855" sldId="274"/>
        </pc:sldMkLst>
        <pc:spChg chg="add mod">
          <ac:chgData name="Steve Mutrux" userId="4fa98d0c-dc66-4728-b09b-a88e22e95094" providerId="ADAL" clId="{421BD283-33D8-4C6C-821F-71755E863FA2}" dt="2026-09-18T15:45:39.498" v="5654" actId="20577"/>
          <ac:spMkLst>
            <pc:docMk/>
            <pc:sldMk cId="859702855" sldId="274"/>
            <ac:spMk id="2" creationId="{D46ED73F-A2B7-C52F-965C-210379FFFA48}"/>
          </ac:spMkLst>
        </pc:spChg>
        <pc:spChg chg="add mod ord">
          <ac:chgData name="Steve Mutrux" userId="4fa98d0c-dc66-4728-b09b-a88e22e95094" providerId="ADAL" clId="{421BD283-33D8-4C6C-821F-71755E863FA2}" dt="2026-09-18T15:40:09.909" v="5547" actId="20577"/>
          <ac:spMkLst>
            <pc:docMk/>
            <pc:sldMk cId="859702855" sldId="274"/>
            <ac:spMk id="3" creationId="{E708DE89-EBCB-3EDF-87C7-829832B351D2}"/>
          </ac:spMkLst>
        </pc:spChg>
        <pc:spChg chg="mod">
          <ac:chgData name="Steve Mutrux" userId="4fa98d0c-dc66-4728-b09b-a88e22e95094" providerId="ADAL" clId="{421BD283-33D8-4C6C-821F-71755E863FA2}" dt="2026-09-16T02:23:54.813" v="2963"/>
          <ac:spMkLst>
            <pc:docMk/>
            <pc:sldMk cId="859702855" sldId="274"/>
            <ac:spMk id="6" creationId="{A9B1EA98-EB40-4CB6-A104-255865A5740D}"/>
          </ac:spMkLst>
        </pc:spChg>
        <pc:spChg chg="mod">
          <ac:chgData name="Steve Mutrux" userId="4fa98d0c-dc66-4728-b09b-a88e22e95094" providerId="ADAL" clId="{421BD283-33D8-4C6C-821F-71755E863FA2}" dt="2026-09-16T02:24:34.127" v="2970" actId="1035"/>
          <ac:spMkLst>
            <pc:docMk/>
            <pc:sldMk cId="859702855" sldId="274"/>
            <ac:spMk id="7" creationId="{B4A8BA7C-8C7E-202C-DF5F-646269DBFFF3}"/>
          </ac:spMkLst>
        </pc:spChg>
        <pc:spChg chg="ord">
          <ac:chgData name="Steve Mutrux" userId="4fa98d0c-dc66-4728-b09b-a88e22e95094" providerId="ADAL" clId="{421BD283-33D8-4C6C-821F-71755E863FA2}" dt="2026-09-16T02:11:51.270" v="2916" actId="167"/>
          <ac:spMkLst>
            <pc:docMk/>
            <pc:sldMk cId="859702855" sldId="274"/>
            <ac:spMk id="9" creationId="{0488ED9F-6438-678E-E4DD-BB6D15FDBB1D}"/>
          </ac:spMkLst>
        </pc:spChg>
        <pc:spChg chg="mod ord">
          <ac:chgData name="Steve Mutrux" userId="4fa98d0c-dc66-4728-b09b-a88e22e95094" providerId="ADAL" clId="{421BD283-33D8-4C6C-821F-71755E863FA2}" dt="2026-09-16T02:24:47.014" v="2973" actId="14100"/>
          <ac:spMkLst>
            <pc:docMk/>
            <pc:sldMk cId="859702855" sldId="274"/>
            <ac:spMk id="11" creationId="{01FD20CE-420D-5D93-0EE6-EC9658D1E720}"/>
          </ac:spMkLst>
        </pc:spChg>
        <pc:grpChg chg="add mod">
          <ac:chgData name="Steve Mutrux" userId="4fa98d0c-dc66-4728-b09b-a88e22e95094" providerId="ADAL" clId="{421BD283-33D8-4C6C-821F-71755E863FA2}" dt="2026-09-16T02:24:39.846" v="2972" actId="1035"/>
          <ac:grpSpMkLst>
            <pc:docMk/>
            <pc:sldMk cId="859702855" sldId="274"/>
            <ac:grpSpMk id="4" creationId="{9BD9A52F-41BC-38EA-E934-69D56F8B495C}"/>
          </ac:grpSpMkLst>
        </pc:grpChg>
        <pc:grpChg chg="ord">
          <ac:chgData name="Steve Mutrux" userId="4fa98d0c-dc66-4728-b09b-a88e22e95094" providerId="ADAL" clId="{421BD283-33D8-4C6C-821F-71755E863FA2}" dt="2026-09-16T02:11:51.270" v="2916" actId="167"/>
          <ac:grpSpMkLst>
            <pc:docMk/>
            <pc:sldMk cId="859702855" sldId="274"/>
            <ac:grpSpMk id="14" creationId="{09FF16B3-5309-D404-0771-DCF26DB503B5}"/>
          </ac:grpSpMkLst>
        </pc:grpChg>
      </pc:sldChg>
      <pc:sldChg chg="addSp delSp modSp add mod addAnim delAnim modAnim modNotesTx">
        <pc:chgData name="Steve Mutrux" userId="4fa98d0c-dc66-4728-b09b-a88e22e95094" providerId="ADAL" clId="{421BD283-33D8-4C6C-821F-71755E863FA2}" dt="2026-09-20T19:36:21.157" v="5806" actId="20577"/>
        <pc:sldMkLst>
          <pc:docMk/>
          <pc:sldMk cId="1282376480" sldId="275"/>
        </pc:sldMkLst>
        <pc:spChg chg="mod">
          <ac:chgData name="Steve Mutrux" userId="4fa98d0c-dc66-4728-b09b-a88e22e95094" providerId="ADAL" clId="{421BD283-33D8-4C6C-821F-71755E863FA2}" dt="2026-09-16T11:56:27.964" v="3467"/>
          <ac:spMkLst>
            <pc:docMk/>
            <pc:sldMk cId="1282376480" sldId="275"/>
            <ac:spMk id="3" creationId="{22A85B97-3743-1A7C-4EBF-EFF925DB8E5F}"/>
          </ac:spMkLst>
        </pc:spChg>
        <pc:spChg chg="mod">
          <ac:chgData name="Steve Mutrux" userId="4fa98d0c-dc66-4728-b09b-a88e22e95094" providerId="ADAL" clId="{421BD283-33D8-4C6C-821F-71755E863FA2}" dt="2026-09-16T11:55:35.863" v="3459" actId="20577"/>
          <ac:spMkLst>
            <pc:docMk/>
            <pc:sldMk cId="1282376480" sldId="275"/>
            <ac:spMk id="4" creationId="{869965D2-1116-5A81-C907-47874970F91A}"/>
          </ac:spMkLst>
        </pc:spChg>
        <pc:spChg chg="mod">
          <ac:chgData name="Steve Mutrux" userId="4fa98d0c-dc66-4728-b09b-a88e22e95094" providerId="ADAL" clId="{421BD283-33D8-4C6C-821F-71755E863FA2}" dt="2026-09-16T11:56:27.964" v="3467"/>
          <ac:spMkLst>
            <pc:docMk/>
            <pc:sldMk cId="1282376480" sldId="275"/>
            <ac:spMk id="7" creationId="{520785A3-1A07-99AF-88FE-FF106E300F94}"/>
          </ac:spMkLst>
        </pc:spChg>
        <pc:spChg chg="mod">
          <ac:chgData name="Steve Mutrux" userId="4fa98d0c-dc66-4728-b09b-a88e22e95094" providerId="ADAL" clId="{421BD283-33D8-4C6C-821F-71755E863FA2}" dt="2026-09-16T11:56:27.964" v="3467"/>
          <ac:spMkLst>
            <pc:docMk/>
            <pc:sldMk cId="1282376480" sldId="275"/>
            <ac:spMk id="8" creationId="{4141CBFA-4947-34AC-F17E-5119BB0D27EA}"/>
          </ac:spMkLst>
        </pc:spChg>
        <pc:spChg chg="mod">
          <ac:chgData name="Steve Mutrux" userId="4fa98d0c-dc66-4728-b09b-a88e22e95094" providerId="ADAL" clId="{421BD283-33D8-4C6C-821F-71755E863FA2}" dt="2026-09-16T11:56:27.964" v="3467"/>
          <ac:spMkLst>
            <pc:docMk/>
            <pc:sldMk cId="1282376480" sldId="275"/>
            <ac:spMk id="9" creationId="{8FD400D4-674A-72BC-46C9-97FC56BDEFF4}"/>
          </ac:spMkLst>
        </pc:spChg>
        <pc:spChg chg="mod">
          <ac:chgData name="Steve Mutrux" userId="4fa98d0c-dc66-4728-b09b-a88e22e95094" providerId="ADAL" clId="{421BD283-33D8-4C6C-821F-71755E863FA2}" dt="2026-09-16T11:56:27.964" v="3467"/>
          <ac:spMkLst>
            <pc:docMk/>
            <pc:sldMk cId="1282376480" sldId="275"/>
            <ac:spMk id="10" creationId="{EC0411CC-827C-0AA4-593F-9E3D270C0BC9}"/>
          </ac:spMkLst>
        </pc:spChg>
        <pc:spChg chg="add mod ord">
          <ac:chgData name="Steve Mutrux" userId="4fa98d0c-dc66-4728-b09b-a88e22e95094" providerId="ADAL" clId="{421BD283-33D8-4C6C-821F-71755E863FA2}" dt="2026-09-16T11:56:37.065" v="3471" actId="167"/>
          <ac:spMkLst>
            <pc:docMk/>
            <pc:sldMk cId="1282376480" sldId="275"/>
            <ac:spMk id="11" creationId="{86CD9824-3652-9E7A-9200-E55A24490667}"/>
          </ac:spMkLst>
        </pc:spChg>
        <pc:spChg chg="add mod">
          <ac:chgData name="Steve Mutrux" userId="4fa98d0c-dc66-4728-b09b-a88e22e95094" providerId="ADAL" clId="{421BD283-33D8-4C6C-821F-71755E863FA2}" dt="2026-09-16T14:53:42.755" v="4325" actId="313"/>
          <ac:spMkLst>
            <pc:docMk/>
            <pc:sldMk cId="1282376480" sldId="275"/>
            <ac:spMk id="13" creationId="{71406E84-B673-8720-C77A-5F79E5792EEE}"/>
          </ac:spMkLst>
        </pc:spChg>
        <pc:spChg chg="add mod ord">
          <ac:chgData name="Steve Mutrux" userId="4fa98d0c-dc66-4728-b09b-a88e22e95094" providerId="ADAL" clId="{421BD283-33D8-4C6C-821F-71755E863FA2}" dt="2026-09-16T12:26:02.013" v="3708" actId="166"/>
          <ac:spMkLst>
            <pc:docMk/>
            <pc:sldMk cId="1282376480" sldId="275"/>
            <ac:spMk id="15" creationId="{2A102AA6-30F9-B970-B5F0-47685C884BF3}"/>
          </ac:spMkLst>
        </pc:spChg>
        <pc:spChg chg="add mod ord">
          <ac:chgData name="Steve Mutrux" userId="4fa98d0c-dc66-4728-b09b-a88e22e95094" providerId="ADAL" clId="{421BD283-33D8-4C6C-821F-71755E863FA2}" dt="2026-09-16T12:24:17.142" v="3695" actId="167"/>
          <ac:spMkLst>
            <pc:docMk/>
            <pc:sldMk cId="1282376480" sldId="275"/>
            <ac:spMk id="24" creationId="{5C608968-EF07-6617-B83F-5C00892D491E}"/>
          </ac:spMkLst>
        </pc:spChg>
        <pc:spChg chg="mod">
          <ac:chgData name="Steve Mutrux" userId="4fa98d0c-dc66-4728-b09b-a88e22e95094" providerId="ADAL" clId="{421BD283-33D8-4C6C-821F-71755E863FA2}" dt="2026-09-16T12:23:56.885" v="3691"/>
          <ac:spMkLst>
            <pc:docMk/>
            <pc:sldMk cId="1282376480" sldId="275"/>
            <ac:spMk id="26" creationId="{5790C495-DC80-73C5-3F88-33956256104A}"/>
          </ac:spMkLst>
        </pc:spChg>
        <pc:spChg chg="mod">
          <ac:chgData name="Steve Mutrux" userId="4fa98d0c-dc66-4728-b09b-a88e22e95094" providerId="ADAL" clId="{421BD283-33D8-4C6C-821F-71755E863FA2}" dt="2026-09-16T12:23:56.885" v="3691"/>
          <ac:spMkLst>
            <pc:docMk/>
            <pc:sldMk cId="1282376480" sldId="275"/>
            <ac:spMk id="27" creationId="{8302B80F-ADA2-A70C-61FE-B57DD57F1B20}"/>
          </ac:spMkLst>
        </pc:spChg>
        <pc:spChg chg="mod">
          <ac:chgData name="Steve Mutrux" userId="4fa98d0c-dc66-4728-b09b-a88e22e95094" providerId="ADAL" clId="{421BD283-33D8-4C6C-821F-71755E863FA2}" dt="2026-09-16T12:23:56.885" v="3691"/>
          <ac:spMkLst>
            <pc:docMk/>
            <pc:sldMk cId="1282376480" sldId="275"/>
            <ac:spMk id="29" creationId="{1B725144-DA70-8ACA-20D2-4FECBA64140C}"/>
          </ac:spMkLst>
        </pc:spChg>
        <pc:spChg chg="mod">
          <ac:chgData name="Steve Mutrux" userId="4fa98d0c-dc66-4728-b09b-a88e22e95094" providerId="ADAL" clId="{421BD283-33D8-4C6C-821F-71755E863FA2}" dt="2026-09-16T12:23:56.885" v="3691"/>
          <ac:spMkLst>
            <pc:docMk/>
            <pc:sldMk cId="1282376480" sldId="275"/>
            <ac:spMk id="30" creationId="{229478A4-1D16-02FA-C421-497AC729E0B4}"/>
          </ac:spMkLst>
        </pc:spChg>
        <pc:spChg chg="add mod">
          <ac:chgData name="Steve Mutrux" userId="4fa98d0c-dc66-4728-b09b-a88e22e95094" providerId="ADAL" clId="{421BD283-33D8-4C6C-821F-71755E863FA2}" dt="2026-09-16T12:25:24.487" v="3704" actId="1076"/>
          <ac:spMkLst>
            <pc:docMk/>
            <pc:sldMk cId="1282376480" sldId="275"/>
            <ac:spMk id="39" creationId="{129F8613-87E2-01C6-2EC4-CFC5C6C4C04D}"/>
          </ac:spMkLst>
        </pc:spChg>
        <pc:grpChg chg="add mod ord">
          <ac:chgData name="Steve Mutrux" userId="4fa98d0c-dc66-4728-b09b-a88e22e95094" providerId="ADAL" clId="{421BD283-33D8-4C6C-821F-71755E863FA2}" dt="2026-09-16T12:25:14.979" v="3702" actId="167"/>
          <ac:grpSpMkLst>
            <pc:docMk/>
            <pc:sldMk cId="1282376480" sldId="275"/>
            <ac:grpSpMk id="2" creationId="{9BD8F0F0-317F-070C-7F82-7651B7CF5061}"/>
          </ac:grpSpMkLst>
        </pc:grpChg>
        <pc:grpChg chg="mod">
          <ac:chgData name="Steve Mutrux" userId="4fa98d0c-dc66-4728-b09b-a88e22e95094" providerId="ADAL" clId="{421BD283-33D8-4C6C-821F-71755E863FA2}" dt="2026-09-16T11:56:27.964" v="3467"/>
          <ac:grpSpMkLst>
            <pc:docMk/>
            <pc:sldMk cId="1282376480" sldId="275"/>
            <ac:grpSpMk id="5" creationId="{E5600047-EF77-2341-B89D-69D7FB8E453B}"/>
          </ac:grpSpMkLst>
        </pc:grpChg>
        <pc:grpChg chg="mod">
          <ac:chgData name="Steve Mutrux" userId="4fa98d0c-dc66-4728-b09b-a88e22e95094" providerId="ADAL" clId="{421BD283-33D8-4C6C-821F-71755E863FA2}" dt="2026-09-16T11:56:27.964" v="3467"/>
          <ac:grpSpMkLst>
            <pc:docMk/>
            <pc:sldMk cId="1282376480" sldId="275"/>
            <ac:grpSpMk id="6" creationId="{C5A3E71C-2C37-F475-DC4F-8D6D7009C8BC}"/>
          </ac:grpSpMkLst>
        </pc:grpChg>
        <pc:grpChg chg="add mod ord">
          <ac:chgData name="Steve Mutrux" userId="4fa98d0c-dc66-4728-b09b-a88e22e95094" providerId="ADAL" clId="{421BD283-33D8-4C6C-821F-71755E863FA2}" dt="2026-09-16T12:24:17.142" v="3695" actId="167"/>
          <ac:grpSpMkLst>
            <pc:docMk/>
            <pc:sldMk cId="1282376480" sldId="275"/>
            <ac:grpSpMk id="25" creationId="{B873905D-29E6-E925-5890-D3D25F13BFDB}"/>
          </ac:grpSpMkLst>
        </pc:grpChg>
        <pc:grpChg chg="add mod ord">
          <ac:chgData name="Steve Mutrux" userId="4fa98d0c-dc66-4728-b09b-a88e22e95094" providerId="ADAL" clId="{421BD283-33D8-4C6C-821F-71755E863FA2}" dt="2026-09-16T12:24:17.142" v="3695" actId="167"/>
          <ac:grpSpMkLst>
            <pc:docMk/>
            <pc:sldMk cId="1282376480" sldId="275"/>
            <ac:grpSpMk id="28" creationId="{1695E878-11B6-9BA7-CB67-A5E9C59FCFD7}"/>
          </ac:grpSpMkLst>
        </pc:grpChg>
      </pc:sldChg>
      <pc:sldChg chg="modSp">
        <pc:chgData name="Steve Mutrux" userId="4fa98d0c-dc66-4728-b09b-a88e22e95094" providerId="ADAL" clId="{421BD283-33D8-4C6C-821F-71755E863FA2}" dt="2026-09-20T19:45:52.018" v="5808" actId="20577"/>
        <pc:sldMkLst>
          <pc:docMk/>
          <pc:sldMk cId="1400023611" sldId="276"/>
        </pc:sldMkLst>
        <pc:spChg chg="mod">
          <ac:chgData name="Steve Mutrux" userId="4fa98d0c-dc66-4728-b09b-a88e22e95094" providerId="ADAL" clId="{421BD283-33D8-4C6C-821F-71755E863FA2}" dt="2026-09-20T19:45:52.018" v="5808" actId="20577"/>
          <ac:spMkLst>
            <pc:docMk/>
            <pc:sldMk cId="1400023611" sldId="276"/>
            <ac:spMk id="6" creationId="{76D68362-0CCA-0BAA-D074-09AD1EB32474}"/>
          </ac:spMkLst>
        </pc:spChg>
      </pc:sldChg>
      <pc:sldChg chg="modSp add mod">
        <pc:chgData name="Steve Mutrux" userId="4fa98d0c-dc66-4728-b09b-a88e22e95094" providerId="ADAL" clId="{421BD283-33D8-4C6C-821F-71755E863FA2}" dt="2026-09-21T10:37:25.030" v="5837" actId="14100"/>
        <pc:sldMkLst>
          <pc:docMk/>
          <pc:sldMk cId="2234467840" sldId="277"/>
        </pc:sldMkLst>
        <pc:picChg chg="mod">
          <ac:chgData name="Steve Mutrux" userId="4fa98d0c-dc66-4728-b09b-a88e22e95094" providerId="ADAL" clId="{421BD283-33D8-4C6C-821F-71755E863FA2}" dt="2026-09-21T10:37:25.030" v="5837" actId="14100"/>
          <ac:picMkLst>
            <pc:docMk/>
            <pc:sldMk cId="2234467840" sldId="277"/>
            <ac:picMk id="14" creationId="{21B69710-7364-55BB-57A9-EA2F37650EA3}"/>
          </ac:picMkLst>
        </pc:picChg>
      </pc:sldChg>
    </pc:docChg>
  </pc:docChgLst>
  <pc:docChgLst>
    <pc:chgData name="Steve Mutrux" userId="4fa98d0c-dc66-4728-b09b-a88e22e95094" providerId="ADAL" clId="{49582639-0C98-48DF-B1BF-6D8A1DF6014B}"/>
    <pc:docChg chg="undo custSel addSld modSld sldOrd">
      <pc:chgData name="Steve Mutrux" userId="4fa98d0c-dc66-4728-b09b-a88e22e95094" providerId="ADAL" clId="{49582639-0C98-48DF-B1BF-6D8A1DF6014B}" dt="2026-09-16T18:39:11.682" v="388" actId="20577"/>
      <pc:docMkLst>
        <pc:docMk/>
      </pc:docMkLst>
      <pc:sldChg chg="modSp mod">
        <pc:chgData name="Steve Mutrux" userId="4fa98d0c-dc66-4728-b09b-a88e22e95094" providerId="ADAL" clId="{49582639-0C98-48DF-B1BF-6D8A1DF6014B}" dt="2026-09-16T17:37:38.722" v="50" actId="1036"/>
        <pc:sldMkLst>
          <pc:docMk/>
          <pc:sldMk cId="1072592071" sldId="256"/>
        </pc:sldMkLst>
        <pc:spChg chg="mod">
          <ac:chgData name="Steve Mutrux" userId="4fa98d0c-dc66-4728-b09b-a88e22e95094" providerId="ADAL" clId="{49582639-0C98-48DF-B1BF-6D8A1DF6014B}" dt="2026-09-16T17:30:20.868" v="24" actId="1036"/>
          <ac:spMkLst>
            <pc:docMk/>
            <pc:sldMk cId="1072592071" sldId="256"/>
            <ac:spMk id="2" creationId="{C4BB3A72-2E59-9C09-7249-7E3E1BB3A04A}"/>
          </ac:spMkLst>
        </pc:spChg>
        <pc:spChg chg="mod">
          <ac:chgData name="Steve Mutrux" userId="4fa98d0c-dc66-4728-b09b-a88e22e95094" providerId="ADAL" clId="{49582639-0C98-48DF-B1BF-6D8A1DF6014B}" dt="2026-09-16T17:30:20.868" v="24" actId="1036"/>
          <ac:spMkLst>
            <pc:docMk/>
            <pc:sldMk cId="1072592071" sldId="256"/>
            <ac:spMk id="4" creationId="{9545E1D1-BA2D-1F66-1768-113A11E038CF}"/>
          </ac:spMkLst>
        </pc:spChg>
        <pc:spChg chg="mod">
          <ac:chgData name="Steve Mutrux" userId="4fa98d0c-dc66-4728-b09b-a88e22e95094" providerId="ADAL" clId="{49582639-0C98-48DF-B1BF-6D8A1DF6014B}" dt="2026-09-16T17:37:38.722" v="50" actId="1036"/>
          <ac:spMkLst>
            <pc:docMk/>
            <pc:sldMk cId="1072592071" sldId="256"/>
            <ac:spMk id="6" creationId="{B8539E16-0F45-D3AC-D91C-F90D2BA57BA2}"/>
          </ac:spMkLst>
        </pc:spChg>
      </pc:sldChg>
      <pc:sldChg chg="addSp modSp mod modTransition modAnim">
        <pc:chgData name="Steve Mutrux" userId="4fa98d0c-dc66-4728-b09b-a88e22e95094" providerId="ADAL" clId="{49582639-0C98-48DF-B1BF-6D8A1DF6014B}" dt="2026-09-16T18:24:55.218" v="297"/>
        <pc:sldMkLst>
          <pc:docMk/>
          <pc:sldMk cId="2816041415" sldId="257"/>
        </pc:sldMkLst>
        <pc:picChg chg="add mod">
          <ac:chgData name="Steve Mutrux" userId="4fa98d0c-dc66-4728-b09b-a88e22e95094" providerId="ADAL" clId="{49582639-0C98-48DF-B1BF-6D8A1DF6014B}" dt="2026-09-16T18:24:34.918" v="294" actId="14100"/>
          <ac:picMkLst>
            <pc:docMk/>
            <pc:sldMk cId="2816041415" sldId="257"/>
            <ac:picMk id="5" creationId="{3D0A4A62-E61A-1196-6F34-897ED21F2F35}"/>
          </ac:picMkLst>
        </pc:picChg>
      </pc:sldChg>
      <pc:sldChg chg="modSp modAnim">
        <pc:chgData name="Steve Mutrux" userId="4fa98d0c-dc66-4728-b09b-a88e22e95094" providerId="ADAL" clId="{49582639-0C98-48DF-B1BF-6D8A1DF6014B}" dt="2026-09-16T18:38:35.182" v="386"/>
        <pc:sldMkLst>
          <pc:docMk/>
          <pc:sldMk cId="3444687766" sldId="260"/>
        </pc:sldMkLst>
        <pc:spChg chg="mod">
          <ac:chgData name="Steve Mutrux" userId="4fa98d0c-dc66-4728-b09b-a88e22e95094" providerId="ADAL" clId="{49582639-0C98-48DF-B1BF-6D8A1DF6014B}" dt="2026-09-16T18:37:12.781" v="381" actId="20577"/>
          <ac:spMkLst>
            <pc:docMk/>
            <pc:sldMk cId="3444687766" sldId="260"/>
            <ac:spMk id="3" creationId="{5F97503A-9C72-47A2-2CA8-09144AD4223D}"/>
          </ac:spMkLst>
        </pc:spChg>
      </pc:sldChg>
      <pc:sldChg chg="addSp delSp modSp mod delAnim modAnim modNotesTx">
        <pc:chgData name="Steve Mutrux" userId="4fa98d0c-dc66-4728-b09b-a88e22e95094" providerId="ADAL" clId="{49582639-0C98-48DF-B1BF-6D8A1DF6014B}" dt="2026-09-16T18:11:01.689" v="252" actId="478"/>
        <pc:sldMkLst>
          <pc:docMk/>
          <pc:sldMk cId="4190029259" sldId="261"/>
        </pc:sldMkLst>
      </pc:sldChg>
      <pc:sldChg chg="addSp modSp mod modAnim">
        <pc:chgData name="Steve Mutrux" userId="4fa98d0c-dc66-4728-b09b-a88e22e95094" providerId="ADAL" clId="{49582639-0C98-48DF-B1BF-6D8A1DF6014B}" dt="2026-09-16T18:20:24.411" v="279"/>
        <pc:sldMkLst>
          <pc:docMk/>
          <pc:sldMk cId="1179066660" sldId="262"/>
        </pc:sldMkLst>
        <pc:spChg chg="add mod ord">
          <ac:chgData name="Steve Mutrux" userId="4fa98d0c-dc66-4728-b09b-a88e22e95094" providerId="ADAL" clId="{49582639-0C98-48DF-B1BF-6D8A1DF6014B}" dt="2026-09-16T18:18:38.769" v="268" actId="167"/>
          <ac:spMkLst>
            <pc:docMk/>
            <pc:sldMk cId="1179066660" sldId="262"/>
            <ac:spMk id="6" creationId="{AEB2168F-CCF1-991D-5D41-6794E45BDF72}"/>
          </ac:spMkLst>
        </pc:spChg>
      </pc:sldChg>
      <pc:sldChg chg="delSp modSp mod">
        <pc:chgData name="Steve Mutrux" userId="4fa98d0c-dc66-4728-b09b-a88e22e95094" providerId="ADAL" clId="{49582639-0C98-48DF-B1BF-6D8A1DF6014B}" dt="2026-09-16T18:30:27.233" v="317" actId="20577"/>
        <pc:sldMkLst>
          <pc:docMk/>
          <pc:sldMk cId="353601395" sldId="266"/>
        </pc:sldMkLst>
        <pc:spChg chg="mod">
          <ac:chgData name="Steve Mutrux" userId="4fa98d0c-dc66-4728-b09b-a88e22e95094" providerId="ADAL" clId="{49582639-0C98-48DF-B1BF-6D8A1DF6014B}" dt="2026-09-16T18:30:27.233" v="317" actId="20577"/>
          <ac:spMkLst>
            <pc:docMk/>
            <pc:sldMk cId="353601395" sldId="266"/>
            <ac:spMk id="6" creationId="{DB957D48-6A7C-B8E3-25B3-448F0B786932}"/>
          </ac:spMkLst>
        </pc:spChg>
      </pc:sldChg>
      <pc:sldChg chg="delSp mod">
        <pc:chgData name="Steve Mutrux" userId="4fa98d0c-dc66-4728-b09b-a88e22e95094" providerId="ADAL" clId="{49582639-0C98-48DF-B1BF-6D8A1DF6014B}" dt="2026-09-16T18:21:17.419" v="288" actId="478"/>
        <pc:sldMkLst>
          <pc:docMk/>
          <pc:sldMk cId="557364214" sldId="267"/>
        </pc:sldMkLst>
      </pc:sldChg>
      <pc:sldChg chg="modSp modAnim">
        <pc:chgData name="Steve Mutrux" userId="4fa98d0c-dc66-4728-b09b-a88e22e95094" providerId="ADAL" clId="{49582639-0C98-48DF-B1BF-6D8A1DF6014B}" dt="2026-09-16T18:34:32.447" v="360" actId="20577"/>
        <pc:sldMkLst>
          <pc:docMk/>
          <pc:sldMk cId="3893094920" sldId="268"/>
        </pc:sldMkLst>
        <pc:spChg chg="mod">
          <ac:chgData name="Steve Mutrux" userId="4fa98d0c-dc66-4728-b09b-a88e22e95094" providerId="ADAL" clId="{49582639-0C98-48DF-B1BF-6D8A1DF6014B}" dt="2026-09-16T18:34:32.447" v="360" actId="20577"/>
          <ac:spMkLst>
            <pc:docMk/>
            <pc:sldMk cId="3893094920" sldId="268"/>
            <ac:spMk id="4" creationId="{417B9F22-9B70-7974-674D-300CF5BE5CE0}"/>
          </ac:spMkLst>
        </pc:spChg>
      </pc:sldChg>
      <pc:sldChg chg="addSp delSp modSp mod modAnim">
        <pc:chgData name="Steve Mutrux" userId="4fa98d0c-dc66-4728-b09b-a88e22e95094" providerId="ADAL" clId="{49582639-0C98-48DF-B1BF-6D8A1DF6014B}" dt="2026-09-16T18:20:43.141" v="282" actId="167"/>
        <pc:sldMkLst>
          <pc:docMk/>
          <pc:sldMk cId="1755182162" sldId="269"/>
        </pc:sldMkLst>
        <pc:spChg chg="ord">
          <ac:chgData name="Steve Mutrux" userId="4fa98d0c-dc66-4728-b09b-a88e22e95094" providerId="ADAL" clId="{49582639-0C98-48DF-B1BF-6D8A1DF6014B}" dt="2026-09-16T18:17:17.464" v="260" actId="167"/>
          <ac:spMkLst>
            <pc:docMk/>
            <pc:sldMk cId="1755182162" sldId="269"/>
            <ac:spMk id="2" creationId="{0C417CA4-9EEC-ECD8-CD9E-98428D852E50}"/>
          </ac:spMkLst>
        </pc:spChg>
        <pc:spChg chg="add mod ord">
          <ac:chgData name="Steve Mutrux" userId="4fa98d0c-dc66-4728-b09b-a88e22e95094" providerId="ADAL" clId="{49582639-0C98-48DF-B1BF-6D8A1DF6014B}" dt="2026-09-16T18:20:43.141" v="282" actId="167"/>
          <ac:spMkLst>
            <pc:docMk/>
            <pc:sldMk cId="1755182162" sldId="269"/>
            <ac:spMk id="8" creationId="{920A0F4F-D15B-3088-F2A1-AD48A979E786}"/>
          </ac:spMkLst>
        </pc:spChg>
      </pc:sldChg>
      <pc:sldChg chg="modSp">
        <pc:chgData name="Steve Mutrux" userId="4fa98d0c-dc66-4728-b09b-a88e22e95094" providerId="ADAL" clId="{49582639-0C98-48DF-B1BF-6D8A1DF6014B}" dt="2026-09-16T18:32:24.894" v="324" actId="20577"/>
        <pc:sldMkLst>
          <pc:docMk/>
          <pc:sldMk cId="1194673410" sldId="272"/>
        </pc:sldMkLst>
        <pc:spChg chg="mod">
          <ac:chgData name="Steve Mutrux" userId="4fa98d0c-dc66-4728-b09b-a88e22e95094" providerId="ADAL" clId="{49582639-0C98-48DF-B1BF-6D8A1DF6014B}" dt="2026-09-16T18:32:24.894" v="324" actId="20577"/>
          <ac:spMkLst>
            <pc:docMk/>
            <pc:sldMk cId="1194673410" sldId="272"/>
            <ac:spMk id="8" creationId="{AED53C7F-599F-FBA7-12D5-0CEFFBEE13B0}"/>
          </ac:spMkLst>
        </pc:spChg>
      </pc:sldChg>
      <pc:sldChg chg="delSp mod">
        <pc:chgData name="Steve Mutrux" userId="4fa98d0c-dc66-4728-b09b-a88e22e95094" providerId="ADAL" clId="{49582639-0C98-48DF-B1BF-6D8A1DF6014B}" dt="2026-09-16T18:21:10.228" v="286" actId="478"/>
        <pc:sldMkLst>
          <pc:docMk/>
          <pc:sldMk cId="3925825761" sldId="273"/>
        </pc:sldMkLst>
      </pc:sldChg>
      <pc:sldChg chg="addSp delSp mod">
        <pc:chgData name="Steve Mutrux" userId="4fa98d0c-dc66-4728-b09b-a88e22e95094" providerId="ADAL" clId="{49582639-0C98-48DF-B1BF-6D8A1DF6014B}" dt="2026-09-16T18:21:06.956" v="285" actId="478"/>
        <pc:sldMkLst>
          <pc:docMk/>
          <pc:sldMk cId="859702855" sldId="274"/>
        </pc:sldMkLst>
        <pc:spChg chg="add del">
          <ac:chgData name="Steve Mutrux" userId="4fa98d0c-dc66-4728-b09b-a88e22e95094" providerId="ADAL" clId="{49582639-0C98-48DF-B1BF-6D8A1DF6014B}" dt="2026-09-16T18:21:04.590" v="284" actId="478"/>
          <ac:spMkLst>
            <pc:docMk/>
            <pc:sldMk cId="859702855" sldId="274"/>
            <ac:spMk id="9" creationId="{0488ED9F-6438-678E-E4DD-BB6D15FDBB1D}"/>
          </ac:spMkLst>
        </pc:spChg>
      </pc:sldChg>
      <pc:sldChg chg="modSp modAnim">
        <pc:chgData name="Steve Mutrux" userId="4fa98d0c-dc66-4728-b09b-a88e22e95094" providerId="ADAL" clId="{49582639-0C98-48DF-B1BF-6D8A1DF6014B}" dt="2026-09-16T18:32:28.912" v="326" actId="20577"/>
        <pc:sldMkLst>
          <pc:docMk/>
          <pc:sldMk cId="1282376480" sldId="275"/>
        </pc:sldMkLst>
        <pc:spChg chg="mod">
          <ac:chgData name="Steve Mutrux" userId="4fa98d0c-dc66-4728-b09b-a88e22e95094" providerId="ADAL" clId="{49582639-0C98-48DF-B1BF-6D8A1DF6014B}" dt="2026-09-16T18:32:28.912" v="326" actId="20577"/>
          <ac:spMkLst>
            <pc:docMk/>
            <pc:sldMk cId="1282376480" sldId="275"/>
            <ac:spMk id="13" creationId="{71406E84-B673-8720-C77A-5F79E5792EEE}"/>
          </ac:spMkLst>
        </pc:spChg>
      </pc:sldChg>
      <pc:sldChg chg="delSp modSp add mod ord modAnim">
        <pc:chgData name="Steve Mutrux" userId="4fa98d0c-dc66-4728-b09b-a88e22e95094" providerId="ADAL" clId="{49582639-0C98-48DF-B1BF-6D8A1DF6014B}" dt="2026-09-16T18:39:11.682" v="388" actId="20577"/>
        <pc:sldMkLst>
          <pc:docMk/>
          <pc:sldMk cId="1400023611" sldId="276"/>
        </pc:sldMkLst>
        <pc:spChg chg="mod">
          <ac:chgData name="Steve Mutrux" userId="4fa98d0c-dc66-4728-b09b-a88e22e95094" providerId="ADAL" clId="{49582639-0C98-48DF-B1BF-6D8A1DF6014B}" dt="2026-09-16T18:33:19.051" v="354" actId="20577"/>
          <ac:spMkLst>
            <pc:docMk/>
            <pc:sldMk cId="1400023611" sldId="276"/>
            <ac:spMk id="6" creationId="{76D68362-0CCA-0BAA-D074-09AD1EB32474}"/>
          </ac:spMkLst>
        </pc:spChg>
        <pc:spChg chg="mod">
          <ac:chgData name="Steve Mutrux" userId="4fa98d0c-dc66-4728-b09b-a88e22e95094" providerId="ADAL" clId="{49582639-0C98-48DF-B1BF-6D8A1DF6014B}" dt="2026-09-16T18:39:11.682" v="388" actId="20577"/>
          <ac:spMkLst>
            <pc:docMk/>
            <pc:sldMk cId="1400023611" sldId="276"/>
            <ac:spMk id="14" creationId="{522C4567-BFDC-142E-9934-AA95548A232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F4E063-30EE-4103-AD49-D9727BB8755E}" type="datetimeFigureOut">
              <a:rPr lang="en-CA" smtClean="0"/>
              <a:t>2026-09-21</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B22D95-B55A-456E-B882-ED519B72F1D2}" type="slidenum">
              <a:rPr lang="en-CA" smtClean="0"/>
              <a:t>‹#›</a:t>
            </a:fld>
            <a:endParaRPr lang="en-CA"/>
          </a:p>
        </p:txBody>
      </p:sp>
    </p:spTree>
    <p:extLst>
      <p:ext uri="{BB962C8B-B14F-4D97-AF65-F5344CB8AC3E}">
        <p14:creationId xmlns:p14="http://schemas.microsoft.com/office/powerpoint/2010/main" val="3728577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dirty="0">
                <a:effectLst/>
                <a:latin typeface="Kumbh Sans" pitchFamily="2" charset="0"/>
                <a:cs typeface="Kumbh Sans" pitchFamily="2" charset="0"/>
              </a:rPr>
              <a:t>Mission: At Adestria, we create, develop, and implement dependable software solutions that address practical issues. We empower companies to confidently expand operations, enhance customer experience, and streamline their online presence through responsive front end design, clean architecture, and efficient back end systems.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dirty="0">
                <a:effectLst/>
                <a:latin typeface="Kumbh Sans" pitchFamily="2" charset="0"/>
                <a:cs typeface="Kumbh Sans" pitchFamily="2" charset="0"/>
              </a:rPr>
              <a:t>Vision: To be a trustworthy technology partner with a reputation for creative software development, accessible digital design, and technical accuracy. By transforming complex requirements into accessible, and valuable user experiences, we hope to impact the direction of online and application systems in the future.</a:t>
            </a:r>
            <a:endParaRPr lang="en-CA" dirty="0">
              <a:latin typeface="Kumbh Sans" pitchFamily="2" charset="0"/>
              <a:cs typeface="Kumbh Sans" pitchFamily="2" charset="0"/>
            </a:endParaRPr>
          </a:p>
          <a:p>
            <a:endParaRPr lang="en-CA" dirty="0"/>
          </a:p>
        </p:txBody>
      </p:sp>
      <p:sp>
        <p:nvSpPr>
          <p:cNvPr id="4" name="Slide Number Placeholder 3"/>
          <p:cNvSpPr>
            <a:spLocks noGrp="1"/>
          </p:cNvSpPr>
          <p:nvPr>
            <p:ph type="sldNum" sz="quarter" idx="5"/>
          </p:nvPr>
        </p:nvSpPr>
        <p:spPr/>
        <p:txBody>
          <a:bodyPr/>
          <a:lstStyle/>
          <a:p>
            <a:fld id="{47B22D95-B55A-456E-B882-ED519B72F1D2}" type="slidenum">
              <a:rPr lang="en-CA" smtClean="0"/>
              <a:t>3</a:t>
            </a:fld>
            <a:endParaRPr lang="en-CA"/>
          </a:p>
        </p:txBody>
      </p:sp>
    </p:spTree>
    <p:extLst>
      <p:ext uri="{BB962C8B-B14F-4D97-AF65-F5344CB8AC3E}">
        <p14:creationId xmlns:p14="http://schemas.microsoft.com/office/powerpoint/2010/main" val="24624590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046C7-5826-457D-CC6E-5C7C0412DA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DF7611-1A04-365D-0C6B-6A686BF481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F9CBDF-A7C8-77CA-B4BB-AE4F75E5F22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Web Dev, Integrated Systems Dev Design Compliance Standards &amp; Accessibility</a:t>
            </a:r>
          </a:p>
          <a:p>
            <a:endParaRPr lang="en-CA" dirty="0"/>
          </a:p>
        </p:txBody>
      </p:sp>
      <p:sp>
        <p:nvSpPr>
          <p:cNvPr id="4" name="Slide Number Placeholder 3">
            <a:extLst>
              <a:ext uri="{FF2B5EF4-FFF2-40B4-BE49-F238E27FC236}">
                <a16:creationId xmlns:a16="http://schemas.microsoft.com/office/drawing/2014/main" id="{F8C3E0DF-3FE2-CE6A-2AE1-C89C81560A2E}"/>
              </a:ext>
            </a:extLst>
          </p:cNvPr>
          <p:cNvSpPr>
            <a:spLocks noGrp="1"/>
          </p:cNvSpPr>
          <p:nvPr>
            <p:ph type="sldNum" sz="quarter" idx="5"/>
          </p:nvPr>
        </p:nvSpPr>
        <p:spPr/>
        <p:txBody>
          <a:bodyPr/>
          <a:lstStyle/>
          <a:p>
            <a:fld id="{47B22D95-B55A-456E-B882-ED519B72F1D2}" type="slidenum">
              <a:rPr lang="en-CA" smtClean="0"/>
              <a:t>4</a:t>
            </a:fld>
            <a:endParaRPr lang="en-CA"/>
          </a:p>
        </p:txBody>
      </p:sp>
    </p:spTree>
    <p:extLst>
      <p:ext uri="{BB962C8B-B14F-4D97-AF65-F5344CB8AC3E}">
        <p14:creationId xmlns:p14="http://schemas.microsoft.com/office/powerpoint/2010/main" val="36429709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Past Experience: Worked previously with Gacko Designs with a few of </a:t>
            </a:r>
            <a:r>
              <a:rPr lang="en-CA" sz="1200" b="0" i="0" kern="1200" dirty="0" err="1">
                <a:solidFill>
                  <a:schemeClr val="tx1"/>
                </a:solidFill>
                <a:effectLst/>
                <a:latin typeface="+mn-lt"/>
                <a:ea typeface="+mn-ea"/>
                <a:cs typeface="+mn-cs"/>
              </a:rPr>
              <a:t>Adestria's</a:t>
            </a:r>
            <a:r>
              <a:rPr lang="en-CA" sz="1200" b="0" i="0" kern="1200" dirty="0">
                <a:solidFill>
                  <a:schemeClr val="tx1"/>
                </a:solidFill>
                <a:effectLst/>
                <a:latin typeface="+mn-lt"/>
                <a:ea typeface="+mn-ea"/>
                <a:cs typeface="+mn-cs"/>
              </a:rPr>
              <a:t> current team members in developing a website for an automotive repair business. Created an application that logged, managed, and filter employees personnel information. </a:t>
            </a:r>
          </a:p>
          <a:p>
            <a:r>
              <a:rPr lang="en-CA" sz="1200" b="0" i="0" kern="1200" dirty="0">
                <a:solidFill>
                  <a:schemeClr val="tx1"/>
                </a:solidFill>
                <a:effectLst/>
                <a:latin typeface="+mn-lt"/>
                <a:ea typeface="+mn-ea"/>
                <a:cs typeface="+mn-cs"/>
              </a:rPr>
              <a:t>Role: Backend </a:t>
            </a:r>
          </a:p>
          <a:p>
            <a:r>
              <a:rPr lang="en-CA" sz="1200" b="0" i="0" kern="1200" dirty="0">
                <a:solidFill>
                  <a:schemeClr val="tx1"/>
                </a:solidFill>
                <a:effectLst/>
                <a:latin typeface="+mn-lt"/>
                <a:ea typeface="+mn-ea"/>
                <a:cs typeface="+mn-cs"/>
              </a:rPr>
              <a:t>Expectations: Designing and the implementing data models and ensuring the system behind it adheres soundly to the client's business logic</a:t>
            </a:r>
            <a:endParaRPr lang="en-CA" dirty="0"/>
          </a:p>
          <a:p>
            <a:pPr lvl="0" fontAlgn="base"/>
            <a:endParaRPr lang="en-CA"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47B22D95-B55A-456E-B882-ED519B72F1D2}" type="slidenum">
              <a:rPr lang="en-CA" smtClean="0"/>
              <a:t>5</a:t>
            </a:fld>
            <a:endParaRPr lang="en-CA"/>
          </a:p>
        </p:txBody>
      </p:sp>
    </p:spTree>
    <p:extLst>
      <p:ext uri="{BB962C8B-B14F-4D97-AF65-F5344CB8AC3E}">
        <p14:creationId xmlns:p14="http://schemas.microsoft.com/office/powerpoint/2010/main" val="35873797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Past Experience: Created a website for a book store in St. Catherines with a database, online purchases, and activity tracking. Created games using </a:t>
            </a:r>
            <a:r>
              <a:rPr lang="en-CA" sz="1200" b="0" i="0" kern="1200" dirty="0" err="1">
                <a:solidFill>
                  <a:schemeClr val="tx1"/>
                </a:solidFill>
                <a:effectLst/>
                <a:latin typeface="+mn-lt"/>
                <a:ea typeface="+mn-ea"/>
                <a:cs typeface="+mn-cs"/>
              </a:rPr>
              <a:t>lua</a:t>
            </a:r>
            <a:r>
              <a:rPr lang="en-CA" sz="1200" b="0" i="0" kern="1200" dirty="0">
                <a:solidFill>
                  <a:schemeClr val="tx1"/>
                </a:solidFill>
                <a:effectLst/>
                <a:latin typeface="+mn-lt"/>
                <a:ea typeface="+mn-ea"/>
                <a:cs typeface="+mn-cs"/>
              </a:rPr>
              <a:t>, python, C#, and websites using html, </a:t>
            </a:r>
            <a:r>
              <a:rPr lang="en-CA" sz="1200" b="0" i="0" kern="1200" dirty="0" err="1">
                <a:solidFill>
                  <a:schemeClr val="tx1"/>
                </a:solidFill>
                <a:effectLst/>
                <a:latin typeface="+mn-lt"/>
                <a:ea typeface="+mn-ea"/>
                <a:cs typeface="+mn-cs"/>
              </a:rPr>
              <a:t>css</a:t>
            </a:r>
            <a:r>
              <a:rPr lang="en-CA" sz="1200" b="0" i="0" kern="1200" dirty="0">
                <a:solidFill>
                  <a:schemeClr val="tx1"/>
                </a:solidFill>
                <a:effectLst/>
                <a:latin typeface="+mn-lt"/>
                <a:ea typeface="+mn-ea"/>
                <a:cs typeface="+mn-cs"/>
              </a:rPr>
              <a:t>, and </a:t>
            </a:r>
            <a:r>
              <a:rPr lang="en-CA" sz="1200" b="0" i="0" kern="1200" dirty="0" err="1">
                <a:solidFill>
                  <a:schemeClr val="tx1"/>
                </a:solidFill>
                <a:effectLst/>
                <a:latin typeface="+mn-lt"/>
                <a:ea typeface="+mn-ea"/>
                <a:cs typeface="+mn-cs"/>
              </a:rPr>
              <a:t>javascript</a:t>
            </a:r>
            <a:r>
              <a:rPr lang="en-CA" sz="1200" b="0" i="0" kern="1200" dirty="0">
                <a:solidFill>
                  <a:schemeClr val="tx1"/>
                </a:solidFill>
                <a:effectLst/>
                <a:latin typeface="+mn-lt"/>
                <a:ea typeface="+mn-ea"/>
                <a:cs typeface="+mn-cs"/>
              </a:rPr>
              <a:t> for personal use.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Role: Communications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Expectations: I want everyone to get better at working in a team professionally.</a:t>
            </a:r>
            <a:endParaRPr lang="en-CA" dirty="0"/>
          </a:p>
        </p:txBody>
      </p:sp>
      <p:sp>
        <p:nvSpPr>
          <p:cNvPr id="4" name="Slide Number Placeholder 3"/>
          <p:cNvSpPr>
            <a:spLocks noGrp="1"/>
          </p:cNvSpPr>
          <p:nvPr>
            <p:ph type="sldNum" sz="quarter" idx="5"/>
          </p:nvPr>
        </p:nvSpPr>
        <p:spPr/>
        <p:txBody>
          <a:bodyPr/>
          <a:lstStyle/>
          <a:p>
            <a:fld id="{47B22D95-B55A-456E-B882-ED519B72F1D2}" type="slidenum">
              <a:rPr lang="en-CA" smtClean="0"/>
              <a:t>6</a:t>
            </a:fld>
            <a:endParaRPr lang="en-CA"/>
          </a:p>
        </p:txBody>
      </p:sp>
    </p:spTree>
    <p:extLst>
      <p:ext uri="{BB962C8B-B14F-4D97-AF65-F5344CB8AC3E}">
        <p14:creationId xmlns:p14="http://schemas.microsoft.com/office/powerpoint/2010/main" val="17501091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fontAlgn="base"/>
            <a:r>
              <a:rPr lang="en-CA" sz="1200" b="0" i="0" kern="1200" dirty="0">
                <a:solidFill>
                  <a:schemeClr val="tx1"/>
                </a:solidFill>
                <a:effectLst/>
                <a:latin typeface="+mn-lt"/>
                <a:ea typeface="+mn-ea"/>
                <a:cs typeface="+mn-cs"/>
              </a:rPr>
              <a:t>Past Experience: Gacko designs - Worked with clients to design and develop a modern automotive website 6 Years of Personal Projects - Such as, Gambling Site, Type speed calculator </a:t>
            </a:r>
          </a:p>
          <a:p>
            <a:pPr lvl="0" fontAlgn="base"/>
            <a:r>
              <a:rPr lang="en-CA" sz="1200" b="0" i="0" kern="1200" dirty="0">
                <a:solidFill>
                  <a:schemeClr val="tx1"/>
                </a:solidFill>
                <a:effectLst/>
                <a:latin typeface="+mn-lt"/>
                <a:ea typeface="+mn-ea"/>
                <a:cs typeface="+mn-cs"/>
              </a:rPr>
              <a:t>Role: Lead Developer </a:t>
            </a:r>
          </a:p>
          <a:p>
            <a:pPr lvl="0" fontAlgn="base"/>
            <a:r>
              <a:rPr lang="en-CA" sz="1200" b="0" i="0" kern="1200" dirty="0">
                <a:solidFill>
                  <a:schemeClr val="tx1"/>
                </a:solidFill>
                <a:effectLst/>
                <a:latin typeface="+mn-lt"/>
                <a:ea typeface="+mn-ea"/>
                <a:cs typeface="+mn-cs"/>
              </a:rPr>
              <a:t>Expectations: Through this project I expect to lead a team throughout the development process and learn how to be a better leader </a:t>
            </a:r>
          </a:p>
          <a:p>
            <a:endParaRPr lang="en-CA" dirty="0"/>
          </a:p>
        </p:txBody>
      </p:sp>
      <p:sp>
        <p:nvSpPr>
          <p:cNvPr id="4" name="Slide Number Placeholder 3"/>
          <p:cNvSpPr>
            <a:spLocks noGrp="1"/>
          </p:cNvSpPr>
          <p:nvPr>
            <p:ph type="sldNum" sz="quarter" idx="5"/>
          </p:nvPr>
        </p:nvSpPr>
        <p:spPr/>
        <p:txBody>
          <a:bodyPr/>
          <a:lstStyle/>
          <a:p>
            <a:fld id="{47B22D95-B55A-456E-B882-ED519B72F1D2}" type="slidenum">
              <a:rPr lang="en-CA" smtClean="0"/>
              <a:t>7</a:t>
            </a:fld>
            <a:endParaRPr lang="en-CA"/>
          </a:p>
        </p:txBody>
      </p:sp>
    </p:spTree>
    <p:extLst>
      <p:ext uri="{BB962C8B-B14F-4D97-AF65-F5344CB8AC3E}">
        <p14:creationId xmlns:p14="http://schemas.microsoft.com/office/powerpoint/2010/main" val="41449777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Tx/>
              <a:buChar char="-"/>
            </a:pPr>
            <a:r>
              <a:rPr lang="en-CA" dirty="0">
                <a:latin typeface="Kumbh Sans" pitchFamily="2" charset="0"/>
                <a:cs typeface="Kumbh Sans" pitchFamily="2" charset="0"/>
              </a:rPr>
              <a:t>Studied Comp Sci at Brock University, 3 years web dev experience, 1 year embedded firmware dev</a:t>
            </a:r>
          </a:p>
          <a:p>
            <a:pPr marL="285750" indent="-285750">
              <a:buFontTx/>
              <a:buChar char="-"/>
            </a:pPr>
            <a:r>
              <a:rPr lang="en-CA" dirty="0">
                <a:latin typeface="Kumbh Sans" pitchFamily="2" charset="0"/>
                <a:cs typeface="Kumbh Sans" pitchFamily="2" charset="0"/>
              </a:rPr>
              <a:t>Admin person, making ppt, compiling doc package, …</a:t>
            </a:r>
          </a:p>
          <a:p>
            <a:pPr marL="285750" indent="-285750">
              <a:buFontTx/>
              <a:buChar char="-"/>
            </a:pPr>
            <a:r>
              <a:rPr lang="en-CA" dirty="0">
                <a:latin typeface="Kumbh Sans" pitchFamily="2" charset="0"/>
                <a:cs typeface="Kumbh Sans" pitchFamily="2" charset="0"/>
              </a:rPr>
              <a:t>Learning to let other take the wheel and grow in their own domain</a:t>
            </a:r>
          </a:p>
          <a:p>
            <a:endParaRPr lang="en-CA" dirty="0"/>
          </a:p>
        </p:txBody>
      </p:sp>
      <p:sp>
        <p:nvSpPr>
          <p:cNvPr id="4" name="Slide Number Placeholder 3"/>
          <p:cNvSpPr>
            <a:spLocks noGrp="1"/>
          </p:cNvSpPr>
          <p:nvPr>
            <p:ph type="sldNum" sz="quarter" idx="5"/>
          </p:nvPr>
        </p:nvSpPr>
        <p:spPr/>
        <p:txBody>
          <a:bodyPr/>
          <a:lstStyle/>
          <a:p>
            <a:fld id="{47B22D95-B55A-456E-B882-ED519B72F1D2}" type="slidenum">
              <a:rPr lang="en-CA" smtClean="0"/>
              <a:t>8</a:t>
            </a:fld>
            <a:endParaRPr lang="en-CA"/>
          </a:p>
        </p:txBody>
      </p:sp>
    </p:spTree>
    <p:extLst>
      <p:ext uri="{BB962C8B-B14F-4D97-AF65-F5344CB8AC3E}">
        <p14:creationId xmlns:p14="http://schemas.microsoft.com/office/powerpoint/2010/main" val="1942842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Current situation/needs</a:t>
            </a:r>
          </a:p>
        </p:txBody>
      </p:sp>
      <p:sp>
        <p:nvSpPr>
          <p:cNvPr id="4" name="Slide Number Placeholder 3"/>
          <p:cNvSpPr>
            <a:spLocks noGrp="1"/>
          </p:cNvSpPr>
          <p:nvPr>
            <p:ph type="sldNum" sz="quarter" idx="5"/>
          </p:nvPr>
        </p:nvSpPr>
        <p:spPr/>
        <p:txBody>
          <a:bodyPr/>
          <a:lstStyle/>
          <a:p>
            <a:fld id="{47B22D95-B55A-456E-B882-ED519B72F1D2}" type="slidenum">
              <a:rPr lang="en-CA" smtClean="0"/>
              <a:t>9</a:t>
            </a:fld>
            <a:endParaRPr lang="en-CA"/>
          </a:p>
        </p:txBody>
      </p:sp>
    </p:spTree>
    <p:extLst>
      <p:ext uri="{BB962C8B-B14F-4D97-AF65-F5344CB8AC3E}">
        <p14:creationId xmlns:p14="http://schemas.microsoft.com/office/powerpoint/2010/main" val="40047539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7B22D95-B55A-456E-B882-ED519B72F1D2}" type="slidenum">
              <a:rPr lang="en-CA" smtClean="0"/>
              <a:t>10</a:t>
            </a:fld>
            <a:endParaRPr lang="en-CA"/>
          </a:p>
        </p:txBody>
      </p:sp>
    </p:spTree>
    <p:extLst>
      <p:ext uri="{BB962C8B-B14F-4D97-AF65-F5344CB8AC3E}">
        <p14:creationId xmlns:p14="http://schemas.microsoft.com/office/powerpoint/2010/main" val="19895836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7B22D95-B55A-456E-B882-ED519B72F1D2}" type="slidenum">
              <a:rPr lang="en-CA" smtClean="0"/>
              <a:t>11</a:t>
            </a:fld>
            <a:endParaRPr lang="en-CA"/>
          </a:p>
        </p:txBody>
      </p:sp>
    </p:spTree>
    <p:extLst>
      <p:ext uri="{BB962C8B-B14F-4D97-AF65-F5344CB8AC3E}">
        <p14:creationId xmlns:p14="http://schemas.microsoft.com/office/powerpoint/2010/main" val="12860613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EF950-220F-940E-10F8-847A837C92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0098B-D8E8-B92D-4FC6-201A7B4497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77F4C4-77D5-995B-6F44-4B54EB862A46}"/>
              </a:ext>
            </a:extLst>
          </p:cNvPr>
          <p:cNvSpPr>
            <a:spLocks noGrp="1"/>
          </p:cNvSpPr>
          <p:nvPr>
            <p:ph type="body" idx="1"/>
          </p:nvPr>
        </p:nvSpPr>
        <p:spPr/>
        <p:txBody>
          <a:bodyPr/>
          <a:lstStyle/>
          <a:p>
            <a:r>
              <a:rPr lang="en-CA" dirty="0"/>
              <a:t>Starting at 500 per year</a:t>
            </a:r>
          </a:p>
        </p:txBody>
      </p:sp>
      <p:sp>
        <p:nvSpPr>
          <p:cNvPr id="4" name="Slide Number Placeholder 3">
            <a:extLst>
              <a:ext uri="{FF2B5EF4-FFF2-40B4-BE49-F238E27FC236}">
                <a16:creationId xmlns:a16="http://schemas.microsoft.com/office/drawing/2014/main" id="{724ADB3D-5837-379A-9981-992539B00888}"/>
              </a:ext>
            </a:extLst>
          </p:cNvPr>
          <p:cNvSpPr>
            <a:spLocks noGrp="1"/>
          </p:cNvSpPr>
          <p:nvPr>
            <p:ph type="sldNum" sz="quarter" idx="5"/>
          </p:nvPr>
        </p:nvSpPr>
        <p:spPr/>
        <p:txBody>
          <a:bodyPr/>
          <a:lstStyle/>
          <a:p>
            <a:fld id="{47B22D95-B55A-456E-B882-ED519B72F1D2}" type="slidenum">
              <a:rPr lang="en-CA" smtClean="0"/>
              <a:t>12</a:t>
            </a:fld>
            <a:endParaRPr lang="en-CA"/>
          </a:p>
        </p:txBody>
      </p:sp>
    </p:spTree>
    <p:extLst>
      <p:ext uri="{BB962C8B-B14F-4D97-AF65-F5344CB8AC3E}">
        <p14:creationId xmlns:p14="http://schemas.microsoft.com/office/powerpoint/2010/main" val="34246253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7B22D95-B55A-456E-B882-ED519B72F1D2}" type="slidenum">
              <a:rPr lang="en-CA" smtClean="0"/>
              <a:t>13</a:t>
            </a:fld>
            <a:endParaRPr lang="en-CA"/>
          </a:p>
        </p:txBody>
      </p:sp>
    </p:spTree>
    <p:extLst>
      <p:ext uri="{BB962C8B-B14F-4D97-AF65-F5344CB8AC3E}">
        <p14:creationId xmlns:p14="http://schemas.microsoft.com/office/powerpoint/2010/main" val="29859783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DC82B-28DB-DCA7-BAD1-47D382DADE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DA80F2-5701-D283-04B1-BBE432CC24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9D81-36E6-663F-9AE9-38CC857141D0}"/>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2122672B-E5B6-DB38-F9B4-435EA42DCA18}"/>
              </a:ext>
            </a:extLst>
          </p:cNvPr>
          <p:cNvSpPr>
            <a:spLocks noGrp="1"/>
          </p:cNvSpPr>
          <p:nvPr>
            <p:ph type="sldNum" sz="quarter" idx="5"/>
          </p:nvPr>
        </p:nvSpPr>
        <p:spPr/>
        <p:txBody>
          <a:bodyPr/>
          <a:lstStyle/>
          <a:p>
            <a:fld id="{47B22D95-B55A-456E-B882-ED519B72F1D2}" type="slidenum">
              <a:rPr lang="en-CA" smtClean="0"/>
              <a:t>14</a:t>
            </a:fld>
            <a:endParaRPr lang="en-CA"/>
          </a:p>
        </p:txBody>
      </p:sp>
    </p:spTree>
    <p:extLst>
      <p:ext uri="{BB962C8B-B14F-4D97-AF65-F5344CB8AC3E}">
        <p14:creationId xmlns:p14="http://schemas.microsoft.com/office/powerpoint/2010/main" val="32275396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B22D95-B55A-456E-B882-ED519B72F1D2}" type="slidenum">
              <a:rPr lang="en-CA" smtClean="0"/>
              <a:t>15</a:t>
            </a:fld>
            <a:endParaRPr lang="en-CA"/>
          </a:p>
        </p:txBody>
      </p:sp>
    </p:spTree>
    <p:extLst>
      <p:ext uri="{BB962C8B-B14F-4D97-AF65-F5344CB8AC3E}">
        <p14:creationId xmlns:p14="http://schemas.microsoft.com/office/powerpoint/2010/main" val="25002324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2BEFC-CD91-AF35-819F-8B5DF7E3A2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10AA6F00-2DC5-3F95-21B8-62F7E2D5A5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A68E9784-A8C0-197F-8601-1E368CC4DBC3}"/>
              </a:ext>
            </a:extLst>
          </p:cNvPr>
          <p:cNvSpPr>
            <a:spLocks noGrp="1"/>
          </p:cNvSpPr>
          <p:nvPr>
            <p:ph type="dt" sz="half" idx="10"/>
          </p:nvPr>
        </p:nvSpPr>
        <p:spPr/>
        <p:txBody>
          <a:bodyPr/>
          <a:lstStyle/>
          <a:p>
            <a:fld id="{5740B982-0E6D-4C64-AE1B-DA9749EF130C}" type="datetimeFigureOut">
              <a:rPr lang="en-CA" smtClean="0"/>
              <a:t>2026-09-21</a:t>
            </a:fld>
            <a:endParaRPr lang="en-CA"/>
          </a:p>
        </p:txBody>
      </p:sp>
      <p:sp>
        <p:nvSpPr>
          <p:cNvPr id="5" name="Footer Placeholder 4">
            <a:extLst>
              <a:ext uri="{FF2B5EF4-FFF2-40B4-BE49-F238E27FC236}">
                <a16:creationId xmlns:a16="http://schemas.microsoft.com/office/drawing/2014/main" id="{0C1A596E-A2D9-2DC9-F4F9-C955511C807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7F6DC6B-CCEA-3D24-08D9-AA51E7033B14}"/>
              </a:ext>
            </a:extLst>
          </p:cNvPr>
          <p:cNvSpPr>
            <a:spLocks noGrp="1"/>
          </p:cNvSpPr>
          <p:nvPr>
            <p:ph type="sldNum" sz="quarter" idx="12"/>
          </p:nvPr>
        </p:nvSpPr>
        <p:spPr/>
        <p:txBody>
          <a:bodyPr/>
          <a:lstStyle/>
          <a:p>
            <a:fld id="{76BD12DC-7D0A-4FDB-B5C2-F49215E72C9B}" type="slidenum">
              <a:rPr lang="en-CA" smtClean="0"/>
              <a:t>‹#›</a:t>
            </a:fld>
            <a:endParaRPr lang="en-CA"/>
          </a:p>
        </p:txBody>
      </p:sp>
    </p:spTree>
    <p:extLst>
      <p:ext uri="{BB962C8B-B14F-4D97-AF65-F5344CB8AC3E}">
        <p14:creationId xmlns:p14="http://schemas.microsoft.com/office/powerpoint/2010/main" val="2894721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31873-8AAC-17EA-20C8-BA598FDFA66C}"/>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F615AD73-6B07-1C75-366B-2E5D498F07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199680F-6C36-4F61-71C6-CE324CE43204}"/>
              </a:ext>
            </a:extLst>
          </p:cNvPr>
          <p:cNvSpPr>
            <a:spLocks noGrp="1"/>
          </p:cNvSpPr>
          <p:nvPr>
            <p:ph type="dt" sz="half" idx="10"/>
          </p:nvPr>
        </p:nvSpPr>
        <p:spPr/>
        <p:txBody>
          <a:bodyPr/>
          <a:lstStyle/>
          <a:p>
            <a:fld id="{5740B982-0E6D-4C64-AE1B-DA9749EF130C}" type="datetimeFigureOut">
              <a:rPr lang="en-CA" smtClean="0"/>
              <a:t>2026-09-21</a:t>
            </a:fld>
            <a:endParaRPr lang="en-CA"/>
          </a:p>
        </p:txBody>
      </p:sp>
      <p:sp>
        <p:nvSpPr>
          <p:cNvPr id="5" name="Footer Placeholder 4">
            <a:extLst>
              <a:ext uri="{FF2B5EF4-FFF2-40B4-BE49-F238E27FC236}">
                <a16:creationId xmlns:a16="http://schemas.microsoft.com/office/drawing/2014/main" id="{C58FB50A-6E51-3CE0-9D72-99DB7729D3B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8CC6A50-5609-BF47-4026-0D0DDE3D52A5}"/>
              </a:ext>
            </a:extLst>
          </p:cNvPr>
          <p:cNvSpPr>
            <a:spLocks noGrp="1"/>
          </p:cNvSpPr>
          <p:nvPr>
            <p:ph type="sldNum" sz="quarter" idx="12"/>
          </p:nvPr>
        </p:nvSpPr>
        <p:spPr/>
        <p:txBody>
          <a:bodyPr/>
          <a:lstStyle/>
          <a:p>
            <a:fld id="{76BD12DC-7D0A-4FDB-B5C2-F49215E72C9B}" type="slidenum">
              <a:rPr lang="en-CA" smtClean="0"/>
              <a:t>‹#›</a:t>
            </a:fld>
            <a:endParaRPr lang="en-CA"/>
          </a:p>
        </p:txBody>
      </p:sp>
    </p:spTree>
    <p:extLst>
      <p:ext uri="{BB962C8B-B14F-4D97-AF65-F5344CB8AC3E}">
        <p14:creationId xmlns:p14="http://schemas.microsoft.com/office/powerpoint/2010/main" val="868664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BAF86-C365-911B-C205-355EA792C2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BCE1A9AD-894B-6DB0-BE46-10074FC17A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AC38D7-3CFA-407C-98EF-F240EAECACA5}"/>
              </a:ext>
            </a:extLst>
          </p:cNvPr>
          <p:cNvSpPr>
            <a:spLocks noGrp="1"/>
          </p:cNvSpPr>
          <p:nvPr>
            <p:ph type="dt" sz="half" idx="10"/>
          </p:nvPr>
        </p:nvSpPr>
        <p:spPr/>
        <p:txBody>
          <a:bodyPr/>
          <a:lstStyle/>
          <a:p>
            <a:fld id="{5740B982-0E6D-4C64-AE1B-DA9749EF130C}" type="datetimeFigureOut">
              <a:rPr lang="en-CA" smtClean="0"/>
              <a:t>2026-09-21</a:t>
            </a:fld>
            <a:endParaRPr lang="en-CA"/>
          </a:p>
        </p:txBody>
      </p:sp>
      <p:sp>
        <p:nvSpPr>
          <p:cNvPr id="5" name="Footer Placeholder 4">
            <a:extLst>
              <a:ext uri="{FF2B5EF4-FFF2-40B4-BE49-F238E27FC236}">
                <a16:creationId xmlns:a16="http://schemas.microsoft.com/office/drawing/2014/main" id="{40FBC222-71D1-C91F-6388-ABD2B955F7D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9AD9E98-BF03-8B3C-13D3-21EEDA6419B5}"/>
              </a:ext>
            </a:extLst>
          </p:cNvPr>
          <p:cNvSpPr>
            <a:spLocks noGrp="1"/>
          </p:cNvSpPr>
          <p:nvPr>
            <p:ph type="sldNum" sz="quarter" idx="12"/>
          </p:nvPr>
        </p:nvSpPr>
        <p:spPr/>
        <p:txBody>
          <a:bodyPr/>
          <a:lstStyle/>
          <a:p>
            <a:fld id="{76BD12DC-7D0A-4FDB-B5C2-F49215E72C9B}" type="slidenum">
              <a:rPr lang="en-CA" smtClean="0"/>
              <a:t>‹#›</a:t>
            </a:fld>
            <a:endParaRPr lang="en-CA"/>
          </a:p>
        </p:txBody>
      </p:sp>
    </p:spTree>
    <p:extLst>
      <p:ext uri="{BB962C8B-B14F-4D97-AF65-F5344CB8AC3E}">
        <p14:creationId xmlns:p14="http://schemas.microsoft.com/office/powerpoint/2010/main" val="4141557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87890-162B-E8D0-7366-3972283A4D88}"/>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0B92A7C3-ABED-5D2A-2FB5-4CFECEF3387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1D3D290A-BA44-3428-2D24-1C4004C151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3303479B-3E17-54D7-EC6C-F108E7C83532}"/>
              </a:ext>
            </a:extLst>
          </p:cNvPr>
          <p:cNvSpPr>
            <a:spLocks noGrp="1"/>
          </p:cNvSpPr>
          <p:nvPr>
            <p:ph type="dt" sz="half" idx="10"/>
          </p:nvPr>
        </p:nvSpPr>
        <p:spPr/>
        <p:txBody>
          <a:bodyPr/>
          <a:lstStyle/>
          <a:p>
            <a:fld id="{5740B982-0E6D-4C64-AE1B-DA9749EF130C}" type="datetimeFigureOut">
              <a:rPr lang="en-CA" smtClean="0"/>
              <a:t>2026-09-21</a:t>
            </a:fld>
            <a:endParaRPr lang="en-CA"/>
          </a:p>
        </p:txBody>
      </p:sp>
      <p:sp>
        <p:nvSpPr>
          <p:cNvPr id="6" name="Footer Placeholder 5">
            <a:extLst>
              <a:ext uri="{FF2B5EF4-FFF2-40B4-BE49-F238E27FC236}">
                <a16:creationId xmlns:a16="http://schemas.microsoft.com/office/drawing/2014/main" id="{575BB476-6D7D-E84C-9105-9DF0D92ADCAD}"/>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8923FFB-8D67-54C7-6D8E-C4D16CF7E38B}"/>
              </a:ext>
            </a:extLst>
          </p:cNvPr>
          <p:cNvSpPr>
            <a:spLocks noGrp="1"/>
          </p:cNvSpPr>
          <p:nvPr>
            <p:ph type="sldNum" sz="quarter" idx="12"/>
          </p:nvPr>
        </p:nvSpPr>
        <p:spPr/>
        <p:txBody>
          <a:bodyPr/>
          <a:lstStyle/>
          <a:p>
            <a:fld id="{76BD12DC-7D0A-4FDB-B5C2-F49215E72C9B}" type="slidenum">
              <a:rPr lang="en-CA" smtClean="0"/>
              <a:t>‹#›</a:t>
            </a:fld>
            <a:endParaRPr lang="en-CA"/>
          </a:p>
        </p:txBody>
      </p:sp>
    </p:spTree>
    <p:extLst>
      <p:ext uri="{BB962C8B-B14F-4D97-AF65-F5344CB8AC3E}">
        <p14:creationId xmlns:p14="http://schemas.microsoft.com/office/powerpoint/2010/main" val="3793250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27A2E-11AA-939C-2FA2-33D4EEB90075}"/>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DB444AE4-B12D-353B-AC53-31B7F60F78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3D5EB7-B7E0-9292-466B-D58DBC276E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CC9F4956-09FD-8814-DCF0-65D90853FA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B8C579-179C-292A-9C30-858F2C1C96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91D1372F-EE0C-10CF-3130-64E762A9B1C6}"/>
              </a:ext>
            </a:extLst>
          </p:cNvPr>
          <p:cNvSpPr>
            <a:spLocks noGrp="1"/>
          </p:cNvSpPr>
          <p:nvPr>
            <p:ph type="dt" sz="half" idx="10"/>
          </p:nvPr>
        </p:nvSpPr>
        <p:spPr/>
        <p:txBody>
          <a:bodyPr/>
          <a:lstStyle/>
          <a:p>
            <a:fld id="{5740B982-0E6D-4C64-AE1B-DA9749EF130C}" type="datetimeFigureOut">
              <a:rPr lang="en-CA" smtClean="0"/>
              <a:t>2026-09-21</a:t>
            </a:fld>
            <a:endParaRPr lang="en-CA"/>
          </a:p>
        </p:txBody>
      </p:sp>
      <p:sp>
        <p:nvSpPr>
          <p:cNvPr id="8" name="Footer Placeholder 7">
            <a:extLst>
              <a:ext uri="{FF2B5EF4-FFF2-40B4-BE49-F238E27FC236}">
                <a16:creationId xmlns:a16="http://schemas.microsoft.com/office/drawing/2014/main" id="{A4C0EB03-E20D-1F15-BD7C-A89538EBD34F}"/>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7226A8DC-A6ED-40B1-B813-4AC696FE9FFB}"/>
              </a:ext>
            </a:extLst>
          </p:cNvPr>
          <p:cNvSpPr>
            <a:spLocks noGrp="1"/>
          </p:cNvSpPr>
          <p:nvPr>
            <p:ph type="sldNum" sz="quarter" idx="12"/>
          </p:nvPr>
        </p:nvSpPr>
        <p:spPr/>
        <p:txBody>
          <a:bodyPr/>
          <a:lstStyle/>
          <a:p>
            <a:fld id="{76BD12DC-7D0A-4FDB-B5C2-F49215E72C9B}" type="slidenum">
              <a:rPr lang="en-CA" smtClean="0"/>
              <a:t>‹#›</a:t>
            </a:fld>
            <a:endParaRPr lang="en-CA"/>
          </a:p>
        </p:txBody>
      </p:sp>
    </p:spTree>
    <p:extLst>
      <p:ext uri="{BB962C8B-B14F-4D97-AF65-F5344CB8AC3E}">
        <p14:creationId xmlns:p14="http://schemas.microsoft.com/office/powerpoint/2010/main" val="4231206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5D1CD-761C-E88C-B304-FB5A6E51FC9C}"/>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E00621FA-1E6C-EB90-DE89-8A18E1830EF3}"/>
              </a:ext>
            </a:extLst>
          </p:cNvPr>
          <p:cNvSpPr>
            <a:spLocks noGrp="1"/>
          </p:cNvSpPr>
          <p:nvPr>
            <p:ph type="dt" sz="half" idx="10"/>
          </p:nvPr>
        </p:nvSpPr>
        <p:spPr/>
        <p:txBody>
          <a:bodyPr/>
          <a:lstStyle/>
          <a:p>
            <a:fld id="{5740B982-0E6D-4C64-AE1B-DA9749EF130C}" type="datetimeFigureOut">
              <a:rPr lang="en-CA" smtClean="0"/>
              <a:t>2026-09-21</a:t>
            </a:fld>
            <a:endParaRPr lang="en-CA"/>
          </a:p>
        </p:txBody>
      </p:sp>
      <p:sp>
        <p:nvSpPr>
          <p:cNvPr id="4" name="Footer Placeholder 3">
            <a:extLst>
              <a:ext uri="{FF2B5EF4-FFF2-40B4-BE49-F238E27FC236}">
                <a16:creationId xmlns:a16="http://schemas.microsoft.com/office/drawing/2014/main" id="{3B35AD14-B901-C4A4-C573-E171E8241643}"/>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8B6B0720-6549-5E36-BEF4-51C595EDBF52}"/>
              </a:ext>
            </a:extLst>
          </p:cNvPr>
          <p:cNvSpPr>
            <a:spLocks noGrp="1"/>
          </p:cNvSpPr>
          <p:nvPr>
            <p:ph type="sldNum" sz="quarter" idx="12"/>
          </p:nvPr>
        </p:nvSpPr>
        <p:spPr/>
        <p:txBody>
          <a:bodyPr/>
          <a:lstStyle/>
          <a:p>
            <a:fld id="{76BD12DC-7D0A-4FDB-B5C2-F49215E72C9B}" type="slidenum">
              <a:rPr lang="en-CA" smtClean="0"/>
              <a:t>‹#›</a:t>
            </a:fld>
            <a:endParaRPr lang="en-CA"/>
          </a:p>
        </p:txBody>
      </p:sp>
    </p:spTree>
    <p:extLst>
      <p:ext uri="{BB962C8B-B14F-4D97-AF65-F5344CB8AC3E}">
        <p14:creationId xmlns:p14="http://schemas.microsoft.com/office/powerpoint/2010/main" val="3847271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F668C0-3B92-5EDD-E404-C795D29CB2ED}"/>
              </a:ext>
            </a:extLst>
          </p:cNvPr>
          <p:cNvSpPr>
            <a:spLocks noGrp="1"/>
          </p:cNvSpPr>
          <p:nvPr>
            <p:ph type="dt" sz="half" idx="10"/>
          </p:nvPr>
        </p:nvSpPr>
        <p:spPr/>
        <p:txBody>
          <a:bodyPr/>
          <a:lstStyle/>
          <a:p>
            <a:fld id="{5740B982-0E6D-4C64-AE1B-DA9749EF130C}" type="datetimeFigureOut">
              <a:rPr lang="en-CA" smtClean="0"/>
              <a:t>2026-09-21</a:t>
            </a:fld>
            <a:endParaRPr lang="en-CA"/>
          </a:p>
        </p:txBody>
      </p:sp>
      <p:sp>
        <p:nvSpPr>
          <p:cNvPr id="3" name="Footer Placeholder 2">
            <a:extLst>
              <a:ext uri="{FF2B5EF4-FFF2-40B4-BE49-F238E27FC236}">
                <a16:creationId xmlns:a16="http://schemas.microsoft.com/office/drawing/2014/main" id="{14996952-96D8-26C5-5C73-DAC5098049E6}"/>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6DC839C0-E92A-0322-797E-2F01E1960BED}"/>
              </a:ext>
            </a:extLst>
          </p:cNvPr>
          <p:cNvSpPr>
            <a:spLocks noGrp="1"/>
          </p:cNvSpPr>
          <p:nvPr>
            <p:ph type="sldNum" sz="quarter" idx="12"/>
          </p:nvPr>
        </p:nvSpPr>
        <p:spPr/>
        <p:txBody>
          <a:bodyPr/>
          <a:lstStyle/>
          <a:p>
            <a:fld id="{76BD12DC-7D0A-4FDB-B5C2-F49215E72C9B}" type="slidenum">
              <a:rPr lang="en-CA" smtClean="0"/>
              <a:t>‹#›</a:t>
            </a:fld>
            <a:endParaRPr lang="en-CA"/>
          </a:p>
        </p:txBody>
      </p:sp>
    </p:spTree>
    <p:extLst>
      <p:ext uri="{BB962C8B-B14F-4D97-AF65-F5344CB8AC3E}">
        <p14:creationId xmlns:p14="http://schemas.microsoft.com/office/powerpoint/2010/main" val="1196852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78919-E557-8BBA-9D15-F065492F06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F43DF94A-4038-2476-EA31-1677E71256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FC8A2717-8FCB-3C3C-4369-53A6FC51BF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FA2A1E-E9FF-4517-8CF2-FCC882B5963F}"/>
              </a:ext>
            </a:extLst>
          </p:cNvPr>
          <p:cNvSpPr>
            <a:spLocks noGrp="1"/>
          </p:cNvSpPr>
          <p:nvPr>
            <p:ph type="dt" sz="half" idx="10"/>
          </p:nvPr>
        </p:nvSpPr>
        <p:spPr/>
        <p:txBody>
          <a:bodyPr/>
          <a:lstStyle/>
          <a:p>
            <a:fld id="{5740B982-0E6D-4C64-AE1B-DA9749EF130C}" type="datetimeFigureOut">
              <a:rPr lang="en-CA" smtClean="0"/>
              <a:t>2026-09-21</a:t>
            </a:fld>
            <a:endParaRPr lang="en-CA"/>
          </a:p>
        </p:txBody>
      </p:sp>
      <p:sp>
        <p:nvSpPr>
          <p:cNvPr id="6" name="Footer Placeholder 5">
            <a:extLst>
              <a:ext uri="{FF2B5EF4-FFF2-40B4-BE49-F238E27FC236}">
                <a16:creationId xmlns:a16="http://schemas.microsoft.com/office/drawing/2014/main" id="{915D7AC2-095E-672C-9252-5B0C1D18359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DC1D65CF-D9C9-56FD-1866-1D678355AB4C}"/>
              </a:ext>
            </a:extLst>
          </p:cNvPr>
          <p:cNvSpPr>
            <a:spLocks noGrp="1"/>
          </p:cNvSpPr>
          <p:nvPr>
            <p:ph type="sldNum" sz="quarter" idx="12"/>
          </p:nvPr>
        </p:nvSpPr>
        <p:spPr/>
        <p:txBody>
          <a:bodyPr/>
          <a:lstStyle/>
          <a:p>
            <a:fld id="{76BD12DC-7D0A-4FDB-B5C2-F49215E72C9B}" type="slidenum">
              <a:rPr lang="en-CA" smtClean="0"/>
              <a:t>‹#›</a:t>
            </a:fld>
            <a:endParaRPr lang="en-CA"/>
          </a:p>
        </p:txBody>
      </p:sp>
    </p:spTree>
    <p:extLst>
      <p:ext uri="{BB962C8B-B14F-4D97-AF65-F5344CB8AC3E}">
        <p14:creationId xmlns:p14="http://schemas.microsoft.com/office/powerpoint/2010/main" val="754379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2D2D5-6105-DA78-7123-5E06C00609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00CB73A9-8E3C-6721-0F92-E362FE6E8C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0A1F34C3-2E17-5FDE-0CFF-E71043E887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B73E6F-4288-4130-B521-7FB9F0ABD94A}"/>
              </a:ext>
            </a:extLst>
          </p:cNvPr>
          <p:cNvSpPr>
            <a:spLocks noGrp="1"/>
          </p:cNvSpPr>
          <p:nvPr>
            <p:ph type="dt" sz="half" idx="10"/>
          </p:nvPr>
        </p:nvSpPr>
        <p:spPr/>
        <p:txBody>
          <a:bodyPr/>
          <a:lstStyle/>
          <a:p>
            <a:fld id="{5740B982-0E6D-4C64-AE1B-DA9749EF130C}" type="datetimeFigureOut">
              <a:rPr lang="en-CA" smtClean="0"/>
              <a:t>2026-09-21</a:t>
            </a:fld>
            <a:endParaRPr lang="en-CA"/>
          </a:p>
        </p:txBody>
      </p:sp>
      <p:sp>
        <p:nvSpPr>
          <p:cNvPr id="6" name="Footer Placeholder 5">
            <a:extLst>
              <a:ext uri="{FF2B5EF4-FFF2-40B4-BE49-F238E27FC236}">
                <a16:creationId xmlns:a16="http://schemas.microsoft.com/office/drawing/2014/main" id="{ABAFCB01-540B-B0AB-C045-927E6F19CEC2}"/>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711C4E20-5410-C2CF-DB8D-DCA12F349972}"/>
              </a:ext>
            </a:extLst>
          </p:cNvPr>
          <p:cNvSpPr>
            <a:spLocks noGrp="1"/>
          </p:cNvSpPr>
          <p:nvPr>
            <p:ph type="sldNum" sz="quarter" idx="12"/>
          </p:nvPr>
        </p:nvSpPr>
        <p:spPr/>
        <p:txBody>
          <a:bodyPr/>
          <a:lstStyle/>
          <a:p>
            <a:fld id="{76BD12DC-7D0A-4FDB-B5C2-F49215E72C9B}" type="slidenum">
              <a:rPr lang="en-CA" smtClean="0"/>
              <a:t>‹#›</a:t>
            </a:fld>
            <a:endParaRPr lang="en-CA"/>
          </a:p>
        </p:txBody>
      </p:sp>
    </p:spTree>
    <p:extLst>
      <p:ext uri="{BB962C8B-B14F-4D97-AF65-F5344CB8AC3E}">
        <p14:creationId xmlns:p14="http://schemas.microsoft.com/office/powerpoint/2010/main" val="1300637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CED9C-4087-86D9-D972-8038C5166B52}"/>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A3EC19AD-5633-155C-3D2F-D7FC7EAE17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3C82816-8890-5EE0-5A83-C914D844D7DD}"/>
              </a:ext>
            </a:extLst>
          </p:cNvPr>
          <p:cNvSpPr>
            <a:spLocks noGrp="1"/>
          </p:cNvSpPr>
          <p:nvPr>
            <p:ph type="dt" sz="half" idx="10"/>
          </p:nvPr>
        </p:nvSpPr>
        <p:spPr/>
        <p:txBody>
          <a:bodyPr/>
          <a:lstStyle/>
          <a:p>
            <a:fld id="{5740B982-0E6D-4C64-AE1B-DA9749EF130C}" type="datetimeFigureOut">
              <a:rPr lang="en-CA" smtClean="0"/>
              <a:t>2026-09-21</a:t>
            </a:fld>
            <a:endParaRPr lang="en-CA"/>
          </a:p>
        </p:txBody>
      </p:sp>
      <p:sp>
        <p:nvSpPr>
          <p:cNvPr id="5" name="Footer Placeholder 4">
            <a:extLst>
              <a:ext uri="{FF2B5EF4-FFF2-40B4-BE49-F238E27FC236}">
                <a16:creationId xmlns:a16="http://schemas.microsoft.com/office/drawing/2014/main" id="{01F28401-4676-5393-096A-C7E656F7490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40C980A-497B-9770-D3B0-737CE56F4C47}"/>
              </a:ext>
            </a:extLst>
          </p:cNvPr>
          <p:cNvSpPr>
            <a:spLocks noGrp="1"/>
          </p:cNvSpPr>
          <p:nvPr>
            <p:ph type="sldNum" sz="quarter" idx="12"/>
          </p:nvPr>
        </p:nvSpPr>
        <p:spPr/>
        <p:txBody>
          <a:bodyPr/>
          <a:lstStyle/>
          <a:p>
            <a:fld id="{76BD12DC-7D0A-4FDB-B5C2-F49215E72C9B}" type="slidenum">
              <a:rPr lang="en-CA" smtClean="0"/>
              <a:t>‹#›</a:t>
            </a:fld>
            <a:endParaRPr lang="en-CA"/>
          </a:p>
        </p:txBody>
      </p:sp>
    </p:spTree>
    <p:extLst>
      <p:ext uri="{BB962C8B-B14F-4D97-AF65-F5344CB8AC3E}">
        <p14:creationId xmlns:p14="http://schemas.microsoft.com/office/powerpoint/2010/main" val="973016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3EFF47-1126-66D0-658A-8A1E43EAE97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31366B33-611E-503D-FBB3-06ABA27AD9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64A5AB1-1FD3-AEC8-87DF-034FE25F78FB}"/>
              </a:ext>
            </a:extLst>
          </p:cNvPr>
          <p:cNvSpPr>
            <a:spLocks noGrp="1"/>
          </p:cNvSpPr>
          <p:nvPr>
            <p:ph type="dt" sz="half" idx="10"/>
          </p:nvPr>
        </p:nvSpPr>
        <p:spPr/>
        <p:txBody>
          <a:bodyPr/>
          <a:lstStyle/>
          <a:p>
            <a:fld id="{5740B982-0E6D-4C64-AE1B-DA9749EF130C}" type="datetimeFigureOut">
              <a:rPr lang="en-CA" smtClean="0"/>
              <a:t>2026-09-21</a:t>
            </a:fld>
            <a:endParaRPr lang="en-CA"/>
          </a:p>
        </p:txBody>
      </p:sp>
      <p:sp>
        <p:nvSpPr>
          <p:cNvPr id="5" name="Footer Placeholder 4">
            <a:extLst>
              <a:ext uri="{FF2B5EF4-FFF2-40B4-BE49-F238E27FC236}">
                <a16:creationId xmlns:a16="http://schemas.microsoft.com/office/drawing/2014/main" id="{A8D247CC-8CA6-41A2-D59F-AEF5841F7AE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904A082-FAA2-4379-5F47-B6D39DCB8102}"/>
              </a:ext>
            </a:extLst>
          </p:cNvPr>
          <p:cNvSpPr>
            <a:spLocks noGrp="1"/>
          </p:cNvSpPr>
          <p:nvPr>
            <p:ph type="sldNum" sz="quarter" idx="12"/>
          </p:nvPr>
        </p:nvSpPr>
        <p:spPr/>
        <p:txBody>
          <a:bodyPr/>
          <a:lstStyle/>
          <a:p>
            <a:fld id="{76BD12DC-7D0A-4FDB-B5C2-F49215E72C9B}" type="slidenum">
              <a:rPr lang="en-CA" smtClean="0"/>
              <a:t>‹#›</a:t>
            </a:fld>
            <a:endParaRPr lang="en-CA"/>
          </a:p>
        </p:txBody>
      </p:sp>
    </p:spTree>
    <p:extLst>
      <p:ext uri="{BB962C8B-B14F-4D97-AF65-F5344CB8AC3E}">
        <p14:creationId xmlns:p14="http://schemas.microsoft.com/office/powerpoint/2010/main" val="3689107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516B3E-7423-6308-97E7-E76EC81697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4BDD9A16-9D58-C088-C5AD-9D140B09E3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F9D3774-E76C-C200-E922-D6CEE57CF0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40B982-0E6D-4C64-AE1B-DA9749EF130C}" type="datetimeFigureOut">
              <a:rPr lang="en-CA" smtClean="0"/>
              <a:t>2026-09-21</a:t>
            </a:fld>
            <a:endParaRPr lang="en-CA"/>
          </a:p>
        </p:txBody>
      </p:sp>
      <p:sp>
        <p:nvSpPr>
          <p:cNvPr id="5" name="Footer Placeholder 4">
            <a:extLst>
              <a:ext uri="{FF2B5EF4-FFF2-40B4-BE49-F238E27FC236}">
                <a16:creationId xmlns:a16="http://schemas.microsoft.com/office/drawing/2014/main" id="{DE91A425-A56C-6785-B157-7F999A60F1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B55FD452-BF70-1D1A-CDBA-590B7BEFA1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BD12DC-7D0A-4FDB-B5C2-F49215E72C9B}" type="slidenum">
              <a:rPr lang="en-CA" smtClean="0"/>
              <a:t>‹#›</a:t>
            </a:fld>
            <a:endParaRPr lang="en-CA"/>
          </a:p>
        </p:txBody>
      </p:sp>
    </p:spTree>
    <p:extLst>
      <p:ext uri="{BB962C8B-B14F-4D97-AF65-F5344CB8AC3E}">
        <p14:creationId xmlns:p14="http://schemas.microsoft.com/office/powerpoint/2010/main" val="13064780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BB3A72-2E59-9C09-7249-7E3E1BB3A04A}"/>
              </a:ext>
            </a:extLst>
          </p:cNvPr>
          <p:cNvSpPr txBox="1"/>
          <p:nvPr/>
        </p:nvSpPr>
        <p:spPr>
          <a:xfrm>
            <a:off x="4718858" y="5628436"/>
            <a:ext cx="2754280" cy="369332"/>
          </a:xfrm>
          <a:prstGeom prst="rect">
            <a:avLst/>
          </a:prstGeom>
          <a:noFill/>
        </p:spPr>
        <p:txBody>
          <a:bodyPr wrap="none" rtlCol="0">
            <a:spAutoFit/>
          </a:bodyPr>
          <a:lstStyle/>
          <a:p>
            <a:pPr algn="ctr"/>
            <a:r>
              <a:rPr lang="en-CA" dirty="0">
                <a:latin typeface="Kumbh Sans" pitchFamily="2" charset="0"/>
                <a:cs typeface="Kumbh Sans" pitchFamily="2" charset="0"/>
              </a:rPr>
              <a:t>Crossfire NCR Overhaul</a:t>
            </a:r>
          </a:p>
        </p:txBody>
      </p:sp>
      <p:sp>
        <p:nvSpPr>
          <p:cNvPr id="4" name="TextBox 3">
            <a:extLst>
              <a:ext uri="{FF2B5EF4-FFF2-40B4-BE49-F238E27FC236}">
                <a16:creationId xmlns:a16="http://schemas.microsoft.com/office/drawing/2014/main" id="{9545E1D1-BA2D-1F66-1768-113A11E038CF}"/>
              </a:ext>
            </a:extLst>
          </p:cNvPr>
          <p:cNvSpPr txBox="1"/>
          <p:nvPr/>
        </p:nvSpPr>
        <p:spPr>
          <a:xfrm>
            <a:off x="4364595" y="5997768"/>
            <a:ext cx="3462807" cy="369332"/>
          </a:xfrm>
          <a:prstGeom prst="rect">
            <a:avLst/>
          </a:prstGeom>
          <a:noFill/>
        </p:spPr>
        <p:txBody>
          <a:bodyPr wrap="none" rtlCol="0">
            <a:spAutoFit/>
          </a:bodyPr>
          <a:lstStyle/>
          <a:p>
            <a:pPr algn="ctr"/>
            <a:r>
              <a:rPr lang="en-CA" dirty="0">
                <a:latin typeface="Kumbh Sans" pitchFamily="2" charset="0"/>
                <a:cs typeface="Kumbh Sans" pitchFamily="2" charset="0"/>
              </a:rPr>
              <a:t>Powered by Adestria Solutions</a:t>
            </a:r>
          </a:p>
        </p:txBody>
      </p:sp>
      <p:sp>
        <p:nvSpPr>
          <p:cNvPr id="6" name="TextBox 5">
            <a:extLst>
              <a:ext uri="{FF2B5EF4-FFF2-40B4-BE49-F238E27FC236}">
                <a16:creationId xmlns:a16="http://schemas.microsoft.com/office/drawing/2014/main" id="{B8539E16-0F45-D3AC-D91C-F90D2BA57BA2}"/>
              </a:ext>
            </a:extLst>
          </p:cNvPr>
          <p:cNvSpPr txBox="1"/>
          <p:nvPr/>
        </p:nvSpPr>
        <p:spPr>
          <a:xfrm>
            <a:off x="4318107" y="2514170"/>
            <a:ext cx="3555782" cy="707886"/>
          </a:xfrm>
          <a:prstGeom prst="rect">
            <a:avLst/>
          </a:prstGeom>
          <a:noFill/>
        </p:spPr>
        <p:txBody>
          <a:bodyPr wrap="none" rtlCol="0">
            <a:spAutoFit/>
          </a:bodyPr>
          <a:lstStyle/>
          <a:p>
            <a:pPr algn="ctr"/>
            <a:r>
              <a:rPr lang="en-CA" sz="4000" b="1" dirty="0">
                <a:latin typeface="Kumbh Sans" pitchFamily="2" charset="0"/>
                <a:cs typeface="Kumbh Sans" pitchFamily="2" charset="0"/>
              </a:rPr>
              <a:t>NCR Manager</a:t>
            </a:r>
          </a:p>
        </p:txBody>
      </p:sp>
    </p:spTree>
    <p:extLst>
      <p:ext uri="{BB962C8B-B14F-4D97-AF65-F5344CB8AC3E}">
        <p14:creationId xmlns:p14="http://schemas.microsoft.com/office/powerpoint/2010/main" val="1072592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2B15F-3631-633C-E0E3-BD112AD32618}"/>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86DE5357-82AC-D117-E1C8-6C68EB834E4A}"/>
              </a:ext>
            </a:extLst>
          </p:cNvPr>
          <p:cNvGrpSpPr/>
          <p:nvPr/>
        </p:nvGrpSpPr>
        <p:grpSpPr>
          <a:xfrm>
            <a:off x="331872" y="585786"/>
            <a:ext cx="11231478" cy="5686427"/>
            <a:chOff x="331872" y="585786"/>
            <a:chExt cx="11231478" cy="5686427"/>
          </a:xfrm>
        </p:grpSpPr>
        <p:sp>
          <p:nvSpPr>
            <p:cNvPr id="19" name="Rectangle: Rounded Corners 18">
              <a:extLst>
                <a:ext uri="{FF2B5EF4-FFF2-40B4-BE49-F238E27FC236}">
                  <a16:creationId xmlns:a16="http://schemas.microsoft.com/office/drawing/2014/main" id="{34355EF9-B8A3-1336-E2F3-0B95B2A432A6}"/>
                </a:ext>
              </a:extLst>
            </p:cNvPr>
            <p:cNvSpPr/>
            <p:nvPr/>
          </p:nvSpPr>
          <p:spPr>
            <a:xfrm>
              <a:off x="331872" y="585786"/>
              <a:ext cx="2887578"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Rectangle: Rounded Corners 19">
              <a:extLst>
                <a:ext uri="{FF2B5EF4-FFF2-40B4-BE49-F238E27FC236}">
                  <a16:creationId xmlns:a16="http://schemas.microsoft.com/office/drawing/2014/main" id="{DD92669B-838F-D70A-6EF1-1E0A6BF88610}"/>
                </a:ext>
              </a:extLst>
            </p:cNvPr>
            <p:cNvSpPr/>
            <p:nvPr/>
          </p:nvSpPr>
          <p:spPr>
            <a:xfrm>
              <a:off x="3003634" y="585786"/>
              <a:ext cx="8559716" cy="5686427"/>
            </a:xfrm>
            <a:prstGeom prst="roundRect">
              <a:avLst>
                <a:gd name="adj" fmla="val 2513"/>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grpSp>
          <p:nvGrpSpPr>
            <p:cNvPr id="21" name="Group 20">
              <a:extLst>
                <a:ext uri="{FF2B5EF4-FFF2-40B4-BE49-F238E27FC236}">
                  <a16:creationId xmlns:a16="http://schemas.microsoft.com/office/drawing/2014/main" id="{3060A56E-49FC-5A8D-CD76-4DB949309083}"/>
                </a:ext>
              </a:extLst>
            </p:cNvPr>
            <p:cNvGrpSpPr/>
            <p:nvPr/>
          </p:nvGrpSpPr>
          <p:grpSpPr>
            <a:xfrm>
              <a:off x="2703597" y="1300163"/>
              <a:ext cx="300037" cy="300038"/>
              <a:chOff x="1234559" y="4745831"/>
              <a:chExt cx="300037" cy="300038"/>
            </a:xfrm>
          </p:grpSpPr>
          <p:sp>
            <p:nvSpPr>
              <p:cNvPr id="22" name="Rectangle 21">
                <a:extLst>
                  <a:ext uri="{FF2B5EF4-FFF2-40B4-BE49-F238E27FC236}">
                    <a16:creationId xmlns:a16="http://schemas.microsoft.com/office/drawing/2014/main" id="{28445EF8-00CC-87D9-26BB-9E18F9E91452}"/>
                  </a:ext>
                </a:extLst>
              </p:cNvPr>
              <p:cNvSpPr/>
              <p:nvPr/>
            </p:nvSpPr>
            <p:spPr>
              <a:xfrm>
                <a:off x="1234559" y="4745832"/>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3" name="Oval 22">
                <a:extLst>
                  <a:ext uri="{FF2B5EF4-FFF2-40B4-BE49-F238E27FC236}">
                    <a16:creationId xmlns:a16="http://schemas.microsoft.com/office/drawing/2014/main" id="{176D123C-D1BA-0ED2-97EC-22EB453DDF2F}"/>
                  </a:ext>
                </a:extLst>
              </p:cNvPr>
              <p:cNvSpPr/>
              <p:nvPr/>
            </p:nvSpPr>
            <p:spPr>
              <a:xfrm>
                <a:off x="1234559" y="4745831"/>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sp>
        <p:nvSpPr>
          <p:cNvPr id="16" name="TextBox 15">
            <a:extLst>
              <a:ext uri="{FF2B5EF4-FFF2-40B4-BE49-F238E27FC236}">
                <a16:creationId xmlns:a16="http://schemas.microsoft.com/office/drawing/2014/main" id="{E7FE4CEB-5AA4-EF36-A0B3-5685A99F5358}"/>
              </a:ext>
            </a:extLst>
          </p:cNvPr>
          <p:cNvSpPr txBox="1"/>
          <p:nvPr/>
        </p:nvSpPr>
        <p:spPr>
          <a:xfrm>
            <a:off x="5301551" y="2153811"/>
            <a:ext cx="1588897" cy="2550378"/>
          </a:xfrm>
          <a:prstGeom prst="rect">
            <a:avLst/>
          </a:prstGeom>
          <a:solidFill>
            <a:schemeClr val="bg1"/>
          </a:solidFill>
        </p:spPr>
        <p:txBody>
          <a:bodyPr wrap="none" rtlCol="0">
            <a:spAutoFit/>
          </a:bodyPr>
          <a:lstStyle/>
          <a:p>
            <a:pPr>
              <a:lnSpc>
                <a:spcPct val="200000"/>
              </a:lnSpc>
            </a:pPr>
            <a:r>
              <a:rPr lang="en-CA" sz="2800" dirty="0">
                <a:latin typeface="Kumbh Sans" pitchFamily="2" charset="0"/>
                <a:cs typeface="Kumbh Sans" pitchFamily="2" charset="0"/>
              </a:rPr>
              <a:t>Adestria</a:t>
            </a:r>
          </a:p>
          <a:p>
            <a:pPr>
              <a:lnSpc>
                <a:spcPct val="200000"/>
              </a:lnSpc>
            </a:pPr>
            <a:r>
              <a:rPr lang="en-CA" sz="2800" dirty="0">
                <a:latin typeface="Kumbh Sans" pitchFamily="2" charset="0"/>
                <a:cs typeface="Kumbh Sans" pitchFamily="2" charset="0"/>
              </a:rPr>
              <a:t>Project</a:t>
            </a:r>
          </a:p>
          <a:p>
            <a:pPr>
              <a:lnSpc>
                <a:spcPct val="200000"/>
              </a:lnSpc>
            </a:pPr>
            <a:r>
              <a:rPr lang="en-CA" sz="2800" dirty="0">
                <a:latin typeface="Kumbh Sans" pitchFamily="2" charset="0"/>
                <a:cs typeface="Kumbh Sans" pitchFamily="2" charset="0"/>
              </a:rPr>
              <a:t>Q &amp; A</a:t>
            </a:r>
          </a:p>
        </p:txBody>
      </p:sp>
      <p:pic>
        <p:nvPicPr>
          <p:cNvPr id="18" name="Picture 17">
            <a:extLst>
              <a:ext uri="{FF2B5EF4-FFF2-40B4-BE49-F238E27FC236}">
                <a16:creationId xmlns:a16="http://schemas.microsoft.com/office/drawing/2014/main" id="{564AEA62-7416-399A-3D15-3B47A683A141}"/>
              </a:ext>
            </a:extLst>
          </p:cNvPr>
          <p:cNvPicPr>
            <a:picLocks noChangeAspect="1"/>
          </p:cNvPicPr>
          <p:nvPr/>
        </p:nvPicPr>
        <p:blipFill>
          <a:blip r:embed="rId2">
            <a:alphaModFix/>
          </a:blip>
          <a:stretch>
            <a:fillRect/>
          </a:stretch>
        </p:blipFill>
        <p:spPr>
          <a:xfrm>
            <a:off x="5028041" y="2219325"/>
            <a:ext cx="2006815" cy="2650331"/>
          </a:xfrm>
          <a:prstGeom prst="rect">
            <a:avLst/>
          </a:prstGeom>
        </p:spPr>
      </p:pic>
      <p:sp>
        <p:nvSpPr>
          <p:cNvPr id="4" name="TextBox 3">
            <a:extLst>
              <a:ext uri="{FF2B5EF4-FFF2-40B4-BE49-F238E27FC236}">
                <a16:creationId xmlns:a16="http://schemas.microsoft.com/office/drawing/2014/main" id="{FF2203D6-CADD-8886-994B-15E5019085A9}"/>
              </a:ext>
            </a:extLst>
          </p:cNvPr>
          <p:cNvSpPr txBox="1"/>
          <p:nvPr/>
        </p:nvSpPr>
        <p:spPr>
          <a:xfrm>
            <a:off x="440111" y="376344"/>
            <a:ext cx="1588897" cy="2550378"/>
          </a:xfrm>
          <a:prstGeom prst="rect">
            <a:avLst/>
          </a:prstGeom>
          <a:noFill/>
        </p:spPr>
        <p:txBody>
          <a:bodyPr wrap="none" rtlCol="0">
            <a:spAutoFit/>
          </a:bodyPr>
          <a:lstStyle/>
          <a:p>
            <a:pPr>
              <a:lnSpc>
                <a:spcPct val="200000"/>
              </a:lnSpc>
            </a:pPr>
            <a:r>
              <a:rPr lang="en-CA" sz="2800" dirty="0">
                <a:solidFill>
                  <a:schemeClr val="tx1">
                    <a:lumMod val="25000"/>
                    <a:lumOff val="75000"/>
                  </a:schemeClr>
                </a:solidFill>
                <a:latin typeface="Kumbh Sans" pitchFamily="2" charset="0"/>
                <a:cs typeface="Kumbh Sans" pitchFamily="2" charset="0"/>
              </a:rPr>
              <a:t>Adestria</a:t>
            </a:r>
          </a:p>
          <a:p>
            <a:pPr>
              <a:lnSpc>
                <a:spcPct val="200000"/>
              </a:lnSpc>
            </a:pPr>
            <a:r>
              <a:rPr lang="en-CA" sz="2800" dirty="0">
                <a:solidFill>
                  <a:schemeClr val="tx1">
                    <a:lumMod val="25000"/>
                    <a:lumOff val="75000"/>
                  </a:schemeClr>
                </a:solidFill>
                <a:latin typeface="Kumbh Sans" pitchFamily="2" charset="0"/>
                <a:cs typeface="Kumbh Sans" pitchFamily="2" charset="0"/>
              </a:rPr>
              <a:t>Project</a:t>
            </a:r>
          </a:p>
          <a:p>
            <a:pPr>
              <a:lnSpc>
                <a:spcPct val="200000"/>
              </a:lnSpc>
            </a:pPr>
            <a:r>
              <a:rPr lang="en-CA" sz="2800" dirty="0">
                <a:solidFill>
                  <a:schemeClr val="tx1">
                    <a:lumMod val="25000"/>
                    <a:lumOff val="75000"/>
                  </a:schemeClr>
                </a:solidFill>
                <a:latin typeface="Kumbh Sans" pitchFamily="2" charset="0"/>
                <a:cs typeface="Kumbh Sans" pitchFamily="2" charset="0"/>
              </a:rPr>
              <a:t>Q &amp; A</a:t>
            </a:r>
            <a:endParaRPr lang="en-CA" sz="2800" dirty="0">
              <a:latin typeface="Kumbh Sans" pitchFamily="2" charset="0"/>
              <a:cs typeface="Kumbh Sans" pitchFamily="2" charset="0"/>
            </a:endParaRPr>
          </a:p>
        </p:txBody>
      </p:sp>
      <p:pic>
        <p:nvPicPr>
          <p:cNvPr id="5" name="Picture 4">
            <a:extLst>
              <a:ext uri="{FF2B5EF4-FFF2-40B4-BE49-F238E27FC236}">
                <a16:creationId xmlns:a16="http://schemas.microsoft.com/office/drawing/2014/main" id="{3D0A4A62-E61A-1196-6F34-897ED21F2F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111" y="376344"/>
            <a:ext cx="2649046" cy="2838264"/>
          </a:xfrm>
          <a:prstGeom prst="rect">
            <a:avLst/>
          </a:prstGeom>
        </p:spPr>
      </p:pic>
    </p:spTree>
    <p:extLst>
      <p:ext uri="{BB962C8B-B14F-4D97-AF65-F5344CB8AC3E}">
        <p14:creationId xmlns:p14="http://schemas.microsoft.com/office/powerpoint/2010/main" val="2816041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hidden"/>
                                      </p:to>
                                    </p:set>
                                  </p:childTnLst>
                                </p:cTn>
                              </p:par>
                            </p:childTnLst>
                          </p:cTn>
                        </p:par>
                        <p:par>
                          <p:cTn id="11" fill="hold">
                            <p:stCondLst>
                              <p:cond delay="0"/>
                            </p:stCondLst>
                            <p:childTnLst>
                              <p:par>
                                <p:cTn id="12" presetID="1" presetClass="exit" presetSubtype="0" fill="hold" nodeType="afterEffect">
                                  <p:stCondLst>
                                    <p:cond delay="0"/>
                                  </p:stCondLst>
                                  <p:childTnLst>
                                    <p:set>
                                      <p:cBhvr>
                                        <p:cTn id="13" dur="1" fill="hold">
                                          <p:stCondLst>
                                            <p:cond delay="0"/>
                                          </p:stCondLst>
                                        </p:cTn>
                                        <p:tgtEl>
                                          <p:spTgt spid="5"/>
                                        </p:tgtEl>
                                        <p:attrNameLst>
                                          <p:attrName>style.visibility</p:attrName>
                                        </p:attrNameLst>
                                      </p:cBhvr>
                                      <p:to>
                                        <p:strVal val="hidden"/>
                                      </p:to>
                                    </p:set>
                                  </p:childTnLst>
                                </p:cTn>
                              </p:par>
                              <p:par>
                                <p:cTn id="14" presetID="10" presetClass="entr" presetSubtype="0" fill="hold" nodeType="withEffect">
                                  <p:stCondLst>
                                    <p:cond delay="0"/>
                                  </p:stCondLst>
                                  <p:childTnLst>
                                    <p:set>
                                      <p:cBhvr>
                                        <p:cTn id="15" dur="1" fill="hold">
                                          <p:stCondLst>
                                            <p:cond delay="0"/>
                                          </p:stCondLst>
                                        </p:cTn>
                                        <p:tgtEl>
                                          <p:spTgt spid="16">
                                            <p:txEl>
                                              <p:pRg st="0" end="0"/>
                                            </p:txEl>
                                          </p:spTgt>
                                        </p:tgtEl>
                                        <p:attrNameLst>
                                          <p:attrName>style.visibility</p:attrName>
                                        </p:attrNameLst>
                                      </p:cBhvr>
                                      <p:to>
                                        <p:strVal val="visible"/>
                                      </p:to>
                                    </p:set>
                                    <p:animEffect transition="in" filter="fade">
                                      <p:cBhvr>
                                        <p:cTn id="16" dur="500"/>
                                        <p:tgtEl>
                                          <p:spTgt spid="16">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
                                            <p:txEl>
                                              <p:pRg st="1" end="1"/>
                                            </p:txEl>
                                          </p:spTgt>
                                        </p:tgtEl>
                                        <p:attrNameLst>
                                          <p:attrName>style.visibility</p:attrName>
                                        </p:attrNameLst>
                                      </p:cBhvr>
                                      <p:to>
                                        <p:strVal val="visible"/>
                                      </p:to>
                                    </p:set>
                                    <p:animEffect transition="in" filter="fade">
                                      <p:cBhvr>
                                        <p:cTn id="21" dur="500"/>
                                        <p:tgtEl>
                                          <p:spTgt spid="16">
                                            <p:txEl>
                                              <p:pRg st="1" end="1"/>
                                            </p:txEl>
                                          </p:spTgt>
                                        </p:tgtEl>
                                      </p:cBhvr>
                                    </p:animEffect>
                                  </p:childTnLst>
                                </p:cTn>
                              </p:par>
                              <p:par>
                                <p:cTn id="22" presetID="19" presetClass="emph" presetSubtype="0" fill="hold" nodeType="withEffect">
                                  <p:stCondLst>
                                    <p:cond delay="0"/>
                                  </p:stCondLst>
                                  <p:childTnLst>
                                    <p:animClr clrSpc="rgb" dir="cw">
                                      <p:cBhvr override="childStyle">
                                        <p:cTn id="23" dur="500" fill="hold"/>
                                        <p:tgtEl>
                                          <p:spTgt spid="16">
                                            <p:txEl>
                                              <p:pRg st="0" end="0"/>
                                            </p:txEl>
                                          </p:spTgt>
                                        </p:tgtEl>
                                        <p:attrNameLst>
                                          <p:attrName>style.color</p:attrName>
                                        </p:attrNameLst>
                                      </p:cBhvr>
                                      <p:to>
                                        <a:srgbClr val="96CDF8"/>
                                      </p:to>
                                    </p:animClr>
                                    <p:animClr clrSpc="rgb" dir="cw">
                                      <p:cBhvr>
                                        <p:cTn id="24" dur="500" fill="hold"/>
                                        <p:tgtEl>
                                          <p:spTgt spid="16">
                                            <p:txEl>
                                              <p:pRg st="0" end="0"/>
                                            </p:txEl>
                                          </p:spTgt>
                                        </p:tgtEl>
                                        <p:attrNameLst>
                                          <p:attrName>fillcolor</p:attrName>
                                        </p:attrNameLst>
                                      </p:cBhvr>
                                      <p:to>
                                        <a:srgbClr val="96CDF8"/>
                                      </p:to>
                                    </p:animClr>
                                    <p:set>
                                      <p:cBhvr>
                                        <p:cTn id="25" dur="500" fill="hold"/>
                                        <p:tgtEl>
                                          <p:spTgt spid="16">
                                            <p:txEl>
                                              <p:pRg st="0" end="0"/>
                                            </p:txEl>
                                          </p:spTgt>
                                        </p:tgtEl>
                                        <p:attrNameLst>
                                          <p:attrName>fill.type</p:attrName>
                                        </p:attrNameLst>
                                      </p:cBhvr>
                                      <p:to>
                                        <p:strVal val="solid"/>
                                      </p:to>
                                    </p:set>
                                    <p:set>
                                      <p:cBhvr>
                                        <p:cTn id="26" dur="500" fill="hold"/>
                                        <p:tgtEl>
                                          <p:spTgt spid="16">
                                            <p:txEl>
                                              <p:pRg st="0" end="0"/>
                                            </p:txEl>
                                          </p:spTgt>
                                        </p:tgtEl>
                                        <p:attrNameLst>
                                          <p:attrName>fill.on</p:attrName>
                                        </p:attrNameLst>
                                      </p:cBhvr>
                                      <p:to>
                                        <p:strVal val="tru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6">
                                            <p:txEl>
                                              <p:pRg st="2" end="2"/>
                                            </p:txEl>
                                          </p:spTgt>
                                        </p:tgtEl>
                                        <p:attrNameLst>
                                          <p:attrName>style.visibility</p:attrName>
                                        </p:attrNameLst>
                                      </p:cBhvr>
                                      <p:to>
                                        <p:strVal val="visible"/>
                                      </p:to>
                                    </p:set>
                                    <p:animEffect transition="in" filter="fade">
                                      <p:cBhvr>
                                        <p:cTn id="31" dur="500"/>
                                        <p:tgtEl>
                                          <p:spTgt spid="16">
                                            <p:txEl>
                                              <p:pRg st="2" end="2"/>
                                            </p:txEl>
                                          </p:spTgt>
                                        </p:tgtEl>
                                      </p:cBhvr>
                                    </p:animEffect>
                                  </p:childTnLst>
                                </p:cTn>
                              </p:par>
                              <p:par>
                                <p:cTn id="32" presetID="19" presetClass="emph" presetSubtype="0" fill="hold" nodeType="withEffect">
                                  <p:stCondLst>
                                    <p:cond delay="0"/>
                                  </p:stCondLst>
                                  <p:childTnLst>
                                    <p:animClr clrSpc="rgb" dir="cw">
                                      <p:cBhvr override="childStyle">
                                        <p:cTn id="33" dur="500" fill="hold"/>
                                        <p:tgtEl>
                                          <p:spTgt spid="16">
                                            <p:txEl>
                                              <p:pRg st="1" end="1"/>
                                            </p:txEl>
                                          </p:spTgt>
                                        </p:tgtEl>
                                        <p:attrNameLst>
                                          <p:attrName>style.color</p:attrName>
                                        </p:attrNameLst>
                                      </p:cBhvr>
                                      <p:to>
                                        <a:srgbClr val="96CDF8"/>
                                      </p:to>
                                    </p:animClr>
                                    <p:animClr clrSpc="rgb" dir="cw">
                                      <p:cBhvr>
                                        <p:cTn id="34" dur="500" fill="hold"/>
                                        <p:tgtEl>
                                          <p:spTgt spid="16">
                                            <p:txEl>
                                              <p:pRg st="1" end="1"/>
                                            </p:txEl>
                                          </p:spTgt>
                                        </p:tgtEl>
                                        <p:attrNameLst>
                                          <p:attrName>fillcolor</p:attrName>
                                        </p:attrNameLst>
                                      </p:cBhvr>
                                      <p:to>
                                        <a:srgbClr val="96CDF8"/>
                                      </p:to>
                                    </p:animClr>
                                    <p:set>
                                      <p:cBhvr>
                                        <p:cTn id="35" dur="500" fill="hold"/>
                                        <p:tgtEl>
                                          <p:spTgt spid="16">
                                            <p:txEl>
                                              <p:pRg st="1" end="1"/>
                                            </p:txEl>
                                          </p:spTgt>
                                        </p:tgtEl>
                                        <p:attrNameLst>
                                          <p:attrName>fill.type</p:attrName>
                                        </p:attrNameLst>
                                      </p:cBhvr>
                                      <p:to>
                                        <p:strVal val="solid"/>
                                      </p:to>
                                    </p:set>
                                    <p:set>
                                      <p:cBhvr>
                                        <p:cTn id="36" dur="500" fill="hold"/>
                                        <p:tgtEl>
                                          <p:spTgt spid="16">
                                            <p:txEl>
                                              <p:pRg st="1" end="1"/>
                                            </p:txEl>
                                          </p:spTgt>
                                        </p:tgtEl>
                                        <p:attrNameLst>
                                          <p:attrName>fill.on</p:attrName>
                                        </p:attrNameLst>
                                      </p:cBhvr>
                                      <p:to>
                                        <p:strVal val="true"/>
                                      </p:to>
                                    </p:set>
                                  </p:childTnLst>
                                </p:cTn>
                              </p:par>
                            </p:childTnLst>
                          </p:cTn>
                        </p:par>
                      </p:childTnLst>
                    </p:cTn>
                  </p:par>
                  <p:par>
                    <p:cTn id="37" fill="hold">
                      <p:stCondLst>
                        <p:cond delay="indefinite"/>
                      </p:stCondLst>
                      <p:childTnLst>
                        <p:par>
                          <p:cTn id="38" fill="hold">
                            <p:stCondLst>
                              <p:cond delay="0"/>
                            </p:stCondLst>
                            <p:childTnLst>
                              <p:par>
                                <p:cTn id="39" presetID="19" presetClass="emph" presetSubtype="0" fill="hold" nodeType="clickEffect">
                                  <p:stCondLst>
                                    <p:cond delay="0"/>
                                  </p:stCondLst>
                                  <p:childTnLst>
                                    <p:animClr clrSpc="rgb" dir="cw">
                                      <p:cBhvr override="childStyle">
                                        <p:cTn id="40" dur="500" fill="hold"/>
                                        <p:tgtEl>
                                          <p:spTgt spid="16">
                                            <p:txEl>
                                              <p:pRg st="2" end="2"/>
                                            </p:txEl>
                                          </p:spTgt>
                                        </p:tgtEl>
                                        <p:attrNameLst>
                                          <p:attrName>style.color</p:attrName>
                                        </p:attrNameLst>
                                      </p:cBhvr>
                                      <p:to>
                                        <a:srgbClr val="96CDF8"/>
                                      </p:to>
                                    </p:animClr>
                                    <p:animClr clrSpc="rgb" dir="cw">
                                      <p:cBhvr>
                                        <p:cTn id="41" dur="500" fill="hold"/>
                                        <p:tgtEl>
                                          <p:spTgt spid="16">
                                            <p:txEl>
                                              <p:pRg st="2" end="2"/>
                                            </p:txEl>
                                          </p:spTgt>
                                        </p:tgtEl>
                                        <p:attrNameLst>
                                          <p:attrName>fillcolor</p:attrName>
                                        </p:attrNameLst>
                                      </p:cBhvr>
                                      <p:to>
                                        <a:srgbClr val="96CDF8"/>
                                      </p:to>
                                    </p:animClr>
                                    <p:set>
                                      <p:cBhvr>
                                        <p:cTn id="42" dur="500" fill="hold"/>
                                        <p:tgtEl>
                                          <p:spTgt spid="16">
                                            <p:txEl>
                                              <p:pRg st="2" end="2"/>
                                            </p:txEl>
                                          </p:spTgt>
                                        </p:tgtEl>
                                        <p:attrNameLst>
                                          <p:attrName>fill.type</p:attrName>
                                        </p:attrNameLst>
                                      </p:cBhvr>
                                      <p:to>
                                        <p:strVal val="solid"/>
                                      </p:to>
                                    </p:set>
                                    <p:set>
                                      <p:cBhvr>
                                        <p:cTn id="43" dur="500" fill="hold"/>
                                        <p:tgtEl>
                                          <p:spTgt spid="16">
                                            <p:txEl>
                                              <p:pRg st="2" end="2"/>
                                            </p:txEl>
                                          </p:spTgt>
                                        </p:tgtEl>
                                        <p:attrNameLst>
                                          <p:attrName>fill.on</p:attrName>
                                        </p:attrNameLst>
                                      </p:cBhvr>
                                      <p:to>
                                        <p:strVal val="true"/>
                                      </p:to>
                                    </p:set>
                                  </p:childTnLst>
                                </p:cTn>
                              </p:par>
                              <p:par>
                                <p:cTn id="44" presetID="10" presetClass="entr" presetSubtype="0" fill="hold"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xit" presetSubtype="0" fill="hold" grpId="0" nodeType="withEffect">
                                  <p:stCondLst>
                                    <p:cond delay="0"/>
                                  </p:stCondLst>
                                  <p:childTnLst>
                                    <p:animEffect transition="out" filter="fade">
                                      <p:cBhvr>
                                        <p:cTn id="48" dur="500"/>
                                        <p:tgtEl>
                                          <p:spTgt spid="16">
                                            <p:txEl>
                                              <p:pRg st="0" end="0"/>
                                            </p:txEl>
                                          </p:spTgt>
                                        </p:tgtEl>
                                      </p:cBhvr>
                                    </p:animEffect>
                                    <p:set>
                                      <p:cBhvr>
                                        <p:cTn id="49" dur="1" fill="hold">
                                          <p:stCondLst>
                                            <p:cond delay="499"/>
                                          </p:stCondLst>
                                        </p:cTn>
                                        <p:tgtEl>
                                          <p:spTgt spid="16">
                                            <p:txEl>
                                              <p:pRg st="0" end="0"/>
                                            </p:txEl>
                                          </p:spTgt>
                                        </p:tgtEl>
                                        <p:attrNameLst>
                                          <p:attrName>style.visibility</p:attrName>
                                        </p:attrNameLst>
                                      </p:cBhvr>
                                      <p:to>
                                        <p:strVal val="hidden"/>
                                      </p:to>
                                    </p:set>
                                  </p:childTnLst>
                                </p:cTn>
                              </p:par>
                              <p:par>
                                <p:cTn id="50" presetID="10" presetClass="exit" presetSubtype="0" fill="hold" grpId="0" nodeType="withEffect">
                                  <p:stCondLst>
                                    <p:cond delay="0"/>
                                  </p:stCondLst>
                                  <p:childTnLst>
                                    <p:animEffect transition="out" filter="fade">
                                      <p:cBhvr>
                                        <p:cTn id="51" dur="500"/>
                                        <p:tgtEl>
                                          <p:spTgt spid="16">
                                            <p:txEl>
                                              <p:pRg st="1" end="1"/>
                                            </p:txEl>
                                          </p:spTgt>
                                        </p:tgtEl>
                                      </p:cBhvr>
                                    </p:animEffect>
                                    <p:set>
                                      <p:cBhvr>
                                        <p:cTn id="52" dur="1" fill="hold">
                                          <p:stCondLst>
                                            <p:cond delay="499"/>
                                          </p:stCondLst>
                                        </p:cTn>
                                        <p:tgtEl>
                                          <p:spTgt spid="16">
                                            <p:txEl>
                                              <p:pRg st="1" end="1"/>
                                            </p:txEl>
                                          </p:spTgt>
                                        </p:tgtEl>
                                        <p:attrNameLst>
                                          <p:attrName>style.visibility</p:attrName>
                                        </p:attrNameLst>
                                      </p:cBhvr>
                                      <p:to>
                                        <p:strVal val="hidden"/>
                                      </p:to>
                                    </p:set>
                                  </p:childTnLst>
                                </p:cTn>
                              </p:par>
                              <p:par>
                                <p:cTn id="53" presetID="10" presetClass="exit" presetSubtype="0" fill="hold" grpId="0" nodeType="withEffect">
                                  <p:stCondLst>
                                    <p:cond delay="0"/>
                                  </p:stCondLst>
                                  <p:childTnLst>
                                    <p:animEffect transition="out" filter="fade">
                                      <p:cBhvr>
                                        <p:cTn id="54" dur="500"/>
                                        <p:tgtEl>
                                          <p:spTgt spid="16">
                                            <p:txEl>
                                              <p:pRg st="2" end="2"/>
                                            </p:txEl>
                                          </p:spTgt>
                                        </p:tgtEl>
                                      </p:cBhvr>
                                    </p:animEffect>
                                    <p:set>
                                      <p:cBhvr>
                                        <p:cTn id="55" dur="1" fill="hold">
                                          <p:stCondLst>
                                            <p:cond delay="499"/>
                                          </p:stCondLst>
                                        </p:cTn>
                                        <p:tgtEl>
                                          <p:spTgt spid="16">
                                            <p:txEl>
                                              <p:pRg st="2" end="2"/>
                                            </p:txEl>
                                          </p:spTgt>
                                        </p:tgtEl>
                                        <p:attrNameLst>
                                          <p:attrName>style.visibility</p:attrName>
                                        </p:attrNameLst>
                                      </p:cBhvr>
                                      <p:to>
                                        <p:strVal val="hidden"/>
                                      </p:to>
                                    </p:set>
                                  </p:childTnLst>
                                </p:cTn>
                              </p:par>
                              <p:par>
                                <p:cTn id="56" presetID="10" presetClass="exit" presetSubtype="0" fill="hold" grpId="0" nodeType="withEffect">
                                  <p:stCondLst>
                                    <p:cond delay="0"/>
                                  </p:stCondLst>
                                  <p:childTnLst>
                                    <p:animEffect transition="out" filter="fade">
                                      <p:cBhvr>
                                        <p:cTn id="57" dur="500"/>
                                        <p:tgtEl>
                                          <p:spTgt spid="16">
                                            <p:bg/>
                                          </p:spTgt>
                                        </p:tgtEl>
                                      </p:cBhvr>
                                    </p:animEffect>
                                    <p:set>
                                      <p:cBhvr>
                                        <p:cTn id="58" dur="1" fill="hold">
                                          <p:stCondLst>
                                            <p:cond delay="499"/>
                                          </p:stCondLst>
                                        </p:cTn>
                                        <p:tgtEl>
                                          <p:spTgt spid="16">
                                            <p:bg/>
                                          </p:spTgt>
                                        </p:tgtEl>
                                        <p:attrNameLst>
                                          <p:attrName>style.visibility</p:attrName>
                                        </p:attrNameLst>
                                      </p:cBhvr>
                                      <p:to>
                                        <p:strVal val="hidden"/>
                                      </p:to>
                                    </p:set>
                                  </p:childTnLst>
                                </p:cTn>
                              </p:par>
                            </p:childTnLst>
                          </p:cTn>
                        </p:par>
                        <p:par>
                          <p:cTn id="59" fill="hold">
                            <p:stCondLst>
                              <p:cond delay="500"/>
                            </p:stCondLst>
                            <p:childTnLst>
                              <p:par>
                                <p:cTn id="60" presetID="42" presetClass="path" presetSubtype="0" accel="20000" decel="75000" fill="hold" nodeType="afterEffect">
                                  <p:stCondLst>
                                    <p:cond delay="0"/>
                                  </p:stCondLst>
                                  <p:childTnLst>
                                    <p:animMotion origin="layout" path="M -1.45833E-6 3.33333E-6 L -0.39857 -0.25949 " pathEditMode="relative" rAng="0" ptsTypes="AA">
                                      <p:cBhvr>
                                        <p:cTn id="61" dur="2000" fill="hold"/>
                                        <p:tgtEl>
                                          <p:spTgt spid="18"/>
                                        </p:tgtEl>
                                        <p:attrNameLst>
                                          <p:attrName>ppt_x</p:attrName>
                                          <p:attrName>ppt_y</p:attrName>
                                        </p:attrNameLst>
                                      </p:cBhvr>
                                      <p:rCtr x="-19935" y="-12986"/>
                                    </p:animMotion>
                                  </p:childTnLst>
                                </p:cTn>
                              </p:par>
                            </p:childTnLst>
                          </p:cTn>
                        </p:par>
                        <p:par>
                          <p:cTn id="62" fill="hold">
                            <p:stCondLst>
                              <p:cond delay="2500"/>
                            </p:stCondLst>
                            <p:childTnLst>
                              <p:par>
                                <p:cTn id="63" presetID="10" presetClass="entr" presetSubtype="0" fill="hold" grpId="1" nodeType="afterEffect">
                                  <p:stCondLst>
                                    <p:cond delay="0"/>
                                  </p:stCondLst>
                                  <p:childTnLst>
                                    <p:set>
                                      <p:cBhvr>
                                        <p:cTn id="64" dur="1" fill="hold">
                                          <p:stCondLst>
                                            <p:cond delay="0"/>
                                          </p:stCondLst>
                                        </p:cTn>
                                        <p:tgtEl>
                                          <p:spTgt spid="4">
                                            <p:txEl>
                                              <p:pRg st="0" end="0"/>
                                            </p:txEl>
                                          </p:spTgt>
                                        </p:tgtEl>
                                        <p:attrNameLst>
                                          <p:attrName>style.visibility</p:attrName>
                                        </p:attrNameLst>
                                      </p:cBhvr>
                                      <p:to>
                                        <p:strVal val="visible"/>
                                      </p:to>
                                    </p:set>
                                    <p:animEffect transition="in" filter="fade">
                                      <p:cBhvr>
                                        <p:cTn id="65" dur="500"/>
                                        <p:tgtEl>
                                          <p:spTgt spid="4">
                                            <p:txEl>
                                              <p:pRg st="0" end="0"/>
                                            </p:txEl>
                                          </p:spTgt>
                                        </p:tgtEl>
                                      </p:cBhvr>
                                    </p:animEffect>
                                  </p:childTnLst>
                                </p:cTn>
                              </p:par>
                              <p:par>
                                <p:cTn id="66" presetID="10" presetClass="entr" presetSubtype="0" fill="hold" grpId="1" nodeType="withEffect">
                                  <p:stCondLst>
                                    <p:cond delay="0"/>
                                  </p:stCondLst>
                                  <p:childTnLst>
                                    <p:set>
                                      <p:cBhvr>
                                        <p:cTn id="67" dur="1" fill="hold">
                                          <p:stCondLst>
                                            <p:cond delay="0"/>
                                          </p:stCondLst>
                                        </p:cTn>
                                        <p:tgtEl>
                                          <p:spTgt spid="4">
                                            <p:txEl>
                                              <p:pRg st="1" end="1"/>
                                            </p:txEl>
                                          </p:spTgt>
                                        </p:tgtEl>
                                        <p:attrNameLst>
                                          <p:attrName>style.visibility</p:attrName>
                                        </p:attrNameLst>
                                      </p:cBhvr>
                                      <p:to>
                                        <p:strVal val="visible"/>
                                      </p:to>
                                    </p:set>
                                    <p:animEffect transition="in" filter="fade">
                                      <p:cBhvr>
                                        <p:cTn id="68" dur="500"/>
                                        <p:tgtEl>
                                          <p:spTgt spid="4">
                                            <p:txEl>
                                              <p:pRg st="1" end="1"/>
                                            </p:txEl>
                                          </p:spTgt>
                                        </p:tgtEl>
                                      </p:cBhvr>
                                    </p:animEffect>
                                  </p:childTnLst>
                                </p:cTn>
                              </p:par>
                              <p:par>
                                <p:cTn id="69" presetID="10" presetClass="entr" presetSubtype="0" fill="hold" grpId="1" nodeType="withEffect">
                                  <p:stCondLst>
                                    <p:cond delay="0"/>
                                  </p:stCondLst>
                                  <p:childTnLst>
                                    <p:set>
                                      <p:cBhvr>
                                        <p:cTn id="70" dur="1" fill="hold">
                                          <p:stCondLst>
                                            <p:cond delay="0"/>
                                          </p:stCondLst>
                                        </p:cTn>
                                        <p:tgtEl>
                                          <p:spTgt spid="4">
                                            <p:txEl>
                                              <p:pRg st="2" end="2"/>
                                            </p:txEl>
                                          </p:spTgt>
                                        </p:tgtEl>
                                        <p:attrNameLst>
                                          <p:attrName>style.visibility</p:attrName>
                                        </p:attrNameLst>
                                      </p:cBhvr>
                                      <p:to>
                                        <p:strVal val="visible"/>
                                      </p:to>
                                    </p:set>
                                    <p:animEffect transition="in" filter="fade">
                                      <p:cBhvr>
                                        <p:cTn id="71" dur="500"/>
                                        <p:tgtEl>
                                          <p:spTgt spid="4">
                                            <p:txEl>
                                              <p:pRg st="2" end="2"/>
                                            </p:txEl>
                                          </p:spTgt>
                                        </p:tgtEl>
                                      </p:cBhvr>
                                    </p:animEffect>
                                  </p:childTnLst>
                                </p:cTn>
                              </p:par>
                            </p:childTnLst>
                          </p:cTn>
                        </p:par>
                        <p:par>
                          <p:cTn id="72" fill="hold">
                            <p:stCondLst>
                              <p:cond delay="3000"/>
                            </p:stCondLst>
                            <p:childTnLst>
                              <p:par>
                                <p:cTn id="73" presetID="1" presetClass="exit" presetSubtype="0" fill="hold" nodeType="afterEffect">
                                  <p:stCondLst>
                                    <p:cond delay="0"/>
                                  </p:stCondLst>
                                  <p:childTnLst>
                                    <p:set>
                                      <p:cBhvr>
                                        <p:cTn id="74" dur="1" fill="hold">
                                          <p:stCondLst>
                                            <p:cond delay="0"/>
                                          </p:stCondLst>
                                        </p:cTn>
                                        <p:tgtEl>
                                          <p:spTgt spid="18"/>
                                        </p:tgtEl>
                                        <p:attrNameLst>
                                          <p:attrName>style.visibility</p:attrName>
                                        </p:attrNameLst>
                                      </p:cBhvr>
                                      <p:to>
                                        <p:strVal val="hidden"/>
                                      </p:to>
                                    </p:set>
                                  </p:childTnLst>
                                </p:cTn>
                              </p:par>
                              <p:par>
                                <p:cTn id="75" presetID="19" presetClass="emph" presetSubtype="0" fill="hold" nodeType="withEffect">
                                  <p:stCondLst>
                                    <p:cond delay="0"/>
                                  </p:stCondLst>
                                  <p:childTnLst>
                                    <p:animClr clrSpc="rgb" dir="cw">
                                      <p:cBhvr override="childStyle">
                                        <p:cTn id="76" dur="500" fill="hold"/>
                                        <p:tgtEl>
                                          <p:spTgt spid="4">
                                            <p:txEl>
                                              <p:pRg st="0" end="0"/>
                                            </p:txEl>
                                          </p:spTgt>
                                        </p:tgtEl>
                                        <p:attrNameLst>
                                          <p:attrName>style.color</p:attrName>
                                        </p:attrNameLst>
                                      </p:cBhvr>
                                      <p:to>
                                        <a:schemeClr val="accent2"/>
                                      </p:to>
                                    </p:animClr>
                                    <p:animClr clrSpc="rgb" dir="cw">
                                      <p:cBhvr>
                                        <p:cTn id="77" dur="500" fill="hold"/>
                                        <p:tgtEl>
                                          <p:spTgt spid="4">
                                            <p:txEl>
                                              <p:pRg st="0" end="0"/>
                                            </p:txEl>
                                          </p:spTgt>
                                        </p:tgtEl>
                                        <p:attrNameLst>
                                          <p:attrName>fillcolor</p:attrName>
                                        </p:attrNameLst>
                                      </p:cBhvr>
                                      <p:to>
                                        <a:schemeClr val="accent2"/>
                                      </p:to>
                                    </p:animClr>
                                    <p:set>
                                      <p:cBhvr>
                                        <p:cTn id="78" dur="500" fill="hold"/>
                                        <p:tgtEl>
                                          <p:spTgt spid="4">
                                            <p:txEl>
                                              <p:pRg st="0" end="0"/>
                                            </p:txEl>
                                          </p:spTgt>
                                        </p:tgtEl>
                                        <p:attrNameLst>
                                          <p:attrName>fill.type</p:attrName>
                                        </p:attrNameLst>
                                      </p:cBhvr>
                                      <p:to>
                                        <p:strVal val="solid"/>
                                      </p:to>
                                    </p:set>
                                    <p:set>
                                      <p:cBhvr>
                                        <p:cTn id="79" dur="500" fill="hold"/>
                                        <p:tgtEl>
                                          <p:spTgt spid="4">
                                            <p:txEl>
                                              <p:pRg st="0" end="0"/>
                                            </p:txEl>
                                          </p:spTgt>
                                        </p:tgtEl>
                                        <p:attrNameLst>
                                          <p:attrName>fill.on</p:attrName>
                                        </p:attrNameLst>
                                      </p:cBhvr>
                                      <p:to>
                                        <p:strVal val="true"/>
                                      </p:to>
                                    </p:set>
                                  </p:childTnLst>
                                </p:cTn>
                              </p:par>
                              <p:par>
                                <p:cTn id="80" presetID="22" presetClass="entr" presetSubtype="8" fill="hold" nodeType="withEffect">
                                  <p:stCondLst>
                                    <p:cond delay="0"/>
                                  </p:stCondLst>
                                  <p:childTnLst>
                                    <p:set>
                                      <p:cBhvr>
                                        <p:cTn id="81" dur="1" fill="hold">
                                          <p:stCondLst>
                                            <p:cond delay="0"/>
                                          </p:stCondLst>
                                        </p:cTn>
                                        <p:tgtEl>
                                          <p:spTgt spid="2"/>
                                        </p:tgtEl>
                                        <p:attrNameLst>
                                          <p:attrName>style.visibility</p:attrName>
                                        </p:attrNameLst>
                                      </p:cBhvr>
                                      <p:to>
                                        <p:strVal val="visible"/>
                                      </p:to>
                                    </p:set>
                                    <p:animEffect transition="in" filter="wipe(left)">
                                      <p:cBhvr>
                                        <p:cTn id="82" dur="2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allAtOnce" animBg="1"/>
      <p:bldP spid="4" grpId="0" uiExpand="1" build="allAtOnce"/>
      <p:bldP spid="4" grpId="1" uiExpand="1" build="allAtOnce"/>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C08CA-F15B-4FB7-9761-F6EBB88F48FF}"/>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1353A151-D3BF-5598-8C13-D8ED000AD618}"/>
              </a:ext>
            </a:extLst>
          </p:cNvPr>
          <p:cNvSpPr/>
          <p:nvPr/>
        </p:nvSpPr>
        <p:spPr>
          <a:xfrm>
            <a:off x="331872" y="585786"/>
            <a:ext cx="2887578"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TextBox 4">
            <a:extLst>
              <a:ext uri="{FF2B5EF4-FFF2-40B4-BE49-F238E27FC236}">
                <a16:creationId xmlns:a16="http://schemas.microsoft.com/office/drawing/2014/main" id="{DB1A1787-4F3B-4026-9478-2D29155C7AD4}"/>
              </a:ext>
            </a:extLst>
          </p:cNvPr>
          <p:cNvSpPr txBox="1"/>
          <p:nvPr/>
        </p:nvSpPr>
        <p:spPr>
          <a:xfrm>
            <a:off x="440111" y="376344"/>
            <a:ext cx="1588897" cy="2550378"/>
          </a:xfrm>
          <a:prstGeom prst="rect">
            <a:avLst/>
          </a:prstGeom>
          <a:noFill/>
        </p:spPr>
        <p:txBody>
          <a:bodyPr wrap="none" rtlCol="0">
            <a:spAutoFit/>
          </a:bodyPr>
          <a:lstStyle/>
          <a:p>
            <a:pPr>
              <a:lnSpc>
                <a:spcPct val="200000"/>
              </a:lnSpc>
            </a:pPr>
            <a:r>
              <a:rPr lang="en-CA" sz="2800" dirty="0">
                <a:latin typeface="Kumbh Sans" pitchFamily="2" charset="0"/>
                <a:cs typeface="Kumbh Sans" pitchFamily="2" charset="0"/>
              </a:rPr>
              <a:t>Adestria</a:t>
            </a:r>
            <a:endParaRPr lang="en-CA" sz="2800" dirty="0">
              <a:solidFill>
                <a:schemeClr val="tx1">
                  <a:lumMod val="25000"/>
                  <a:lumOff val="75000"/>
                </a:schemeClr>
              </a:solidFill>
              <a:latin typeface="Kumbh Sans" pitchFamily="2" charset="0"/>
              <a:cs typeface="Kumbh Sans" pitchFamily="2" charset="0"/>
            </a:endParaRPr>
          </a:p>
          <a:p>
            <a:pPr>
              <a:lnSpc>
                <a:spcPct val="200000"/>
              </a:lnSpc>
            </a:pPr>
            <a:r>
              <a:rPr lang="en-CA" sz="2800" dirty="0">
                <a:solidFill>
                  <a:schemeClr val="tx1">
                    <a:lumMod val="25000"/>
                    <a:lumOff val="75000"/>
                  </a:schemeClr>
                </a:solidFill>
                <a:latin typeface="Kumbh Sans" pitchFamily="2" charset="0"/>
                <a:cs typeface="Kumbh Sans" pitchFamily="2" charset="0"/>
              </a:rPr>
              <a:t>Project</a:t>
            </a:r>
          </a:p>
          <a:p>
            <a:pPr>
              <a:lnSpc>
                <a:spcPct val="200000"/>
              </a:lnSpc>
            </a:pPr>
            <a:r>
              <a:rPr lang="en-CA" sz="2800" dirty="0">
                <a:solidFill>
                  <a:schemeClr val="tx1">
                    <a:lumMod val="25000"/>
                    <a:lumOff val="75000"/>
                  </a:schemeClr>
                </a:solidFill>
                <a:latin typeface="Kumbh Sans" pitchFamily="2" charset="0"/>
                <a:cs typeface="Kumbh Sans" pitchFamily="2" charset="0"/>
              </a:rPr>
              <a:t>Q &amp; A</a:t>
            </a:r>
            <a:endParaRPr lang="en-CA" sz="2800" dirty="0">
              <a:latin typeface="Kumbh Sans" pitchFamily="2" charset="0"/>
              <a:cs typeface="Kumbh Sans" pitchFamily="2" charset="0"/>
            </a:endParaRPr>
          </a:p>
        </p:txBody>
      </p:sp>
      <p:sp>
        <p:nvSpPr>
          <p:cNvPr id="9" name="Rectangle: Rounded Corners 8">
            <a:extLst>
              <a:ext uri="{FF2B5EF4-FFF2-40B4-BE49-F238E27FC236}">
                <a16:creationId xmlns:a16="http://schemas.microsoft.com/office/drawing/2014/main" id="{574F826F-7902-4E9C-ECB9-9D31F725526B}"/>
              </a:ext>
            </a:extLst>
          </p:cNvPr>
          <p:cNvSpPr/>
          <p:nvPr/>
        </p:nvSpPr>
        <p:spPr>
          <a:xfrm>
            <a:off x="3003634" y="585786"/>
            <a:ext cx="8559716" cy="5686427"/>
          </a:xfrm>
          <a:prstGeom prst="roundRect">
            <a:avLst>
              <a:gd name="adj" fmla="val 2513"/>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grpSp>
        <p:nvGrpSpPr>
          <p:cNvPr id="14" name="Group 13">
            <a:extLst>
              <a:ext uri="{FF2B5EF4-FFF2-40B4-BE49-F238E27FC236}">
                <a16:creationId xmlns:a16="http://schemas.microsoft.com/office/drawing/2014/main" id="{8A8268A5-D4AB-506C-B03C-108E6F28747B}"/>
              </a:ext>
            </a:extLst>
          </p:cNvPr>
          <p:cNvGrpSpPr/>
          <p:nvPr/>
        </p:nvGrpSpPr>
        <p:grpSpPr>
          <a:xfrm>
            <a:off x="2703597" y="1300163"/>
            <a:ext cx="300037" cy="300038"/>
            <a:chOff x="1234559" y="4745831"/>
            <a:chExt cx="300037" cy="300038"/>
          </a:xfrm>
        </p:grpSpPr>
        <p:sp>
          <p:nvSpPr>
            <p:cNvPr id="13" name="Rectangle 12">
              <a:extLst>
                <a:ext uri="{FF2B5EF4-FFF2-40B4-BE49-F238E27FC236}">
                  <a16:creationId xmlns:a16="http://schemas.microsoft.com/office/drawing/2014/main" id="{12E49B19-956E-922D-815D-8303E8A1343F}"/>
                </a:ext>
              </a:extLst>
            </p:cNvPr>
            <p:cNvSpPr/>
            <p:nvPr/>
          </p:nvSpPr>
          <p:spPr>
            <a:xfrm>
              <a:off x="1234559" y="4745832"/>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2" name="Oval 11">
              <a:extLst>
                <a:ext uri="{FF2B5EF4-FFF2-40B4-BE49-F238E27FC236}">
                  <a16:creationId xmlns:a16="http://schemas.microsoft.com/office/drawing/2014/main" id="{D51500F2-78D7-CFFA-80E0-405242AA7A53}"/>
                </a:ext>
              </a:extLst>
            </p:cNvPr>
            <p:cNvSpPr/>
            <p:nvPr/>
          </p:nvSpPr>
          <p:spPr>
            <a:xfrm>
              <a:off x="1234559" y="4745831"/>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18" name="TextBox 17">
            <a:extLst>
              <a:ext uri="{FF2B5EF4-FFF2-40B4-BE49-F238E27FC236}">
                <a16:creationId xmlns:a16="http://schemas.microsoft.com/office/drawing/2014/main" id="{C6B1A604-7C77-14AF-238D-D7A8CCEFB2B3}"/>
              </a:ext>
            </a:extLst>
          </p:cNvPr>
          <p:cNvSpPr txBox="1"/>
          <p:nvPr/>
        </p:nvSpPr>
        <p:spPr>
          <a:xfrm>
            <a:off x="5338003" y="3199884"/>
            <a:ext cx="1351652" cy="923330"/>
          </a:xfrm>
          <a:prstGeom prst="rect">
            <a:avLst/>
          </a:prstGeom>
          <a:noFill/>
        </p:spPr>
        <p:txBody>
          <a:bodyPr wrap="none" rtlCol="0">
            <a:spAutoFit/>
          </a:bodyPr>
          <a:lstStyle/>
          <a:p>
            <a:pPr algn="r"/>
            <a:r>
              <a:rPr lang="en-CA" dirty="0">
                <a:latin typeface="Kumbh Sans" pitchFamily="2" charset="0"/>
                <a:cs typeface="Kumbh Sans" pitchFamily="2" charset="0"/>
              </a:rPr>
              <a:t>Create</a:t>
            </a:r>
          </a:p>
          <a:p>
            <a:pPr algn="r"/>
            <a:r>
              <a:rPr lang="en-CA" dirty="0">
                <a:latin typeface="Kumbh Sans" pitchFamily="2" charset="0"/>
                <a:cs typeface="Kumbh Sans" pitchFamily="2" charset="0"/>
              </a:rPr>
              <a:t>Develop</a:t>
            </a:r>
          </a:p>
          <a:p>
            <a:pPr algn="r"/>
            <a:r>
              <a:rPr lang="en-CA" dirty="0">
                <a:latin typeface="Kumbh Sans" pitchFamily="2" charset="0"/>
                <a:cs typeface="Kumbh Sans" pitchFamily="2" charset="0"/>
              </a:rPr>
              <a:t>Implement</a:t>
            </a:r>
          </a:p>
        </p:txBody>
      </p:sp>
      <p:sp>
        <p:nvSpPr>
          <p:cNvPr id="19" name="TextBox 18">
            <a:extLst>
              <a:ext uri="{FF2B5EF4-FFF2-40B4-BE49-F238E27FC236}">
                <a16:creationId xmlns:a16="http://schemas.microsoft.com/office/drawing/2014/main" id="{4A0CC54C-E406-43A5-B3FC-71C942466F46}"/>
              </a:ext>
            </a:extLst>
          </p:cNvPr>
          <p:cNvSpPr txBox="1"/>
          <p:nvPr/>
        </p:nvSpPr>
        <p:spPr>
          <a:xfrm>
            <a:off x="6564238" y="3199884"/>
            <a:ext cx="2041393" cy="369332"/>
          </a:xfrm>
          <a:prstGeom prst="rect">
            <a:avLst/>
          </a:prstGeom>
          <a:noFill/>
        </p:spPr>
        <p:txBody>
          <a:bodyPr wrap="none" rtlCol="0">
            <a:spAutoFit/>
          </a:bodyPr>
          <a:lstStyle/>
          <a:p>
            <a:r>
              <a:rPr lang="en-CA" dirty="0"/>
              <a:t>solutions to issues</a:t>
            </a:r>
          </a:p>
        </p:txBody>
      </p:sp>
      <p:sp>
        <p:nvSpPr>
          <p:cNvPr id="20" name="TextBox 19">
            <a:extLst>
              <a:ext uri="{FF2B5EF4-FFF2-40B4-BE49-F238E27FC236}">
                <a16:creationId xmlns:a16="http://schemas.microsoft.com/office/drawing/2014/main" id="{CCFAD389-EE71-B68B-7904-B518B60423D2}"/>
              </a:ext>
            </a:extLst>
          </p:cNvPr>
          <p:cNvSpPr txBox="1"/>
          <p:nvPr/>
        </p:nvSpPr>
        <p:spPr>
          <a:xfrm>
            <a:off x="5766249" y="3198336"/>
            <a:ext cx="995785" cy="369332"/>
          </a:xfrm>
          <a:prstGeom prst="rect">
            <a:avLst/>
          </a:prstGeom>
          <a:noFill/>
        </p:spPr>
        <p:txBody>
          <a:bodyPr wrap="none" rtlCol="0">
            <a:spAutoFit/>
          </a:bodyPr>
          <a:lstStyle/>
          <a:p>
            <a:r>
              <a:rPr lang="en-CA" dirty="0">
                <a:latin typeface="Kumbh Sans" pitchFamily="2" charset="0"/>
                <a:cs typeface="Kumbh Sans" pitchFamily="2" charset="0"/>
              </a:rPr>
              <a:t>Expand</a:t>
            </a:r>
          </a:p>
        </p:txBody>
      </p:sp>
      <p:sp>
        <p:nvSpPr>
          <p:cNvPr id="21" name="TextBox 20">
            <a:extLst>
              <a:ext uri="{FF2B5EF4-FFF2-40B4-BE49-F238E27FC236}">
                <a16:creationId xmlns:a16="http://schemas.microsoft.com/office/drawing/2014/main" id="{AD65F9A4-3D9F-CADB-4D37-DD80B4615F45}"/>
              </a:ext>
            </a:extLst>
          </p:cNvPr>
          <p:cNvSpPr txBox="1"/>
          <p:nvPr/>
        </p:nvSpPr>
        <p:spPr>
          <a:xfrm>
            <a:off x="6689655" y="3198336"/>
            <a:ext cx="1111202" cy="369332"/>
          </a:xfrm>
          <a:prstGeom prst="rect">
            <a:avLst/>
          </a:prstGeom>
          <a:noFill/>
        </p:spPr>
        <p:txBody>
          <a:bodyPr wrap="none" rtlCol="0">
            <a:spAutoFit/>
          </a:bodyPr>
          <a:lstStyle/>
          <a:p>
            <a:r>
              <a:rPr lang="en-CA" dirty="0">
                <a:latin typeface="Kumbh Sans" pitchFamily="2" charset="0"/>
                <a:cs typeface="Kumbh Sans" pitchFamily="2" charset="0"/>
              </a:rPr>
              <a:t>Enhance</a:t>
            </a:r>
          </a:p>
        </p:txBody>
      </p:sp>
      <p:sp>
        <p:nvSpPr>
          <p:cNvPr id="22" name="TextBox 21">
            <a:extLst>
              <a:ext uri="{FF2B5EF4-FFF2-40B4-BE49-F238E27FC236}">
                <a16:creationId xmlns:a16="http://schemas.microsoft.com/office/drawing/2014/main" id="{12F11FF0-1BF1-6CC5-4631-D4121454A724}"/>
              </a:ext>
            </a:extLst>
          </p:cNvPr>
          <p:cNvSpPr txBox="1"/>
          <p:nvPr/>
        </p:nvSpPr>
        <p:spPr>
          <a:xfrm>
            <a:off x="7747714" y="3198336"/>
            <a:ext cx="1343638" cy="369332"/>
          </a:xfrm>
          <a:prstGeom prst="rect">
            <a:avLst/>
          </a:prstGeom>
          <a:noFill/>
        </p:spPr>
        <p:txBody>
          <a:bodyPr wrap="none" rtlCol="0">
            <a:spAutoFit/>
          </a:bodyPr>
          <a:lstStyle/>
          <a:p>
            <a:r>
              <a:rPr lang="en-CA" dirty="0">
                <a:latin typeface="Kumbh Sans" pitchFamily="2" charset="0"/>
                <a:cs typeface="Kumbh Sans" pitchFamily="2" charset="0"/>
              </a:rPr>
              <a:t>Streamline</a:t>
            </a:r>
          </a:p>
        </p:txBody>
      </p:sp>
      <p:sp>
        <p:nvSpPr>
          <p:cNvPr id="23" name="TextBox 22">
            <a:extLst>
              <a:ext uri="{FF2B5EF4-FFF2-40B4-BE49-F238E27FC236}">
                <a16:creationId xmlns:a16="http://schemas.microsoft.com/office/drawing/2014/main" id="{407BEB45-41C6-4289-92A8-7E218F7F8701}"/>
              </a:ext>
            </a:extLst>
          </p:cNvPr>
          <p:cNvSpPr txBox="1"/>
          <p:nvPr/>
        </p:nvSpPr>
        <p:spPr>
          <a:xfrm>
            <a:off x="6598246" y="3198336"/>
            <a:ext cx="248786" cy="369332"/>
          </a:xfrm>
          <a:prstGeom prst="rect">
            <a:avLst/>
          </a:prstGeom>
          <a:noFill/>
        </p:spPr>
        <p:txBody>
          <a:bodyPr wrap="none" rtlCol="0">
            <a:spAutoFit/>
          </a:bodyPr>
          <a:lstStyle/>
          <a:p>
            <a:r>
              <a:rPr lang="en-CA" b="1" dirty="0">
                <a:latin typeface="Kumbh Sans" pitchFamily="2" charset="0"/>
                <a:cs typeface="Kumbh Sans" pitchFamily="2" charset="0"/>
              </a:rPr>
              <a:t>•</a:t>
            </a:r>
          </a:p>
        </p:txBody>
      </p:sp>
      <p:sp>
        <p:nvSpPr>
          <p:cNvPr id="24" name="TextBox 23">
            <a:extLst>
              <a:ext uri="{FF2B5EF4-FFF2-40B4-BE49-F238E27FC236}">
                <a16:creationId xmlns:a16="http://schemas.microsoft.com/office/drawing/2014/main" id="{943D9693-4F65-1A39-4384-D3D500B08D4A}"/>
              </a:ext>
            </a:extLst>
          </p:cNvPr>
          <p:cNvSpPr txBox="1"/>
          <p:nvPr/>
        </p:nvSpPr>
        <p:spPr>
          <a:xfrm>
            <a:off x="7645021" y="3198336"/>
            <a:ext cx="248786" cy="369332"/>
          </a:xfrm>
          <a:prstGeom prst="rect">
            <a:avLst/>
          </a:prstGeom>
          <a:noFill/>
        </p:spPr>
        <p:txBody>
          <a:bodyPr wrap="none" rtlCol="0">
            <a:spAutoFit/>
          </a:bodyPr>
          <a:lstStyle/>
          <a:p>
            <a:r>
              <a:rPr lang="en-CA" b="1" dirty="0">
                <a:latin typeface="Kumbh Sans" pitchFamily="2" charset="0"/>
                <a:cs typeface="Kumbh Sans" pitchFamily="2" charset="0"/>
              </a:rPr>
              <a:t>•</a:t>
            </a:r>
          </a:p>
        </p:txBody>
      </p:sp>
    </p:spTree>
    <p:extLst>
      <p:ext uri="{BB962C8B-B14F-4D97-AF65-F5344CB8AC3E}">
        <p14:creationId xmlns:p14="http://schemas.microsoft.com/office/powerpoint/2010/main" val="518144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9">
                                            <p:txEl>
                                              <p:pRg st="0" end="0"/>
                                            </p:txEl>
                                          </p:spTgt>
                                        </p:tgtEl>
                                        <p:attrNameLst>
                                          <p:attrName>style.visibility</p:attrName>
                                        </p:attrNameLst>
                                      </p:cBhvr>
                                      <p:to>
                                        <p:strVal val="visible"/>
                                      </p:to>
                                    </p:set>
                                    <p:animEffect transition="in" filter="fade">
                                      <p:cBhvr>
                                        <p:cTn id="10" dur="500"/>
                                        <p:tgtEl>
                                          <p:spTgt spid="19">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18">
                                            <p:txEl>
                                              <p:pRg st="1" end="1"/>
                                            </p:txEl>
                                          </p:spTgt>
                                        </p:tgtEl>
                                        <p:attrNameLst>
                                          <p:attrName>style.visibility</p:attrName>
                                        </p:attrNameLst>
                                      </p:cBhvr>
                                      <p:to>
                                        <p:strVal val="visible"/>
                                      </p:to>
                                    </p:set>
                                    <p:animEffect transition="in" filter="wipe(up)">
                                      <p:cBhvr>
                                        <p:cTn id="15" dur="500"/>
                                        <p:tgtEl>
                                          <p:spTgt spid="18">
                                            <p:txEl>
                                              <p:pRg st="1" end="1"/>
                                            </p:txEl>
                                          </p:spTgt>
                                        </p:tgtEl>
                                      </p:cBhvr>
                                    </p:animEffect>
                                  </p:childTnLst>
                                </p:cTn>
                              </p:par>
                              <p:par>
                                <p:cTn id="16" presetID="42" presetClass="path" presetSubtype="0" accel="50000" decel="50000" fill="hold" nodeType="withEffect">
                                  <p:stCondLst>
                                    <p:cond delay="0"/>
                                  </p:stCondLst>
                                  <p:childTnLst>
                                    <p:animMotion origin="layout" path="M 5E-6 2.96296E-6 L -0.00027 -0.04028 " pathEditMode="relative" rAng="0" ptsTypes="AA">
                                      <p:cBhvr>
                                        <p:cTn id="17" dur="500" fill="hold"/>
                                        <p:tgtEl>
                                          <p:spTgt spid="18">
                                            <p:txEl>
                                              <p:pRg st="0" end="0"/>
                                            </p:txEl>
                                          </p:spTgt>
                                        </p:tgtEl>
                                        <p:attrNameLst>
                                          <p:attrName>ppt_x</p:attrName>
                                          <p:attrName>ppt_y</p:attrName>
                                        </p:attrNameLst>
                                      </p:cBhvr>
                                      <p:rCtr x="-13" y="-2014"/>
                                    </p:animMotion>
                                  </p:childTnLst>
                                </p:cTn>
                              </p:par>
                              <p:par>
                                <p:cTn id="18" presetID="42" presetClass="path" presetSubtype="0" accel="50000" decel="50000" fill="hold" nodeType="withEffect">
                                  <p:stCondLst>
                                    <p:cond delay="0"/>
                                  </p:stCondLst>
                                  <p:childTnLst>
                                    <p:animMotion origin="layout" path="M -0.00157 0.00116 L -0.00118 -0.03981 " pathEditMode="relative" rAng="0" ptsTypes="AA">
                                      <p:cBhvr>
                                        <p:cTn id="19" dur="500" fill="hold"/>
                                        <p:tgtEl>
                                          <p:spTgt spid="18">
                                            <p:txEl>
                                              <p:pRg st="1" end="1"/>
                                            </p:txEl>
                                          </p:spTgt>
                                        </p:tgtEl>
                                        <p:attrNameLst>
                                          <p:attrName>ppt_x</p:attrName>
                                          <p:attrName>ppt_y</p:attrName>
                                        </p:attrNameLst>
                                      </p:cBhvr>
                                      <p:rCtr x="13" y="-2060"/>
                                    </p:animMotion>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18">
                                            <p:txEl>
                                              <p:pRg st="2" end="2"/>
                                            </p:txEl>
                                          </p:spTgt>
                                        </p:tgtEl>
                                        <p:attrNameLst>
                                          <p:attrName>style.visibility</p:attrName>
                                        </p:attrNameLst>
                                      </p:cBhvr>
                                      <p:to>
                                        <p:strVal val="visible"/>
                                      </p:to>
                                    </p:set>
                                    <p:animEffect transition="in" filter="wipe(up)">
                                      <p:cBhvr>
                                        <p:cTn id="24" dur="500"/>
                                        <p:tgtEl>
                                          <p:spTgt spid="18">
                                            <p:txEl>
                                              <p:pRg st="2" end="2"/>
                                            </p:txEl>
                                          </p:spTgt>
                                        </p:tgtEl>
                                      </p:cBhvr>
                                    </p:animEffect>
                                  </p:childTnLst>
                                </p:cTn>
                              </p:par>
                              <p:par>
                                <p:cTn id="25" presetID="42" presetClass="path" presetSubtype="0" accel="50000" decel="50000" fill="hold" nodeType="withEffect">
                                  <p:stCondLst>
                                    <p:cond delay="0"/>
                                  </p:stCondLst>
                                  <p:childTnLst>
                                    <p:animMotion origin="layout" path="M -0.00287 0.00023 L -0.00182 -0.07963 " pathEditMode="relative" rAng="0" ptsTypes="AA">
                                      <p:cBhvr>
                                        <p:cTn id="26" dur="500" fill="hold"/>
                                        <p:tgtEl>
                                          <p:spTgt spid="18">
                                            <p:txEl>
                                              <p:pRg st="2" end="2"/>
                                            </p:txEl>
                                          </p:spTgt>
                                        </p:tgtEl>
                                        <p:attrNameLst>
                                          <p:attrName>ppt_x</p:attrName>
                                          <p:attrName>ppt_y</p:attrName>
                                        </p:attrNameLst>
                                      </p:cBhvr>
                                      <p:rCtr x="52" y="-4005"/>
                                    </p:animMotion>
                                  </p:childTnLst>
                                </p:cTn>
                              </p:par>
                              <p:par>
                                <p:cTn id="27" presetID="42" presetClass="path" presetSubtype="0" accel="50000" decel="50000" fill="hold" nodeType="withEffect">
                                  <p:stCondLst>
                                    <p:cond delay="0"/>
                                  </p:stCondLst>
                                  <p:childTnLst>
                                    <p:animMotion origin="layout" path="M -0.00118 -0.03981 L -0.00118 -0.07986 " pathEditMode="relative" rAng="0" ptsTypes="AA">
                                      <p:cBhvr>
                                        <p:cTn id="28" dur="500" fill="hold"/>
                                        <p:tgtEl>
                                          <p:spTgt spid="18">
                                            <p:txEl>
                                              <p:pRg st="1" end="1"/>
                                            </p:txEl>
                                          </p:spTgt>
                                        </p:tgtEl>
                                        <p:attrNameLst>
                                          <p:attrName>ppt_x</p:attrName>
                                          <p:attrName>ppt_y</p:attrName>
                                        </p:attrNameLst>
                                      </p:cBhvr>
                                      <p:rCtr x="0" y="-2014"/>
                                    </p:animMotion>
                                  </p:childTnLst>
                                </p:cTn>
                              </p:par>
                              <p:par>
                                <p:cTn id="29" presetID="42" presetClass="path" presetSubtype="0" accel="50000" decel="50000" fill="hold" nodeType="withEffect">
                                  <p:stCondLst>
                                    <p:cond delay="0"/>
                                  </p:stCondLst>
                                  <p:childTnLst>
                                    <p:animMotion origin="layout" path="M -0.00027 -0.04028 L -0.00013 -0.07871 " pathEditMode="relative" rAng="0" ptsTypes="AA">
                                      <p:cBhvr>
                                        <p:cTn id="30" dur="500" fill="hold"/>
                                        <p:tgtEl>
                                          <p:spTgt spid="18">
                                            <p:txEl>
                                              <p:pRg st="0" end="0"/>
                                            </p:txEl>
                                          </p:spTgt>
                                        </p:tgtEl>
                                        <p:attrNameLst>
                                          <p:attrName>ppt_x</p:attrName>
                                          <p:attrName>ppt_y</p:attrName>
                                        </p:attrNameLst>
                                      </p:cBhvr>
                                      <p:rCtr x="0" y="-1921"/>
                                    </p:animMotion>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grpId="0" nodeType="clickEffect">
                                  <p:stCondLst>
                                    <p:cond delay="0"/>
                                  </p:stCondLst>
                                  <p:childTnLst>
                                    <p:animEffect transition="out" filter="fade">
                                      <p:cBhvr>
                                        <p:cTn id="34" dur="500"/>
                                        <p:tgtEl>
                                          <p:spTgt spid="18">
                                            <p:txEl>
                                              <p:pRg st="0" end="0"/>
                                            </p:txEl>
                                          </p:spTgt>
                                        </p:tgtEl>
                                      </p:cBhvr>
                                    </p:animEffect>
                                    <p:set>
                                      <p:cBhvr>
                                        <p:cTn id="35" dur="1" fill="hold">
                                          <p:stCondLst>
                                            <p:cond delay="499"/>
                                          </p:stCondLst>
                                        </p:cTn>
                                        <p:tgtEl>
                                          <p:spTgt spid="18">
                                            <p:txEl>
                                              <p:pRg st="0" end="0"/>
                                            </p:txEl>
                                          </p:spTgt>
                                        </p:tgtEl>
                                        <p:attrNameLst>
                                          <p:attrName>style.visibility</p:attrName>
                                        </p:attrNameLst>
                                      </p:cBhvr>
                                      <p:to>
                                        <p:strVal val="hidden"/>
                                      </p:to>
                                    </p:set>
                                  </p:childTnLst>
                                </p:cTn>
                              </p:par>
                              <p:par>
                                <p:cTn id="36" presetID="10" presetClass="exit" presetSubtype="0" fill="hold" grpId="0" nodeType="withEffect">
                                  <p:stCondLst>
                                    <p:cond delay="0"/>
                                  </p:stCondLst>
                                  <p:childTnLst>
                                    <p:animEffect transition="out" filter="fade">
                                      <p:cBhvr>
                                        <p:cTn id="37" dur="500"/>
                                        <p:tgtEl>
                                          <p:spTgt spid="18">
                                            <p:txEl>
                                              <p:pRg st="1" end="1"/>
                                            </p:txEl>
                                          </p:spTgt>
                                        </p:tgtEl>
                                      </p:cBhvr>
                                    </p:animEffect>
                                    <p:set>
                                      <p:cBhvr>
                                        <p:cTn id="38" dur="1" fill="hold">
                                          <p:stCondLst>
                                            <p:cond delay="499"/>
                                          </p:stCondLst>
                                        </p:cTn>
                                        <p:tgtEl>
                                          <p:spTgt spid="18">
                                            <p:txEl>
                                              <p:pRg st="1" end="1"/>
                                            </p:txEl>
                                          </p:spTgt>
                                        </p:tgtEl>
                                        <p:attrNameLst>
                                          <p:attrName>style.visibility</p:attrName>
                                        </p:attrNameLst>
                                      </p:cBhvr>
                                      <p:to>
                                        <p:strVal val="hidden"/>
                                      </p:to>
                                    </p:set>
                                  </p:childTnLst>
                                </p:cTn>
                              </p:par>
                              <p:par>
                                <p:cTn id="39" presetID="10" presetClass="exit" presetSubtype="0" fill="hold" grpId="0" nodeType="withEffect">
                                  <p:stCondLst>
                                    <p:cond delay="0"/>
                                  </p:stCondLst>
                                  <p:childTnLst>
                                    <p:animEffect transition="out" filter="fade">
                                      <p:cBhvr>
                                        <p:cTn id="40" dur="500"/>
                                        <p:tgtEl>
                                          <p:spTgt spid="18">
                                            <p:txEl>
                                              <p:pRg st="2" end="2"/>
                                            </p:txEl>
                                          </p:spTgt>
                                        </p:tgtEl>
                                      </p:cBhvr>
                                    </p:animEffect>
                                    <p:set>
                                      <p:cBhvr>
                                        <p:cTn id="41" dur="1" fill="hold">
                                          <p:stCondLst>
                                            <p:cond delay="499"/>
                                          </p:stCondLst>
                                        </p:cTn>
                                        <p:tgtEl>
                                          <p:spTgt spid="18">
                                            <p:txEl>
                                              <p:pRg st="2" end="2"/>
                                            </p:txEl>
                                          </p:spTgt>
                                        </p:tgtEl>
                                        <p:attrNameLst>
                                          <p:attrName>style.visibility</p:attrName>
                                        </p:attrNameLst>
                                      </p:cBhvr>
                                      <p:to>
                                        <p:strVal val="hidden"/>
                                      </p:to>
                                    </p:set>
                                  </p:childTnLst>
                                </p:cTn>
                              </p:par>
                              <p:par>
                                <p:cTn id="42" presetID="10" presetClass="exit" presetSubtype="0" fill="hold" grpId="0" nodeType="withEffect">
                                  <p:stCondLst>
                                    <p:cond delay="0"/>
                                  </p:stCondLst>
                                  <p:childTnLst>
                                    <p:animEffect transition="out" filter="fade">
                                      <p:cBhvr>
                                        <p:cTn id="43" dur="500"/>
                                        <p:tgtEl>
                                          <p:spTgt spid="19">
                                            <p:txEl>
                                              <p:pRg st="0" end="0"/>
                                            </p:txEl>
                                          </p:spTgt>
                                        </p:tgtEl>
                                      </p:cBhvr>
                                    </p:animEffect>
                                    <p:set>
                                      <p:cBhvr>
                                        <p:cTn id="44" dur="1" fill="hold">
                                          <p:stCondLst>
                                            <p:cond delay="499"/>
                                          </p:stCondLst>
                                        </p:cTn>
                                        <p:tgtEl>
                                          <p:spTgt spid="19">
                                            <p:txEl>
                                              <p:pRg st="0" end="0"/>
                                            </p:txEl>
                                          </p:spTgt>
                                        </p:tgtEl>
                                        <p:attrNameLst>
                                          <p:attrName>style.visibility</p:attrName>
                                        </p:attrNameLst>
                                      </p:cBhvr>
                                      <p:to>
                                        <p:strVal val="hidden"/>
                                      </p:to>
                                    </p:set>
                                  </p:childTnLst>
                                </p:cTn>
                              </p:par>
                              <p:par>
                                <p:cTn id="45" presetID="10"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5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500"/>
                                        <p:tgtEl>
                                          <p:spTgt spid="2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0">
                                            <p:txEl>
                                              <p:pRg st="0" end="0"/>
                                            </p:txEl>
                                          </p:spTgt>
                                        </p:tgtEl>
                                        <p:attrNameLst>
                                          <p:attrName>style.visibility</p:attrName>
                                        </p:attrNameLst>
                                      </p:cBhvr>
                                      <p:to>
                                        <p:strVal val="visible"/>
                                      </p:to>
                                    </p:set>
                                    <p:animEffect transition="in" filter="fade">
                                      <p:cBhvr>
                                        <p:cTn id="55" dur="500"/>
                                        <p:tgtEl>
                                          <p:spTgt spid="20">
                                            <p:txEl>
                                              <p:pRg st="0" end="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1">
                                            <p:txEl>
                                              <p:pRg st="0" end="0"/>
                                            </p:txEl>
                                          </p:spTgt>
                                        </p:tgtEl>
                                        <p:attrNameLst>
                                          <p:attrName>style.visibility</p:attrName>
                                        </p:attrNameLst>
                                      </p:cBhvr>
                                      <p:to>
                                        <p:strVal val="visible"/>
                                      </p:to>
                                    </p:set>
                                    <p:animEffect transition="in" filter="fade">
                                      <p:cBhvr>
                                        <p:cTn id="60" dur="500"/>
                                        <p:tgtEl>
                                          <p:spTgt spid="21">
                                            <p:txEl>
                                              <p:pRg st="0" end="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22">
                                            <p:txEl>
                                              <p:pRg st="0" end="0"/>
                                            </p:txEl>
                                          </p:spTgt>
                                        </p:tgtEl>
                                        <p:attrNameLst>
                                          <p:attrName>style.visibility</p:attrName>
                                        </p:attrNameLst>
                                      </p:cBhvr>
                                      <p:to>
                                        <p:strVal val="visible"/>
                                      </p:to>
                                    </p:set>
                                    <p:animEffect transition="in" filter="fade">
                                      <p:cBhvr>
                                        <p:cTn id="65" dur="500"/>
                                        <p:tgtEl>
                                          <p:spTgt spid="22">
                                            <p:txEl>
                                              <p:pRg st="0" end="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xit" presetSubtype="0" fill="hold" grpId="1" nodeType="clickEffect">
                                  <p:stCondLst>
                                    <p:cond delay="0"/>
                                  </p:stCondLst>
                                  <p:childTnLst>
                                    <p:animEffect transition="out" filter="fade">
                                      <p:cBhvr>
                                        <p:cTn id="69" dur="500"/>
                                        <p:tgtEl>
                                          <p:spTgt spid="18">
                                            <p:txEl>
                                              <p:pRg st="0" end="0"/>
                                            </p:txEl>
                                          </p:spTgt>
                                        </p:tgtEl>
                                      </p:cBhvr>
                                    </p:animEffect>
                                    <p:set>
                                      <p:cBhvr>
                                        <p:cTn id="70" dur="1" fill="hold">
                                          <p:stCondLst>
                                            <p:cond delay="499"/>
                                          </p:stCondLst>
                                        </p:cTn>
                                        <p:tgtEl>
                                          <p:spTgt spid="18">
                                            <p:txEl>
                                              <p:pRg st="0" end="0"/>
                                            </p:txEl>
                                          </p:spTgt>
                                        </p:tgtEl>
                                        <p:attrNameLst>
                                          <p:attrName>style.visibility</p:attrName>
                                        </p:attrNameLst>
                                      </p:cBhvr>
                                      <p:to>
                                        <p:strVal val="hidden"/>
                                      </p:to>
                                    </p:set>
                                  </p:childTnLst>
                                </p:cTn>
                              </p:par>
                              <p:par>
                                <p:cTn id="71" presetID="10" presetClass="exit" presetSubtype="0" fill="hold" grpId="1" nodeType="withEffect">
                                  <p:stCondLst>
                                    <p:cond delay="0"/>
                                  </p:stCondLst>
                                  <p:childTnLst>
                                    <p:animEffect transition="out" filter="fade">
                                      <p:cBhvr>
                                        <p:cTn id="72" dur="500"/>
                                        <p:tgtEl>
                                          <p:spTgt spid="18">
                                            <p:txEl>
                                              <p:pRg st="1" end="1"/>
                                            </p:txEl>
                                          </p:spTgt>
                                        </p:tgtEl>
                                      </p:cBhvr>
                                    </p:animEffect>
                                    <p:set>
                                      <p:cBhvr>
                                        <p:cTn id="73" dur="1" fill="hold">
                                          <p:stCondLst>
                                            <p:cond delay="499"/>
                                          </p:stCondLst>
                                        </p:cTn>
                                        <p:tgtEl>
                                          <p:spTgt spid="18">
                                            <p:txEl>
                                              <p:pRg st="1" end="1"/>
                                            </p:txEl>
                                          </p:spTgt>
                                        </p:tgtEl>
                                        <p:attrNameLst>
                                          <p:attrName>style.visibility</p:attrName>
                                        </p:attrNameLst>
                                      </p:cBhvr>
                                      <p:to>
                                        <p:strVal val="hidden"/>
                                      </p:to>
                                    </p:set>
                                  </p:childTnLst>
                                </p:cTn>
                              </p:par>
                              <p:par>
                                <p:cTn id="74" presetID="10" presetClass="exit" presetSubtype="0" fill="hold" grpId="1" nodeType="withEffect">
                                  <p:stCondLst>
                                    <p:cond delay="0"/>
                                  </p:stCondLst>
                                  <p:childTnLst>
                                    <p:animEffect transition="out" filter="fade">
                                      <p:cBhvr>
                                        <p:cTn id="75" dur="500"/>
                                        <p:tgtEl>
                                          <p:spTgt spid="18">
                                            <p:txEl>
                                              <p:pRg st="2" end="2"/>
                                            </p:txEl>
                                          </p:spTgt>
                                        </p:tgtEl>
                                      </p:cBhvr>
                                    </p:animEffect>
                                    <p:set>
                                      <p:cBhvr>
                                        <p:cTn id="76" dur="1" fill="hold">
                                          <p:stCondLst>
                                            <p:cond delay="499"/>
                                          </p:stCondLst>
                                        </p:cTn>
                                        <p:tgtEl>
                                          <p:spTgt spid="18">
                                            <p:txEl>
                                              <p:pRg st="2" end="2"/>
                                            </p:txEl>
                                          </p:spTgt>
                                        </p:tgtEl>
                                        <p:attrNameLst>
                                          <p:attrName>style.visibility</p:attrName>
                                        </p:attrNameLst>
                                      </p:cBhvr>
                                      <p:to>
                                        <p:strVal val="hidden"/>
                                      </p:to>
                                    </p:set>
                                  </p:childTnLst>
                                </p:cTn>
                              </p:par>
                              <p:par>
                                <p:cTn id="77" presetID="10" presetClass="exit" presetSubtype="0" fill="hold" grpId="1" nodeType="withEffect">
                                  <p:stCondLst>
                                    <p:cond delay="0"/>
                                  </p:stCondLst>
                                  <p:childTnLst>
                                    <p:animEffect transition="out" filter="fade">
                                      <p:cBhvr>
                                        <p:cTn id="78" dur="500"/>
                                        <p:tgtEl>
                                          <p:spTgt spid="19">
                                            <p:txEl>
                                              <p:pRg st="0" end="0"/>
                                            </p:txEl>
                                          </p:spTgt>
                                        </p:tgtEl>
                                      </p:cBhvr>
                                    </p:animEffect>
                                    <p:set>
                                      <p:cBhvr>
                                        <p:cTn id="79" dur="1" fill="hold">
                                          <p:stCondLst>
                                            <p:cond delay="499"/>
                                          </p:stCondLst>
                                        </p:cTn>
                                        <p:tgtEl>
                                          <p:spTgt spid="19">
                                            <p:txEl>
                                              <p:pRg st="0" end="0"/>
                                            </p:txEl>
                                          </p:spTgt>
                                        </p:tgtEl>
                                        <p:attrNameLst>
                                          <p:attrName>style.visibility</p:attrName>
                                        </p:attrNameLst>
                                      </p:cBhvr>
                                      <p:to>
                                        <p:strVal val="hidden"/>
                                      </p:to>
                                    </p:set>
                                  </p:childTnLst>
                                </p:cTn>
                              </p:par>
                              <p:par>
                                <p:cTn id="80" presetID="10" presetClass="exit" presetSubtype="0" fill="hold" grpId="1" nodeType="withEffect">
                                  <p:stCondLst>
                                    <p:cond delay="0"/>
                                  </p:stCondLst>
                                  <p:childTnLst>
                                    <p:animEffect transition="out" filter="fade">
                                      <p:cBhvr>
                                        <p:cTn id="81" dur="500"/>
                                        <p:tgtEl>
                                          <p:spTgt spid="23"/>
                                        </p:tgtEl>
                                      </p:cBhvr>
                                    </p:animEffect>
                                    <p:set>
                                      <p:cBhvr>
                                        <p:cTn id="82" dur="1" fill="hold">
                                          <p:stCondLst>
                                            <p:cond delay="499"/>
                                          </p:stCondLst>
                                        </p:cTn>
                                        <p:tgtEl>
                                          <p:spTgt spid="23"/>
                                        </p:tgtEl>
                                        <p:attrNameLst>
                                          <p:attrName>style.visibility</p:attrName>
                                        </p:attrNameLst>
                                      </p:cBhvr>
                                      <p:to>
                                        <p:strVal val="hidden"/>
                                      </p:to>
                                    </p:set>
                                  </p:childTnLst>
                                </p:cTn>
                              </p:par>
                              <p:par>
                                <p:cTn id="83" presetID="10" presetClass="exit" presetSubtype="0" fill="hold" grpId="1" nodeType="withEffect">
                                  <p:stCondLst>
                                    <p:cond delay="0"/>
                                  </p:stCondLst>
                                  <p:childTnLst>
                                    <p:animEffect transition="out" filter="fade">
                                      <p:cBhvr>
                                        <p:cTn id="84" dur="500"/>
                                        <p:tgtEl>
                                          <p:spTgt spid="24"/>
                                        </p:tgtEl>
                                      </p:cBhvr>
                                    </p:animEffect>
                                    <p:set>
                                      <p:cBhvr>
                                        <p:cTn id="85" dur="1" fill="hold">
                                          <p:stCondLst>
                                            <p:cond delay="499"/>
                                          </p:stCondLst>
                                        </p:cTn>
                                        <p:tgtEl>
                                          <p:spTgt spid="24"/>
                                        </p:tgtEl>
                                        <p:attrNameLst>
                                          <p:attrName>style.visibility</p:attrName>
                                        </p:attrNameLst>
                                      </p:cBhvr>
                                      <p:to>
                                        <p:strVal val="hidden"/>
                                      </p:to>
                                    </p:set>
                                  </p:childTnLst>
                                </p:cTn>
                              </p:par>
                              <p:par>
                                <p:cTn id="86" presetID="10" presetClass="exit" presetSubtype="0" fill="hold" grpId="0" nodeType="withEffect">
                                  <p:stCondLst>
                                    <p:cond delay="0"/>
                                  </p:stCondLst>
                                  <p:childTnLst>
                                    <p:animEffect transition="out" filter="fade">
                                      <p:cBhvr>
                                        <p:cTn id="87" dur="500"/>
                                        <p:tgtEl>
                                          <p:spTgt spid="20">
                                            <p:txEl>
                                              <p:pRg st="0" end="0"/>
                                            </p:txEl>
                                          </p:spTgt>
                                        </p:tgtEl>
                                      </p:cBhvr>
                                    </p:animEffect>
                                    <p:set>
                                      <p:cBhvr>
                                        <p:cTn id="88" dur="1" fill="hold">
                                          <p:stCondLst>
                                            <p:cond delay="499"/>
                                          </p:stCondLst>
                                        </p:cTn>
                                        <p:tgtEl>
                                          <p:spTgt spid="20">
                                            <p:txEl>
                                              <p:pRg st="0" end="0"/>
                                            </p:txEl>
                                          </p:spTgt>
                                        </p:tgtEl>
                                        <p:attrNameLst>
                                          <p:attrName>style.visibility</p:attrName>
                                        </p:attrNameLst>
                                      </p:cBhvr>
                                      <p:to>
                                        <p:strVal val="hidden"/>
                                      </p:to>
                                    </p:set>
                                  </p:childTnLst>
                                </p:cTn>
                              </p:par>
                              <p:par>
                                <p:cTn id="89" presetID="10" presetClass="exit" presetSubtype="0" fill="hold" grpId="0" nodeType="withEffect">
                                  <p:stCondLst>
                                    <p:cond delay="0"/>
                                  </p:stCondLst>
                                  <p:childTnLst>
                                    <p:animEffect transition="out" filter="fade">
                                      <p:cBhvr>
                                        <p:cTn id="90" dur="500"/>
                                        <p:tgtEl>
                                          <p:spTgt spid="21">
                                            <p:txEl>
                                              <p:pRg st="0" end="0"/>
                                            </p:txEl>
                                          </p:spTgt>
                                        </p:tgtEl>
                                      </p:cBhvr>
                                    </p:animEffect>
                                    <p:set>
                                      <p:cBhvr>
                                        <p:cTn id="91" dur="1" fill="hold">
                                          <p:stCondLst>
                                            <p:cond delay="499"/>
                                          </p:stCondLst>
                                        </p:cTn>
                                        <p:tgtEl>
                                          <p:spTgt spid="21">
                                            <p:txEl>
                                              <p:pRg st="0" end="0"/>
                                            </p:txEl>
                                          </p:spTgt>
                                        </p:tgtEl>
                                        <p:attrNameLst>
                                          <p:attrName>style.visibility</p:attrName>
                                        </p:attrNameLst>
                                      </p:cBhvr>
                                      <p:to>
                                        <p:strVal val="hidden"/>
                                      </p:to>
                                    </p:set>
                                  </p:childTnLst>
                                </p:cTn>
                              </p:par>
                              <p:par>
                                <p:cTn id="92" presetID="10" presetClass="exit" presetSubtype="0" fill="hold" grpId="0" nodeType="withEffect">
                                  <p:stCondLst>
                                    <p:cond delay="0"/>
                                  </p:stCondLst>
                                  <p:childTnLst>
                                    <p:animEffect transition="out" filter="fade">
                                      <p:cBhvr>
                                        <p:cTn id="93" dur="500"/>
                                        <p:tgtEl>
                                          <p:spTgt spid="22">
                                            <p:txEl>
                                              <p:pRg st="0" end="0"/>
                                            </p:txEl>
                                          </p:spTgt>
                                        </p:tgtEl>
                                      </p:cBhvr>
                                    </p:animEffect>
                                    <p:set>
                                      <p:cBhvr>
                                        <p:cTn id="94" dur="1" fill="hold">
                                          <p:stCondLst>
                                            <p:cond delay="499"/>
                                          </p:stCondLst>
                                        </p:cTn>
                                        <p:tgtEl>
                                          <p:spTgt spid="22">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allAtOnce"/>
      <p:bldP spid="18" grpId="1" build="allAtOnce"/>
      <p:bldP spid="19" grpId="0" build="allAtOnce"/>
      <p:bldP spid="19" grpId="1" build="allAtOnce"/>
      <p:bldP spid="20" grpId="0" build="allAtOnce"/>
      <p:bldP spid="21" grpId="0" build="allAtOnce"/>
      <p:bldP spid="22" grpId="0" build="allAtOnce"/>
      <p:bldP spid="23" grpId="0"/>
      <p:bldP spid="23" grpId="1"/>
      <p:bldP spid="24" grpId="0"/>
      <p:bldP spid="24"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9EC8D-6450-0145-89D0-7C5E1285B0BA}"/>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01FD20CE-420D-5D93-0EE6-EC9658D1E720}"/>
              </a:ext>
            </a:extLst>
          </p:cNvPr>
          <p:cNvSpPr/>
          <p:nvPr/>
        </p:nvSpPr>
        <p:spPr>
          <a:xfrm>
            <a:off x="331871" y="585786"/>
            <a:ext cx="2878053"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Rounded Corners 8">
            <a:extLst>
              <a:ext uri="{FF2B5EF4-FFF2-40B4-BE49-F238E27FC236}">
                <a16:creationId xmlns:a16="http://schemas.microsoft.com/office/drawing/2014/main" id="{0488ED9F-6438-678E-E4DD-BB6D15FDBB1D}"/>
              </a:ext>
            </a:extLst>
          </p:cNvPr>
          <p:cNvSpPr/>
          <p:nvPr/>
        </p:nvSpPr>
        <p:spPr>
          <a:xfrm>
            <a:off x="3003634" y="585786"/>
            <a:ext cx="8559716" cy="5686427"/>
          </a:xfrm>
          <a:prstGeom prst="roundRect">
            <a:avLst>
              <a:gd name="adj" fmla="val 2513"/>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grpSp>
        <p:nvGrpSpPr>
          <p:cNvPr id="14" name="Group 13">
            <a:extLst>
              <a:ext uri="{FF2B5EF4-FFF2-40B4-BE49-F238E27FC236}">
                <a16:creationId xmlns:a16="http://schemas.microsoft.com/office/drawing/2014/main" id="{09FF16B3-5309-D404-0771-DCF26DB503B5}"/>
              </a:ext>
            </a:extLst>
          </p:cNvPr>
          <p:cNvGrpSpPr/>
          <p:nvPr/>
        </p:nvGrpSpPr>
        <p:grpSpPr>
          <a:xfrm>
            <a:off x="2703597" y="1300163"/>
            <a:ext cx="300037" cy="300038"/>
            <a:chOff x="1234559" y="4745831"/>
            <a:chExt cx="300037" cy="300038"/>
          </a:xfrm>
        </p:grpSpPr>
        <p:sp>
          <p:nvSpPr>
            <p:cNvPr id="13" name="Rectangle 12">
              <a:extLst>
                <a:ext uri="{FF2B5EF4-FFF2-40B4-BE49-F238E27FC236}">
                  <a16:creationId xmlns:a16="http://schemas.microsoft.com/office/drawing/2014/main" id="{BAEDA470-162E-C656-E766-7CC308703082}"/>
                </a:ext>
              </a:extLst>
            </p:cNvPr>
            <p:cNvSpPr/>
            <p:nvPr/>
          </p:nvSpPr>
          <p:spPr>
            <a:xfrm>
              <a:off x="1234559" y="4745832"/>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2" name="Oval 11">
              <a:extLst>
                <a:ext uri="{FF2B5EF4-FFF2-40B4-BE49-F238E27FC236}">
                  <a16:creationId xmlns:a16="http://schemas.microsoft.com/office/drawing/2014/main" id="{57A2785A-DD84-53A8-2218-C532F296C87F}"/>
                </a:ext>
              </a:extLst>
            </p:cNvPr>
            <p:cNvSpPr/>
            <p:nvPr/>
          </p:nvSpPr>
          <p:spPr>
            <a:xfrm>
              <a:off x="1234559" y="4745831"/>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3" name="TextBox 2">
            <a:extLst>
              <a:ext uri="{FF2B5EF4-FFF2-40B4-BE49-F238E27FC236}">
                <a16:creationId xmlns:a16="http://schemas.microsoft.com/office/drawing/2014/main" id="{E708DE89-EBCB-3EDF-87C7-829832B351D2}"/>
              </a:ext>
            </a:extLst>
          </p:cNvPr>
          <p:cNvSpPr txBox="1"/>
          <p:nvPr/>
        </p:nvSpPr>
        <p:spPr>
          <a:xfrm>
            <a:off x="440111" y="376344"/>
            <a:ext cx="1588897" cy="5997476"/>
          </a:xfrm>
          <a:prstGeom prst="rect">
            <a:avLst/>
          </a:prstGeom>
          <a:noFill/>
        </p:spPr>
        <p:txBody>
          <a:bodyPr wrap="none" rtlCol="0">
            <a:spAutoFit/>
          </a:bodyPr>
          <a:lstStyle/>
          <a:p>
            <a:pPr>
              <a:lnSpc>
                <a:spcPct val="200000"/>
              </a:lnSpc>
            </a:pPr>
            <a:r>
              <a:rPr lang="en-CA" sz="2800" dirty="0">
                <a:latin typeface="Kumbh Sans" pitchFamily="2" charset="0"/>
                <a:cs typeface="Kumbh Sans" pitchFamily="2" charset="0"/>
              </a:rPr>
              <a:t>Adestria</a:t>
            </a:r>
          </a:p>
          <a:p>
            <a:pPr>
              <a:lnSpc>
                <a:spcPct val="200000"/>
              </a:lnSpc>
            </a:pPr>
            <a:r>
              <a:rPr lang="en-CA" sz="2800" dirty="0">
                <a:latin typeface="Kumbh Sans" pitchFamily="2" charset="0"/>
                <a:cs typeface="Kumbh Sans" pitchFamily="2" charset="0"/>
              </a:rPr>
              <a:t>    Kayla</a:t>
            </a:r>
          </a:p>
          <a:p>
            <a:pPr>
              <a:lnSpc>
                <a:spcPct val="200000"/>
              </a:lnSpc>
            </a:pPr>
            <a:r>
              <a:rPr lang="en-CA" sz="2800" dirty="0">
                <a:solidFill>
                  <a:schemeClr val="tx1">
                    <a:lumMod val="25000"/>
                    <a:lumOff val="75000"/>
                  </a:schemeClr>
                </a:solidFill>
                <a:latin typeface="Kumbh Sans" pitchFamily="2" charset="0"/>
                <a:cs typeface="Kumbh Sans" pitchFamily="2" charset="0"/>
              </a:rPr>
              <a:t>    Jack</a:t>
            </a:r>
          </a:p>
          <a:p>
            <a:pPr>
              <a:lnSpc>
                <a:spcPct val="200000"/>
              </a:lnSpc>
            </a:pPr>
            <a:r>
              <a:rPr lang="en-CA" sz="2800" dirty="0">
                <a:solidFill>
                  <a:schemeClr val="tx1">
                    <a:lumMod val="25000"/>
                    <a:lumOff val="75000"/>
                  </a:schemeClr>
                </a:solidFill>
                <a:latin typeface="Kumbh Sans" pitchFamily="2" charset="0"/>
                <a:cs typeface="Kumbh Sans" pitchFamily="2" charset="0"/>
              </a:rPr>
              <a:t>    Edin</a:t>
            </a:r>
          </a:p>
          <a:p>
            <a:pPr>
              <a:lnSpc>
                <a:spcPct val="200000"/>
              </a:lnSpc>
            </a:pPr>
            <a:r>
              <a:rPr lang="en-CA" sz="2800" dirty="0">
                <a:solidFill>
                  <a:schemeClr val="tx1">
                    <a:lumMod val="25000"/>
                    <a:lumOff val="75000"/>
                  </a:schemeClr>
                </a:solidFill>
                <a:latin typeface="Kumbh Sans" pitchFamily="2" charset="0"/>
                <a:cs typeface="Kumbh Sans" pitchFamily="2" charset="0"/>
              </a:rPr>
              <a:t>    Jake</a:t>
            </a:r>
          </a:p>
          <a:p>
            <a:pPr>
              <a:lnSpc>
                <a:spcPct val="200000"/>
              </a:lnSpc>
            </a:pPr>
            <a:r>
              <a:rPr lang="en-CA" sz="2800" dirty="0">
                <a:solidFill>
                  <a:schemeClr val="tx1">
                    <a:lumMod val="25000"/>
                    <a:lumOff val="75000"/>
                  </a:schemeClr>
                </a:solidFill>
                <a:latin typeface="Kumbh Sans" pitchFamily="2" charset="0"/>
                <a:cs typeface="Kumbh Sans" pitchFamily="2" charset="0"/>
              </a:rPr>
              <a:t>    Steve</a:t>
            </a:r>
          </a:p>
          <a:p>
            <a:pPr>
              <a:lnSpc>
                <a:spcPct val="200000"/>
              </a:lnSpc>
            </a:pPr>
            <a:r>
              <a:rPr lang="en-CA" sz="2800" dirty="0">
                <a:solidFill>
                  <a:schemeClr val="tx1">
                    <a:lumMod val="25000"/>
                    <a:lumOff val="75000"/>
                  </a:schemeClr>
                </a:solidFill>
                <a:latin typeface="Kumbh Sans" pitchFamily="2" charset="0"/>
                <a:cs typeface="Kumbh Sans" pitchFamily="2" charset="0"/>
              </a:rPr>
              <a:t>Project</a:t>
            </a:r>
          </a:p>
        </p:txBody>
      </p:sp>
      <p:sp>
        <p:nvSpPr>
          <p:cNvPr id="5" name="TextBox 4">
            <a:extLst>
              <a:ext uri="{FF2B5EF4-FFF2-40B4-BE49-F238E27FC236}">
                <a16:creationId xmlns:a16="http://schemas.microsoft.com/office/drawing/2014/main" id="{F8956383-E691-FC76-E924-4B4A864CF854}"/>
              </a:ext>
            </a:extLst>
          </p:cNvPr>
          <p:cNvSpPr txBox="1"/>
          <p:nvPr/>
        </p:nvSpPr>
        <p:spPr>
          <a:xfrm>
            <a:off x="440111" y="376344"/>
            <a:ext cx="1588897" cy="2550378"/>
          </a:xfrm>
          <a:prstGeom prst="rect">
            <a:avLst/>
          </a:prstGeom>
          <a:noFill/>
        </p:spPr>
        <p:txBody>
          <a:bodyPr wrap="none" rtlCol="0">
            <a:spAutoFit/>
          </a:bodyPr>
          <a:lstStyle/>
          <a:p>
            <a:pPr>
              <a:lnSpc>
                <a:spcPct val="200000"/>
              </a:lnSpc>
            </a:pPr>
            <a:r>
              <a:rPr lang="en-CA" sz="2800" dirty="0">
                <a:latin typeface="Kumbh Sans" pitchFamily="2" charset="0"/>
                <a:cs typeface="Kumbh Sans" pitchFamily="2" charset="0"/>
              </a:rPr>
              <a:t>Adestria</a:t>
            </a:r>
            <a:endParaRPr lang="en-CA" sz="2800" dirty="0">
              <a:solidFill>
                <a:schemeClr val="tx1">
                  <a:lumMod val="25000"/>
                  <a:lumOff val="75000"/>
                </a:schemeClr>
              </a:solidFill>
              <a:latin typeface="Kumbh Sans" pitchFamily="2" charset="0"/>
              <a:cs typeface="Kumbh Sans" pitchFamily="2" charset="0"/>
            </a:endParaRPr>
          </a:p>
          <a:p>
            <a:pPr>
              <a:lnSpc>
                <a:spcPct val="200000"/>
              </a:lnSpc>
            </a:pPr>
            <a:r>
              <a:rPr lang="en-CA" sz="2800" dirty="0">
                <a:solidFill>
                  <a:schemeClr val="tx1">
                    <a:lumMod val="25000"/>
                    <a:lumOff val="75000"/>
                  </a:schemeClr>
                </a:solidFill>
                <a:latin typeface="Kumbh Sans" pitchFamily="2" charset="0"/>
                <a:cs typeface="Kumbh Sans" pitchFamily="2" charset="0"/>
              </a:rPr>
              <a:t>Project</a:t>
            </a:r>
          </a:p>
          <a:p>
            <a:pPr>
              <a:lnSpc>
                <a:spcPct val="200000"/>
              </a:lnSpc>
            </a:pPr>
            <a:r>
              <a:rPr lang="en-CA" sz="2800" dirty="0">
                <a:solidFill>
                  <a:schemeClr val="tx1">
                    <a:lumMod val="25000"/>
                    <a:lumOff val="75000"/>
                  </a:schemeClr>
                </a:solidFill>
                <a:latin typeface="Kumbh Sans" pitchFamily="2" charset="0"/>
                <a:cs typeface="Kumbh Sans" pitchFamily="2" charset="0"/>
              </a:rPr>
              <a:t>Q &amp; A</a:t>
            </a:r>
            <a:endParaRPr lang="en-CA" sz="2800" dirty="0">
              <a:latin typeface="Kumbh Sans" pitchFamily="2" charset="0"/>
              <a:cs typeface="Kumbh Sans" pitchFamily="2" charset="0"/>
            </a:endParaRPr>
          </a:p>
        </p:txBody>
      </p:sp>
      <p:grpSp>
        <p:nvGrpSpPr>
          <p:cNvPr id="4" name="Group 3">
            <a:extLst>
              <a:ext uri="{FF2B5EF4-FFF2-40B4-BE49-F238E27FC236}">
                <a16:creationId xmlns:a16="http://schemas.microsoft.com/office/drawing/2014/main" id="{9BD9A52F-41BC-38EA-E934-69D56F8B495C}"/>
              </a:ext>
            </a:extLst>
          </p:cNvPr>
          <p:cNvGrpSpPr/>
          <p:nvPr/>
        </p:nvGrpSpPr>
        <p:grpSpPr>
          <a:xfrm rot="5400000">
            <a:off x="2702405" y="284138"/>
            <a:ext cx="302418" cy="300038"/>
            <a:chOff x="1232178" y="4745831"/>
            <a:chExt cx="302418" cy="300038"/>
          </a:xfrm>
        </p:grpSpPr>
        <p:sp>
          <p:nvSpPr>
            <p:cNvPr id="6" name="Rectangle 5">
              <a:extLst>
                <a:ext uri="{FF2B5EF4-FFF2-40B4-BE49-F238E27FC236}">
                  <a16:creationId xmlns:a16="http://schemas.microsoft.com/office/drawing/2014/main" id="{A9B1EA98-EB40-4CB6-A104-255865A5740D}"/>
                </a:ext>
              </a:extLst>
            </p:cNvPr>
            <p:cNvSpPr/>
            <p:nvPr/>
          </p:nvSpPr>
          <p:spPr>
            <a:xfrm>
              <a:off x="1234559" y="4745832"/>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Oval 6">
              <a:extLst>
                <a:ext uri="{FF2B5EF4-FFF2-40B4-BE49-F238E27FC236}">
                  <a16:creationId xmlns:a16="http://schemas.microsoft.com/office/drawing/2014/main" id="{B4A8BA7C-8C7E-202C-DF5F-646269DBFFF3}"/>
                </a:ext>
              </a:extLst>
            </p:cNvPr>
            <p:cNvSpPr/>
            <p:nvPr/>
          </p:nvSpPr>
          <p:spPr>
            <a:xfrm>
              <a:off x="1232178" y="4745831"/>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2" name="TextBox 1">
            <a:extLst>
              <a:ext uri="{FF2B5EF4-FFF2-40B4-BE49-F238E27FC236}">
                <a16:creationId xmlns:a16="http://schemas.microsoft.com/office/drawing/2014/main" id="{D46ED73F-A2B7-C52F-965C-210379FFFA48}"/>
              </a:ext>
            </a:extLst>
          </p:cNvPr>
          <p:cNvSpPr txBox="1"/>
          <p:nvPr/>
        </p:nvSpPr>
        <p:spPr>
          <a:xfrm>
            <a:off x="5491491" y="2227699"/>
            <a:ext cx="4588115" cy="1848070"/>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Web Dev, Integrated Systems Dev</a:t>
            </a:r>
          </a:p>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Design Compliance</a:t>
            </a:r>
          </a:p>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Excellent Standards &amp; Accessibility</a:t>
            </a:r>
          </a:p>
        </p:txBody>
      </p:sp>
    </p:spTree>
    <p:extLst>
      <p:ext uri="{BB962C8B-B14F-4D97-AF65-F5344CB8AC3E}">
        <p14:creationId xmlns:p14="http://schemas.microsoft.com/office/powerpoint/2010/main" val="859702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4"/>
                                        </p:tgtEl>
                                        <p:attrNameLst>
                                          <p:attrName>style.visibility</p:attrName>
                                        </p:attrNameLst>
                                      </p:cBhvr>
                                      <p:to>
                                        <p:strVal val="hidden"/>
                                      </p:to>
                                    </p:set>
                                  </p:childTnLst>
                                </p:cTn>
                              </p:par>
                              <p:par>
                                <p:cTn id="7" presetID="42" presetClass="path" presetSubtype="0" accel="50000" decel="50000" fill="hold" nodeType="withEffect">
                                  <p:stCondLst>
                                    <p:cond delay="0"/>
                                  </p:stCondLst>
                                  <p:childTnLst>
                                    <p:animMotion origin="layout" path="M -2.91667E-6 1.85185E-6 L -2.91667E-6 0.62106 " pathEditMode="relative" rAng="0" ptsTypes="AA">
                                      <p:cBhvr>
                                        <p:cTn id="8" dur="2000" fill="hold"/>
                                        <p:tgtEl>
                                          <p:spTgt spid="5">
                                            <p:txEl>
                                              <p:pRg st="1" end="1"/>
                                            </p:txEl>
                                          </p:spTgt>
                                        </p:tgtEl>
                                        <p:attrNameLst>
                                          <p:attrName>ppt_x</p:attrName>
                                          <p:attrName>ppt_y</p:attrName>
                                        </p:attrNameLst>
                                      </p:cBhvr>
                                      <p:rCtr x="0" y="31042"/>
                                    </p:animMotion>
                                  </p:childTnLst>
                                </p:cTn>
                              </p:par>
                              <p:par>
                                <p:cTn id="9" presetID="42" presetClass="path" presetSubtype="0" accel="50000" decel="50000" fill="hold" nodeType="withEffect">
                                  <p:stCondLst>
                                    <p:cond delay="0"/>
                                  </p:stCondLst>
                                  <p:childTnLst>
                                    <p:animMotion origin="layout" path="M -1.04167E-6 4.07407E-6 L -1.04167E-6 0.83101 " pathEditMode="relative" rAng="0" ptsTypes="AA">
                                      <p:cBhvr>
                                        <p:cTn id="10" dur="2000" fill="hold"/>
                                        <p:tgtEl>
                                          <p:spTgt spid="5">
                                            <p:txEl>
                                              <p:pRg st="2" end="2"/>
                                            </p:txEl>
                                          </p:spTgt>
                                        </p:tgtEl>
                                        <p:attrNameLst>
                                          <p:attrName>ppt_x</p:attrName>
                                          <p:attrName>ppt_y</p:attrName>
                                        </p:attrNameLst>
                                      </p:cBhvr>
                                      <p:rCtr x="0" y="41551"/>
                                    </p:animMotion>
                                  </p:childTnLst>
                                </p:cTn>
                              </p:par>
                              <p:par>
                                <p:cTn id="11" presetID="22" presetClass="entr" presetSubtype="1" fill="hold" grpId="0" nodeType="withEffect">
                                  <p:stCondLst>
                                    <p:cond delay="1000"/>
                                  </p:stCondLst>
                                  <p:childTnLst>
                                    <p:set>
                                      <p:cBhvr>
                                        <p:cTn id="12" dur="1" fill="hold">
                                          <p:stCondLst>
                                            <p:cond delay="0"/>
                                          </p:stCondLst>
                                        </p:cTn>
                                        <p:tgtEl>
                                          <p:spTgt spid="3"/>
                                        </p:tgtEl>
                                        <p:attrNameLst>
                                          <p:attrName>style.visibility</p:attrName>
                                        </p:attrNameLst>
                                      </p:cBhvr>
                                      <p:to>
                                        <p:strVal val="visible"/>
                                      </p:to>
                                    </p:set>
                                    <p:animEffect transition="in" filter="wipe(up)">
                                      <p:cBhvr>
                                        <p:cTn id="13" dur="1000"/>
                                        <p:tgtEl>
                                          <p:spTgt spid="3"/>
                                        </p:tgtEl>
                                      </p:cBhvr>
                                    </p:animEffect>
                                  </p:childTnLst>
                                </p:cTn>
                              </p:par>
                              <p:par>
                                <p:cTn id="14" presetID="10" presetClass="exit" presetSubtype="0" fill="hold" nodeType="withEffect">
                                  <p:stCondLst>
                                    <p:cond delay="2000"/>
                                  </p:stCondLst>
                                  <p:childTnLst>
                                    <p:animEffect transition="out" filter="fade">
                                      <p:cBhvr>
                                        <p:cTn id="15" dur="500"/>
                                        <p:tgtEl>
                                          <p:spTgt spid="5">
                                            <p:txEl>
                                              <p:pRg st="1" end="1"/>
                                            </p:txEl>
                                          </p:spTgt>
                                        </p:tgtEl>
                                      </p:cBhvr>
                                    </p:animEffect>
                                    <p:set>
                                      <p:cBhvr>
                                        <p:cTn id="16" dur="1" fill="hold">
                                          <p:stCondLst>
                                            <p:cond delay="499"/>
                                          </p:stCondLst>
                                        </p:cTn>
                                        <p:tgtEl>
                                          <p:spTgt spid="5">
                                            <p:txEl>
                                              <p:pRg st="1" end="1"/>
                                            </p:txEl>
                                          </p:spTgt>
                                        </p:tgtEl>
                                        <p:attrNameLst>
                                          <p:attrName>style.visibility</p:attrName>
                                        </p:attrNameLst>
                                      </p:cBhvr>
                                      <p:to>
                                        <p:strVal val="hidden"/>
                                      </p:to>
                                    </p:set>
                                  </p:childTnLst>
                                </p:cTn>
                              </p:par>
                              <p:par>
                                <p:cTn id="17" presetID="10" presetClass="exit" presetSubtype="0" fill="hold" nodeType="withEffect">
                                  <p:stCondLst>
                                    <p:cond delay="2000"/>
                                  </p:stCondLst>
                                  <p:childTnLst>
                                    <p:animEffect transition="out" filter="fade">
                                      <p:cBhvr>
                                        <p:cTn id="18" dur="500"/>
                                        <p:tgtEl>
                                          <p:spTgt spid="5">
                                            <p:txEl>
                                              <p:pRg st="0" end="0"/>
                                            </p:txEl>
                                          </p:spTgt>
                                        </p:tgtEl>
                                      </p:cBhvr>
                                    </p:animEffect>
                                    <p:set>
                                      <p:cBhvr>
                                        <p:cTn id="19" dur="1" fill="hold">
                                          <p:stCondLst>
                                            <p:cond delay="499"/>
                                          </p:stCondLst>
                                        </p:cTn>
                                        <p:tgtEl>
                                          <p:spTgt spid="5">
                                            <p:txEl>
                                              <p:pRg st="0" end="0"/>
                                            </p:txEl>
                                          </p:spTgt>
                                        </p:tgtEl>
                                        <p:attrNameLst>
                                          <p:attrName>style.visibility</p:attrName>
                                        </p:attrNameLst>
                                      </p:cBhvr>
                                      <p:to>
                                        <p:strVal val="hidden"/>
                                      </p:to>
                                    </p:set>
                                  </p:childTnLst>
                                </p:cTn>
                              </p:par>
                              <p:par>
                                <p:cTn id="20" presetID="42" presetClass="path" presetSubtype="0" accel="50000" decel="50000" fill="hold" grpId="0" nodeType="withEffect">
                                  <p:stCondLst>
                                    <p:cond delay="700"/>
                                  </p:stCondLst>
                                  <p:childTnLst>
                                    <p:animMotion origin="layout" path="M -2.29167E-6 0 L -2.29167E-6 0.12593 " pathEditMode="relative" rAng="0" ptsTypes="AA">
                                      <p:cBhvr>
                                        <p:cTn id="21" dur="2000" fill="hold"/>
                                        <p:tgtEl>
                                          <p:spTgt spid="11"/>
                                        </p:tgtEl>
                                        <p:attrNameLst>
                                          <p:attrName>ppt_x</p:attrName>
                                          <p:attrName>ppt_y</p:attrName>
                                        </p:attrNameLst>
                                      </p:cBhvr>
                                      <p:rCtr x="0" y="6296"/>
                                    </p:animMotion>
                                  </p:childTnLst>
                                </p:cTn>
                              </p:par>
                              <p:par>
                                <p:cTn id="22" presetID="42" presetClass="path" presetSubtype="0" accel="50000" decel="50000" fill="hold" nodeType="withEffect">
                                  <p:stCondLst>
                                    <p:cond delay="700"/>
                                  </p:stCondLst>
                                  <p:childTnLst>
                                    <p:animMotion origin="layout" path="M -4.375E-6 -2.59259E-6 L -4.375E-6 0.12593 " pathEditMode="relative" rAng="0" ptsTypes="AA">
                                      <p:cBhvr>
                                        <p:cTn id="23" dur="2000" fill="hold"/>
                                        <p:tgtEl>
                                          <p:spTgt spid="14"/>
                                        </p:tgtEl>
                                        <p:attrNameLst>
                                          <p:attrName>ppt_x</p:attrName>
                                          <p:attrName>ppt_y</p:attrName>
                                        </p:attrNameLst>
                                      </p:cBhvr>
                                      <p:rCtr x="0" y="6296"/>
                                    </p:animMotion>
                                  </p:childTnLst>
                                </p:cTn>
                              </p:par>
                              <p:par>
                                <p:cTn id="24" presetID="42" presetClass="path" presetSubtype="0" accel="50000" decel="50000" fill="hold" nodeType="withEffect">
                                  <p:stCondLst>
                                    <p:cond delay="700"/>
                                  </p:stCondLst>
                                  <p:childTnLst>
                                    <p:animMotion origin="layout" path="M -4.375E-6 -4.44444E-6 L -4.375E-6 0.12639 " pathEditMode="relative" rAng="0" ptsTypes="AA">
                                      <p:cBhvr>
                                        <p:cTn id="25" dur="2000" fill="hold"/>
                                        <p:tgtEl>
                                          <p:spTgt spid="4"/>
                                        </p:tgtEl>
                                        <p:attrNameLst>
                                          <p:attrName>ppt_x</p:attrName>
                                          <p:attrName>ppt_y</p:attrName>
                                        </p:attrNameLst>
                                      </p:cBhvr>
                                      <p:rCtr x="0" y="6319"/>
                                    </p:animMotion>
                                  </p:childTnLst>
                                </p:cTn>
                              </p:par>
                              <p:par>
                                <p:cTn id="26" presetID="22" presetClass="entr" presetSubtype="1" fill="hold" nodeType="withEffect">
                                  <p:stCondLst>
                                    <p:cond delay="1000"/>
                                  </p:stCondLst>
                                  <p:childTnLst>
                                    <p:set>
                                      <p:cBhvr>
                                        <p:cTn id="27" dur="1" fill="hold">
                                          <p:stCondLst>
                                            <p:cond delay="0"/>
                                          </p:stCondLst>
                                        </p:cTn>
                                        <p:tgtEl>
                                          <p:spTgt spid="4"/>
                                        </p:tgtEl>
                                        <p:attrNameLst>
                                          <p:attrName>style.visibility</p:attrName>
                                        </p:attrNameLst>
                                      </p:cBhvr>
                                      <p:to>
                                        <p:strVal val="visible"/>
                                      </p:to>
                                    </p:set>
                                    <p:animEffect transition="in" filter="wipe(up)">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
                                            <p:txEl>
                                              <p:pRg st="0" end="0"/>
                                            </p:txEl>
                                          </p:spTgt>
                                        </p:tgtEl>
                                        <p:attrNameLst>
                                          <p:attrName>style.visibility</p:attrName>
                                        </p:attrNameLst>
                                      </p:cBhvr>
                                      <p:to>
                                        <p:strVal val="visible"/>
                                      </p:to>
                                    </p:set>
                                    <p:animEffect transition="in" filter="fade">
                                      <p:cBhvr>
                                        <p:cTn id="33" dur="500"/>
                                        <p:tgtEl>
                                          <p:spTgt spid="2">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
                                            <p:txEl>
                                              <p:pRg st="1" end="1"/>
                                            </p:txEl>
                                          </p:spTgt>
                                        </p:tgtEl>
                                        <p:attrNameLst>
                                          <p:attrName>style.visibility</p:attrName>
                                        </p:attrNameLst>
                                      </p:cBhvr>
                                      <p:to>
                                        <p:strVal val="visible"/>
                                      </p:to>
                                    </p:set>
                                    <p:animEffect transition="in" filter="fade">
                                      <p:cBhvr>
                                        <p:cTn id="38" dur="500"/>
                                        <p:tgtEl>
                                          <p:spTgt spid="2">
                                            <p:txEl>
                                              <p:pRg st="1" end="1"/>
                                            </p:txEl>
                                          </p:spTgt>
                                        </p:tgtEl>
                                      </p:cBhvr>
                                    </p:animEffect>
                                  </p:childTnLst>
                                </p:cTn>
                              </p:par>
                              <p:par>
                                <p:cTn id="39" presetID="19" presetClass="emph" presetSubtype="0" fill="hold" nodeType="withEffect">
                                  <p:stCondLst>
                                    <p:cond delay="0"/>
                                  </p:stCondLst>
                                  <p:childTnLst>
                                    <p:animClr clrSpc="rgb" dir="cw">
                                      <p:cBhvr override="childStyle">
                                        <p:cTn id="40" dur="500" fill="hold"/>
                                        <p:tgtEl>
                                          <p:spTgt spid="2">
                                            <p:txEl>
                                              <p:pRg st="0" end="0"/>
                                            </p:txEl>
                                          </p:spTgt>
                                        </p:tgtEl>
                                        <p:attrNameLst>
                                          <p:attrName>style.color</p:attrName>
                                        </p:attrNameLst>
                                      </p:cBhvr>
                                      <p:to>
                                        <a:srgbClr val="96CDF8"/>
                                      </p:to>
                                    </p:animClr>
                                    <p:animClr clrSpc="rgb" dir="cw">
                                      <p:cBhvr>
                                        <p:cTn id="41" dur="500" fill="hold"/>
                                        <p:tgtEl>
                                          <p:spTgt spid="2">
                                            <p:txEl>
                                              <p:pRg st="0" end="0"/>
                                            </p:txEl>
                                          </p:spTgt>
                                        </p:tgtEl>
                                        <p:attrNameLst>
                                          <p:attrName>fillcolor</p:attrName>
                                        </p:attrNameLst>
                                      </p:cBhvr>
                                      <p:to>
                                        <a:srgbClr val="96CDF8"/>
                                      </p:to>
                                    </p:animClr>
                                    <p:set>
                                      <p:cBhvr>
                                        <p:cTn id="42" dur="500" fill="hold"/>
                                        <p:tgtEl>
                                          <p:spTgt spid="2">
                                            <p:txEl>
                                              <p:pRg st="0" end="0"/>
                                            </p:txEl>
                                          </p:spTgt>
                                        </p:tgtEl>
                                        <p:attrNameLst>
                                          <p:attrName>fill.type</p:attrName>
                                        </p:attrNameLst>
                                      </p:cBhvr>
                                      <p:to>
                                        <p:strVal val="solid"/>
                                      </p:to>
                                    </p:set>
                                    <p:set>
                                      <p:cBhvr>
                                        <p:cTn id="43" dur="500" fill="hold"/>
                                        <p:tgtEl>
                                          <p:spTgt spid="2">
                                            <p:txEl>
                                              <p:pRg st="0" end="0"/>
                                            </p:txEl>
                                          </p:spTgt>
                                        </p:tgtEl>
                                        <p:attrNameLst>
                                          <p:attrName>fill.on</p:attrName>
                                        </p:attrNameLst>
                                      </p:cBhvr>
                                      <p:to>
                                        <p:strVal val="true"/>
                                      </p:to>
                                    </p:se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2">
                                            <p:txEl>
                                              <p:pRg st="2" end="2"/>
                                            </p:txEl>
                                          </p:spTgt>
                                        </p:tgtEl>
                                        <p:attrNameLst>
                                          <p:attrName>style.visibility</p:attrName>
                                        </p:attrNameLst>
                                      </p:cBhvr>
                                      <p:to>
                                        <p:strVal val="visible"/>
                                      </p:to>
                                    </p:set>
                                    <p:animEffect transition="in" filter="fade">
                                      <p:cBhvr>
                                        <p:cTn id="48" dur="500"/>
                                        <p:tgtEl>
                                          <p:spTgt spid="2">
                                            <p:txEl>
                                              <p:pRg st="2" end="2"/>
                                            </p:txEl>
                                          </p:spTgt>
                                        </p:tgtEl>
                                      </p:cBhvr>
                                    </p:animEffect>
                                  </p:childTnLst>
                                </p:cTn>
                              </p:par>
                              <p:par>
                                <p:cTn id="49" presetID="19" presetClass="emph" presetSubtype="0" fill="hold" nodeType="withEffect">
                                  <p:stCondLst>
                                    <p:cond delay="0"/>
                                  </p:stCondLst>
                                  <p:childTnLst>
                                    <p:animClr clrSpc="rgb" dir="cw">
                                      <p:cBhvr override="childStyle">
                                        <p:cTn id="50" dur="500" fill="hold"/>
                                        <p:tgtEl>
                                          <p:spTgt spid="2">
                                            <p:txEl>
                                              <p:pRg st="1" end="1"/>
                                            </p:txEl>
                                          </p:spTgt>
                                        </p:tgtEl>
                                        <p:attrNameLst>
                                          <p:attrName>style.color</p:attrName>
                                        </p:attrNameLst>
                                      </p:cBhvr>
                                      <p:to>
                                        <a:srgbClr val="96CDF8"/>
                                      </p:to>
                                    </p:animClr>
                                    <p:animClr clrSpc="rgb" dir="cw">
                                      <p:cBhvr>
                                        <p:cTn id="51" dur="500" fill="hold"/>
                                        <p:tgtEl>
                                          <p:spTgt spid="2">
                                            <p:txEl>
                                              <p:pRg st="1" end="1"/>
                                            </p:txEl>
                                          </p:spTgt>
                                        </p:tgtEl>
                                        <p:attrNameLst>
                                          <p:attrName>fillcolor</p:attrName>
                                        </p:attrNameLst>
                                      </p:cBhvr>
                                      <p:to>
                                        <a:srgbClr val="96CDF8"/>
                                      </p:to>
                                    </p:animClr>
                                    <p:set>
                                      <p:cBhvr>
                                        <p:cTn id="52" dur="500" fill="hold"/>
                                        <p:tgtEl>
                                          <p:spTgt spid="2">
                                            <p:txEl>
                                              <p:pRg st="1" end="1"/>
                                            </p:txEl>
                                          </p:spTgt>
                                        </p:tgtEl>
                                        <p:attrNameLst>
                                          <p:attrName>fill.type</p:attrName>
                                        </p:attrNameLst>
                                      </p:cBhvr>
                                      <p:to>
                                        <p:strVal val="solid"/>
                                      </p:to>
                                    </p:set>
                                    <p:set>
                                      <p:cBhvr>
                                        <p:cTn id="53" dur="500" fill="hold"/>
                                        <p:tgtEl>
                                          <p:spTgt spid="2">
                                            <p:txEl>
                                              <p:pRg st="1" end="1"/>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1B284-D6FF-4B90-245B-0D1F62CAEBEB}"/>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ADAD1B22-E98A-1F1C-0E10-FBB0D4FDB4E7}"/>
              </a:ext>
            </a:extLst>
          </p:cNvPr>
          <p:cNvSpPr/>
          <p:nvPr/>
        </p:nvSpPr>
        <p:spPr>
          <a:xfrm>
            <a:off x="331871" y="1448593"/>
            <a:ext cx="2878053"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nvGrpSpPr>
          <p:cNvPr id="6" name="Group 5">
            <a:extLst>
              <a:ext uri="{FF2B5EF4-FFF2-40B4-BE49-F238E27FC236}">
                <a16:creationId xmlns:a16="http://schemas.microsoft.com/office/drawing/2014/main" id="{BE8F80B6-389F-2079-3028-3EE34EBC6005}"/>
              </a:ext>
            </a:extLst>
          </p:cNvPr>
          <p:cNvGrpSpPr/>
          <p:nvPr/>
        </p:nvGrpSpPr>
        <p:grpSpPr>
          <a:xfrm>
            <a:off x="2703597" y="2162970"/>
            <a:ext cx="300037" cy="300038"/>
            <a:chOff x="1234559" y="4745831"/>
            <a:chExt cx="300037" cy="300038"/>
          </a:xfrm>
        </p:grpSpPr>
        <p:sp>
          <p:nvSpPr>
            <p:cNvPr id="7" name="Rectangle 6">
              <a:extLst>
                <a:ext uri="{FF2B5EF4-FFF2-40B4-BE49-F238E27FC236}">
                  <a16:creationId xmlns:a16="http://schemas.microsoft.com/office/drawing/2014/main" id="{13E83B4C-D3F0-0B41-2951-5D1ED5B07CF7}"/>
                </a:ext>
              </a:extLst>
            </p:cNvPr>
            <p:cNvSpPr/>
            <p:nvPr/>
          </p:nvSpPr>
          <p:spPr>
            <a:xfrm>
              <a:off x="1234559" y="4745832"/>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Oval 7">
              <a:extLst>
                <a:ext uri="{FF2B5EF4-FFF2-40B4-BE49-F238E27FC236}">
                  <a16:creationId xmlns:a16="http://schemas.microsoft.com/office/drawing/2014/main" id="{89B9FE66-22FF-D079-0855-0C0B63B4511F}"/>
                </a:ext>
              </a:extLst>
            </p:cNvPr>
            <p:cNvSpPr/>
            <p:nvPr/>
          </p:nvSpPr>
          <p:spPr>
            <a:xfrm>
              <a:off x="1234559" y="4745831"/>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9" name="Group 8">
            <a:extLst>
              <a:ext uri="{FF2B5EF4-FFF2-40B4-BE49-F238E27FC236}">
                <a16:creationId xmlns:a16="http://schemas.microsoft.com/office/drawing/2014/main" id="{DC473272-EA6A-3325-C544-CA6A24D4FC9E}"/>
              </a:ext>
            </a:extLst>
          </p:cNvPr>
          <p:cNvGrpSpPr/>
          <p:nvPr/>
        </p:nvGrpSpPr>
        <p:grpSpPr>
          <a:xfrm rot="5400000">
            <a:off x="2702405" y="1146945"/>
            <a:ext cx="302418" cy="300038"/>
            <a:chOff x="1232178" y="4745831"/>
            <a:chExt cx="302418" cy="300038"/>
          </a:xfrm>
        </p:grpSpPr>
        <p:sp>
          <p:nvSpPr>
            <p:cNvPr id="10" name="Rectangle 9">
              <a:extLst>
                <a:ext uri="{FF2B5EF4-FFF2-40B4-BE49-F238E27FC236}">
                  <a16:creationId xmlns:a16="http://schemas.microsoft.com/office/drawing/2014/main" id="{66B2A3DE-2865-9335-0D82-30F2149DAC1B}"/>
                </a:ext>
              </a:extLst>
            </p:cNvPr>
            <p:cNvSpPr/>
            <p:nvPr/>
          </p:nvSpPr>
          <p:spPr>
            <a:xfrm>
              <a:off x="1234559" y="4745832"/>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1" name="Oval 10">
              <a:extLst>
                <a:ext uri="{FF2B5EF4-FFF2-40B4-BE49-F238E27FC236}">
                  <a16:creationId xmlns:a16="http://schemas.microsoft.com/office/drawing/2014/main" id="{E025BE1E-2CB8-69B3-6BA0-3467CFC07D78}"/>
                </a:ext>
              </a:extLst>
            </p:cNvPr>
            <p:cNvSpPr/>
            <p:nvPr/>
          </p:nvSpPr>
          <p:spPr>
            <a:xfrm>
              <a:off x="1232178" y="4745831"/>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4" name="TextBox 3">
            <a:extLst>
              <a:ext uri="{FF2B5EF4-FFF2-40B4-BE49-F238E27FC236}">
                <a16:creationId xmlns:a16="http://schemas.microsoft.com/office/drawing/2014/main" id="{FFE3D04C-156E-1113-8F63-2D97DC4BE6A3}"/>
              </a:ext>
            </a:extLst>
          </p:cNvPr>
          <p:cNvSpPr txBox="1"/>
          <p:nvPr/>
        </p:nvSpPr>
        <p:spPr>
          <a:xfrm>
            <a:off x="4407954" y="3267475"/>
            <a:ext cx="2182008" cy="923330"/>
          </a:xfrm>
          <a:prstGeom prst="rect">
            <a:avLst/>
          </a:prstGeom>
          <a:noFill/>
        </p:spPr>
        <p:txBody>
          <a:bodyPr wrap="none" rtlCol="0">
            <a:spAutoFit/>
          </a:bodyPr>
          <a:lstStyle/>
          <a:p>
            <a:pPr marL="285750" indent="-285750">
              <a:buFontTx/>
              <a:buChar char="-"/>
            </a:pPr>
            <a:r>
              <a:rPr lang="en-CA" dirty="0">
                <a:latin typeface="Kumbh Sans" pitchFamily="2" charset="0"/>
                <a:cs typeface="Kumbh Sans" pitchFamily="2" charset="0"/>
              </a:rPr>
              <a:t>Past experience</a:t>
            </a:r>
          </a:p>
          <a:p>
            <a:pPr marL="285750" indent="-285750">
              <a:buFontTx/>
              <a:buChar char="-"/>
            </a:pPr>
            <a:r>
              <a:rPr lang="en-CA" dirty="0">
                <a:latin typeface="Kumbh Sans" pitchFamily="2" charset="0"/>
                <a:cs typeface="Kumbh Sans" pitchFamily="2" charset="0"/>
              </a:rPr>
              <a:t>Role</a:t>
            </a:r>
          </a:p>
          <a:p>
            <a:pPr marL="285750" indent="-285750">
              <a:buFontTx/>
              <a:buChar char="-"/>
            </a:pPr>
            <a:r>
              <a:rPr lang="en-CA" dirty="0">
                <a:latin typeface="Kumbh Sans" pitchFamily="2" charset="0"/>
                <a:cs typeface="Kumbh Sans" pitchFamily="2" charset="0"/>
              </a:rPr>
              <a:t>Expectations</a:t>
            </a:r>
          </a:p>
        </p:txBody>
      </p:sp>
      <p:sp>
        <p:nvSpPr>
          <p:cNvPr id="5" name="TextBox 4">
            <a:extLst>
              <a:ext uri="{FF2B5EF4-FFF2-40B4-BE49-F238E27FC236}">
                <a16:creationId xmlns:a16="http://schemas.microsoft.com/office/drawing/2014/main" id="{32AB9166-2446-17C2-01D2-CCA23D7EB405}"/>
              </a:ext>
            </a:extLst>
          </p:cNvPr>
          <p:cNvSpPr txBox="1"/>
          <p:nvPr/>
        </p:nvSpPr>
        <p:spPr>
          <a:xfrm>
            <a:off x="440111" y="376344"/>
            <a:ext cx="1636987" cy="5997476"/>
          </a:xfrm>
          <a:prstGeom prst="rect">
            <a:avLst/>
          </a:prstGeom>
          <a:noFill/>
        </p:spPr>
        <p:txBody>
          <a:bodyPr wrap="none" rtlCol="0">
            <a:spAutoFit/>
          </a:bodyPr>
          <a:lstStyle/>
          <a:p>
            <a:pPr>
              <a:lnSpc>
                <a:spcPct val="200000"/>
              </a:lnSpc>
            </a:pPr>
            <a:r>
              <a:rPr lang="en-CA" sz="2800" dirty="0">
                <a:latin typeface="Kumbh Sans" pitchFamily="2" charset="0"/>
                <a:cs typeface="Kumbh Sans" pitchFamily="2" charset="0"/>
              </a:rPr>
              <a:t>Adestria</a:t>
            </a:r>
          </a:p>
          <a:p>
            <a:pPr>
              <a:lnSpc>
                <a:spcPct val="200000"/>
              </a:lnSpc>
            </a:pPr>
            <a:r>
              <a:rPr lang="en-CA" sz="2800" dirty="0">
                <a:latin typeface="Kumbh Sans" pitchFamily="2" charset="0"/>
                <a:cs typeface="Kumbh Sans" pitchFamily="2" charset="0"/>
              </a:rPr>
              <a:t>    Kayla</a:t>
            </a:r>
          </a:p>
          <a:p>
            <a:pPr>
              <a:lnSpc>
                <a:spcPct val="200000"/>
              </a:lnSpc>
            </a:pPr>
            <a:r>
              <a:rPr lang="en-CA" sz="2800" dirty="0">
                <a:solidFill>
                  <a:schemeClr val="tx1">
                    <a:lumMod val="25000"/>
                    <a:lumOff val="75000"/>
                  </a:schemeClr>
                </a:solidFill>
                <a:latin typeface="Kumbh Sans" pitchFamily="2" charset="0"/>
                <a:cs typeface="Kumbh Sans" pitchFamily="2" charset="0"/>
              </a:rPr>
              <a:t>    Jack</a:t>
            </a:r>
          </a:p>
          <a:p>
            <a:pPr>
              <a:lnSpc>
                <a:spcPct val="200000"/>
              </a:lnSpc>
            </a:pPr>
            <a:r>
              <a:rPr lang="en-CA" sz="2800" dirty="0">
                <a:solidFill>
                  <a:schemeClr val="tx1">
                    <a:lumMod val="25000"/>
                    <a:lumOff val="75000"/>
                  </a:schemeClr>
                </a:solidFill>
                <a:latin typeface="Kumbh Sans" pitchFamily="2" charset="0"/>
                <a:cs typeface="Kumbh Sans" pitchFamily="2" charset="0"/>
              </a:rPr>
              <a:t>    Edin</a:t>
            </a:r>
          </a:p>
          <a:p>
            <a:pPr>
              <a:lnSpc>
                <a:spcPct val="200000"/>
              </a:lnSpc>
            </a:pPr>
            <a:r>
              <a:rPr lang="en-CA" sz="2800" dirty="0">
                <a:solidFill>
                  <a:schemeClr val="tx1">
                    <a:lumMod val="25000"/>
                    <a:lumOff val="75000"/>
                  </a:schemeClr>
                </a:solidFill>
                <a:latin typeface="Kumbh Sans" pitchFamily="2" charset="0"/>
                <a:cs typeface="Kumbh Sans" pitchFamily="2" charset="0"/>
              </a:rPr>
              <a:t>    Jake</a:t>
            </a:r>
          </a:p>
          <a:p>
            <a:pPr>
              <a:lnSpc>
                <a:spcPct val="200000"/>
              </a:lnSpc>
            </a:pPr>
            <a:r>
              <a:rPr lang="en-CA" sz="2800" dirty="0">
                <a:solidFill>
                  <a:schemeClr val="tx1">
                    <a:lumMod val="25000"/>
                    <a:lumOff val="75000"/>
                  </a:schemeClr>
                </a:solidFill>
                <a:latin typeface="Kumbh Sans" pitchFamily="2" charset="0"/>
                <a:cs typeface="Kumbh Sans" pitchFamily="2" charset="0"/>
              </a:rPr>
              <a:t>    Steve</a:t>
            </a:r>
          </a:p>
          <a:p>
            <a:pPr>
              <a:lnSpc>
                <a:spcPct val="200000"/>
              </a:lnSpc>
            </a:pPr>
            <a:r>
              <a:rPr lang="en-CA" sz="2800" dirty="0">
                <a:solidFill>
                  <a:schemeClr val="tx1">
                    <a:lumMod val="25000"/>
                    <a:lumOff val="75000"/>
                  </a:schemeClr>
                </a:solidFill>
                <a:latin typeface="Kumbh Sans" pitchFamily="2" charset="0"/>
                <a:cs typeface="Kumbh Sans" pitchFamily="2" charset="0"/>
              </a:rPr>
              <a:t>Project</a:t>
            </a:r>
          </a:p>
        </p:txBody>
      </p:sp>
      <p:sp>
        <p:nvSpPr>
          <p:cNvPr id="3" name="Rectangle: Rounded Corners 2">
            <a:extLst>
              <a:ext uri="{FF2B5EF4-FFF2-40B4-BE49-F238E27FC236}">
                <a16:creationId xmlns:a16="http://schemas.microsoft.com/office/drawing/2014/main" id="{3509C406-746C-2D41-7411-CAD9A5B245CC}"/>
              </a:ext>
            </a:extLst>
          </p:cNvPr>
          <p:cNvSpPr/>
          <p:nvPr/>
        </p:nvSpPr>
        <p:spPr>
          <a:xfrm>
            <a:off x="3003634" y="585786"/>
            <a:ext cx="8559716" cy="5686427"/>
          </a:xfrm>
          <a:prstGeom prst="roundRect">
            <a:avLst>
              <a:gd name="adj" fmla="val 2513"/>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3" name="TextBox 12">
            <a:extLst>
              <a:ext uri="{FF2B5EF4-FFF2-40B4-BE49-F238E27FC236}">
                <a16:creationId xmlns:a16="http://schemas.microsoft.com/office/drawing/2014/main" id="{B8742619-7F61-460A-E048-5628FDF4AD01}"/>
              </a:ext>
            </a:extLst>
          </p:cNvPr>
          <p:cNvSpPr txBox="1"/>
          <p:nvPr/>
        </p:nvSpPr>
        <p:spPr>
          <a:xfrm>
            <a:off x="5491491" y="2227699"/>
            <a:ext cx="4588115" cy="1848070"/>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Web Dev, Integrated Systems Dev</a:t>
            </a:r>
          </a:p>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Backend Dev</a:t>
            </a:r>
          </a:p>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Excellent Professional Database</a:t>
            </a:r>
          </a:p>
        </p:txBody>
      </p:sp>
    </p:spTree>
    <p:extLst>
      <p:ext uri="{BB962C8B-B14F-4D97-AF65-F5344CB8AC3E}">
        <p14:creationId xmlns:p14="http://schemas.microsoft.com/office/powerpoint/2010/main" val="3925825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p:stCondLst>
                                    <p:cond delay="0"/>
                                  </p:stCondLst>
                                  <p:childTnLst>
                                    <p:animMotion origin="layout" path="M -2.29167E-6 -4.44444E-6 L -2.29167E-6 0.1213 " pathEditMode="relative" rAng="0" ptsTypes="AA">
                                      <p:cBhvr>
                                        <p:cTn id="6" dur="2000" fill="hold"/>
                                        <p:tgtEl>
                                          <p:spTgt spid="2"/>
                                        </p:tgtEl>
                                        <p:attrNameLst>
                                          <p:attrName>ppt_x</p:attrName>
                                          <p:attrName>ppt_y</p:attrName>
                                        </p:attrNameLst>
                                      </p:cBhvr>
                                      <p:rCtr x="0" y="6065"/>
                                    </p:animMotion>
                                  </p:childTnLst>
                                </p:cTn>
                              </p:par>
                              <p:par>
                                <p:cTn id="7" presetID="42" presetClass="path" presetSubtype="0" accel="50000" decel="50000" fill="hold" nodeType="withEffect">
                                  <p:stCondLst>
                                    <p:cond delay="0"/>
                                  </p:stCondLst>
                                  <p:childTnLst>
                                    <p:animMotion origin="layout" path="M -4.375E-6 1.48148E-6 L -4.375E-6 0.12106 " pathEditMode="relative" rAng="0" ptsTypes="AA">
                                      <p:cBhvr>
                                        <p:cTn id="8" dur="2000" fill="hold"/>
                                        <p:tgtEl>
                                          <p:spTgt spid="6"/>
                                        </p:tgtEl>
                                        <p:attrNameLst>
                                          <p:attrName>ppt_x</p:attrName>
                                          <p:attrName>ppt_y</p:attrName>
                                        </p:attrNameLst>
                                      </p:cBhvr>
                                      <p:rCtr x="0" y="6042"/>
                                    </p:animMotion>
                                  </p:childTnLst>
                                </p:cTn>
                              </p:par>
                              <p:par>
                                <p:cTn id="9" presetID="42" presetClass="path" presetSubtype="0" accel="50000" decel="50000" fill="hold" nodeType="withEffect">
                                  <p:stCondLst>
                                    <p:cond delay="0"/>
                                  </p:stCondLst>
                                  <p:childTnLst>
                                    <p:animMotion origin="layout" path="M -4.375E-6 1.11111E-6 L -4.375E-6 0.12153 " pathEditMode="relative" rAng="0" ptsTypes="AA">
                                      <p:cBhvr>
                                        <p:cTn id="10" dur="2000" fill="hold"/>
                                        <p:tgtEl>
                                          <p:spTgt spid="9"/>
                                        </p:tgtEl>
                                        <p:attrNameLst>
                                          <p:attrName>ppt_x</p:attrName>
                                          <p:attrName>ppt_y</p:attrName>
                                        </p:attrNameLst>
                                      </p:cBhvr>
                                      <p:rCtr x="0" y="6065"/>
                                    </p:animMotion>
                                  </p:childTnLst>
                                </p:cTn>
                              </p:par>
                              <p:par>
                                <p:cTn id="11" presetID="19" presetClass="emph" presetSubtype="0" fill="hold" nodeType="withEffect">
                                  <p:stCondLst>
                                    <p:cond delay="600"/>
                                  </p:stCondLst>
                                  <p:childTnLst>
                                    <p:animClr clrSpc="rgb" dir="cw">
                                      <p:cBhvr override="childStyle">
                                        <p:cTn id="12" dur="500" fill="hold"/>
                                        <p:tgtEl>
                                          <p:spTgt spid="5">
                                            <p:txEl>
                                              <p:pRg st="2" end="2"/>
                                            </p:txEl>
                                          </p:spTgt>
                                        </p:tgtEl>
                                        <p:attrNameLst>
                                          <p:attrName>style.color</p:attrName>
                                        </p:attrNameLst>
                                      </p:cBhvr>
                                      <p:to>
                                        <a:schemeClr val="accent2"/>
                                      </p:to>
                                    </p:animClr>
                                    <p:animClr clrSpc="rgb" dir="cw">
                                      <p:cBhvr>
                                        <p:cTn id="13" dur="500" fill="hold"/>
                                        <p:tgtEl>
                                          <p:spTgt spid="5">
                                            <p:txEl>
                                              <p:pRg st="2" end="2"/>
                                            </p:txEl>
                                          </p:spTgt>
                                        </p:tgtEl>
                                        <p:attrNameLst>
                                          <p:attrName>fillcolor</p:attrName>
                                        </p:attrNameLst>
                                      </p:cBhvr>
                                      <p:to>
                                        <a:schemeClr val="accent2"/>
                                      </p:to>
                                    </p:animClr>
                                    <p:set>
                                      <p:cBhvr>
                                        <p:cTn id="14" dur="500" fill="hold"/>
                                        <p:tgtEl>
                                          <p:spTgt spid="5">
                                            <p:txEl>
                                              <p:pRg st="2" end="2"/>
                                            </p:txEl>
                                          </p:spTgt>
                                        </p:tgtEl>
                                        <p:attrNameLst>
                                          <p:attrName>fill.type</p:attrName>
                                        </p:attrNameLst>
                                      </p:cBhvr>
                                      <p:to>
                                        <p:strVal val="solid"/>
                                      </p:to>
                                    </p:set>
                                    <p:set>
                                      <p:cBhvr>
                                        <p:cTn id="15" dur="500" fill="hold"/>
                                        <p:tgtEl>
                                          <p:spTgt spid="5">
                                            <p:txEl>
                                              <p:pRg st="2" end="2"/>
                                            </p:txEl>
                                          </p:spTgt>
                                        </p:tgtEl>
                                        <p:attrNameLst>
                                          <p:attrName>fill.on</p:attrName>
                                        </p:attrNameLst>
                                      </p:cBhvr>
                                      <p:to>
                                        <p:strVal val="true"/>
                                      </p:to>
                                    </p:set>
                                  </p:childTnLst>
                                </p:cTn>
                              </p:par>
                              <p:par>
                                <p:cTn id="16" presetID="19" presetClass="emph" presetSubtype="0" fill="hold" nodeType="withEffect">
                                  <p:stCondLst>
                                    <p:cond delay="600"/>
                                  </p:stCondLst>
                                  <p:childTnLst>
                                    <p:animClr clrSpc="rgb" dir="cw">
                                      <p:cBhvr override="childStyle">
                                        <p:cTn id="17" dur="500" fill="hold"/>
                                        <p:tgtEl>
                                          <p:spTgt spid="5">
                                            <p:txEl>
                                              <p:pRg st="1" end="1"/>
                                            </p:txEl>
                                          </p:spTgt>
                                        </p:tgtEl>
                                        <p:attrNameLst>
                                          <p:attrName>style.color</p:attrName>
                                        </p:attrNameLst>
                                      </p:cBhvr>
                                      <p:to>
                                        <a:srgbClr val="96CDF8"/>
                                      </p:to>
                                    </p:animClr>
                                    <p:animClr clrSpc="rgb" dir="cw">
                                      <p:cBhvr>
                                        <p:cTn id="18" dur="500" fill="hold"/>
                                        <p:tgtEl>
                                          <p:spTgt spid="5">
                                            <p:txEl>
                                              <p:pRg st="1" end="1"/>
                                            </p:txEl>
                                          </p:spTgt>
                                        </p:tgtEl>
                                        <p:attrNameLst>
                                          <p:attrName>fillcolor</p:attrName>
                                        </p:attrNameLst>
                                      </p:cBhvr>
                                      <p:to>
                                        <a:srgbClr val="96CDF8"/>
                                      </p:to>
                                    </p:animClr>
                                    <p:set>
                                      <p:cBhvr>
                                        <p:cTn id="19" dur="500" fill="hold"/>
                                        <p:tgtEl>
                                          <p:spTgt spid="5">
                                            <p:txEl>
                                              <p:pRg st="1" end="1"/>
                                            </p:txEl>
                                          </p:spTgt>
                                        </p:tgtEl>
                                        <p:attrNameLst>
                                          <p:attrName>fill.type</p:attrName>
                                        </p:attrNameLst>
                                      </p:cBhvr>
                                      <p:to>
                                        <p:strVal val="solid"/>
                                      </p:to>
                                    </p:set>
                                    <p:set>
                                      <p:cBhvr>
                                        <p:cTn id="20" dur="500" fill="hold"/>
                                        <p:tgtEl>
                                          <p:spTgt spid="5">
                                            <p:txEl>
                                              <p:pRg st="1" end="1"/>
                                            </p:txEl>
                                          </p:spTgt>
                                        </p:tgtEl>
                                        <p:attrNameLst>
                                          <p:attrName>fill.on</p:attrName>
                                        </p:attrNameLst>
                                      </p:cBhvr>
                                      <p:to>
                                        <p:strVal val="tru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3">
                                            <p:txEl>
                                              <p:pRg st="0" end="0"/>
                                            </p:txEl>
                                          </p:spTgt>
                                        </p:tgtEl>
                                        <p:attrNameLst>
                                          <p:attrName>style.visibility</p:attrName>
                                        </p:attrNameLst>
                                      </p:cBhvr>
                                      <p:to>
                                        <p:strVal val="visible"/>
                                      </p:to>
                                    </p:set>
                                    <p:animEffect transition="in" filter="fade">
                                      <p:cBhvr>
                                        <p:cTn id="25" dur="500"/>
                                        <p:tgtEl>
                                          <p:spTgt spid="13">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3">
                                            <p:txEl>
                                              <p:pRg st="1" end="1"/>
                                            </p:txEl>
                                          </p:spTgt>
                                        </p:tgtEl>
                                        <p:attrNameLst>
                                          <p:attrName>style.visibility</p:attrName>
                                        </p:attrNameLst>
                                      </p:cBhvr>
                                      <p:to>
                                        <p:strVal val="visible"/>
                                      </p:to>
                                    </p:set>
                                    <p:animEffect transition="in" filter="fade">
                                      <p:cBhvr>
                                        <p:cTn id="30" dur="500"/>
                                        <p:tgtEl>
                                          <p:spTgt spid="13">
                                            <p:txEl>
                                              <p:pRg st="1" end="1"/>
                                            </p:txEl>
                                          </p:spTgt>
                                        </p:tgtEl>
                                      </p:cBhvr>
                                    </p:animEffect>
                                  </p:childTnLst>
                                </p:cTn>
                              </p:par>
                              <p:par>
                                <p:cTn id="31" presetID="19" presetClass="emph" presetSubtype="0" fill="hold" nodeType="withEffect">
                                  <p:stCondLst>
                                    <p:cond delay="0"/>
                                  </p:stCondLst>
                                  <p:childTnLst>
                                    <p:animClr clrSpc="rgb" dir="cw">
                                      <p:cBhvr override="childStyle">
                                        <p:cTn id="32" dur="500" fill="hold"/>
                                        <p:tgtEl>
                                          <p:spTgt spid="13">
                                            <p:txEl>
                                              <p:pRg st="0" end="0"/>
                                            </p:txEl>
                                          </p:spTgt>
                                        </p:tgtEl>
                                        <p:attrNameLst>
                                          <p:attrName>style.color</p:attrName>
                                        </p:attrNameLst>
                                      </p:cBhvr>
                                      <p:to>
                                        <a:srgbClr val="96CDF8"/>
                                      </p:to>
                                    </p:animClr>
                                    <p:animClr clrSpc="rgb" dir="cw">
                                      <p:cBhvr>
                                        <p:cTn id="33" dur="500" fill="hold"/>
                                        <p:tgtEl>
                                          <p:spTgt spid="13">
                                            <p:txEl>
                                              <p:pRg st="0" end="0"/>
                                            </p:txEl>
                                          </p:spTgt>
                                        </p:tgtEl>
                                        <p:attrNameLst>
                                          <p:attrName>fillcolor</p:attrName>
                                        </p:attrNameLst>
                                      </p:cBhvr>
                                      <p:to>
                                        <a:srgbClr val="96CDF8"/>
                                      </p:to>
                                    </p:animClr>
                                    <p:set>
                                      <p:cBhvr>
                                        <p:cTn id="34" dur="500" fill="hold"/>
                                        <p:tgtEl>
                                          <p:spTgt spid="13">
                                            <p:txEl>
                                              <p:pRg st="0" end="0"/>
                                            </p:txEl>
                                          </p:spTgt>
                                        </p:tgtEl>
                                        <p:attrNameLst>
                                          <p:attrName>fill.type</p:attrName>
                                        </p:attrNameLst>
                                      </p:cBhvr>
                                      <p:to>
                                        <p:strVal val="solid"/>
                                      </p:to>
                                    </p:set>
                                    <p:set>
                                      <p:cBhvr>
                                        <p:cTn id="35" dur="500" fill="hold"/>
                                        <p:tgtEl>
                                          <p:spTgt spid="13">
                                            <p:txEl>
                                              <p:pRg st="0" end="0"/>
                                            </p:txEl>
                                          </p:spTgt>
                                        </p:tgtEl>
                                        <p:attrNameLst>
                                          <p:attrName>fill.on</p:attrName>
                                        </p:attrNameLst>
                                      </p:cBhvr>
                                      <p:to>
                                        <p:strVal val="true"/>
                                      </p:to>
                                    </p:se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3">
                                            <p:txEl>
                                              <p:pRg st="2" end="2"/>
                                            </p:txEl>
                                          </p:spTgt>
                                        </p:tgtEl>
                                        <p:attrNameLst>
                                          <p:attrName>style.visibility</p:attrName>
                                        </p:attrNameLst>
                                      </p:cBhvr>
                                      <p:to>
                                        <p:strVal val="visible"/>
                                      </p:to>
                                    </p:set>
                                    <p:animEffect transition="in" filter="fade">
                                      <p:cBhvr>
                                        <p:cTn id="40" dur="500"/>
                                        <p:tgtEl>
                                          <p:spTgt spid="13">
                                            <p:txEl>
                                              <p:pRg st="2" end="2"/>
                                            </p:txEl>
                                          </p:spTgt>
                                        </p:tgtEl>
                                      </p:cBhvr>
                                    </p:animEffect>
                                  </p:childTnLst>
                                </p:cTn>
                              </p:par>
                              <p:par>
                                <p:cTn id="41" presetID="19" presetClass="emph" presetSubtype="0" fill="hold" nodeType="withEffect">
                                  <p:stCondLst>
                                    <p:cond delay="0"/>
                                  </p:stCondLst>
                                  <p:childTnLst>
                                    <p:animClr clrSpc="rgb" dir="cw">
                                      <p:cBhvr override="childStyle">
                                        <p:cTn id="42" dur="500" fill="hold"/>
                                        <p:tgtEl>
                                          <p:spTgt spid="13">
                                            <p:txEl>
                                              <p:pRg st="1" end="1"/>
                                            </p:txEl>
                                          </p:spTgt>
                                        </p:tgtEl>
                                        <p:attrNameLst>
                                          <p:attrName>style.color</p:attrName>
                                        </p:attrNameLst>
                                      </p:cBhvr>
                                      <p:to>
                                        <a:srgbClr val="96CDF8"/>
                                      </p:to>
                                    </p:animClr>
                                    <p:animClr clrSpc="rgb" dir="cw">
                                      <p:cBhvr>
                                        <p:cTn id="43" dur="500" fill="hold"/>
                                        <p:tgtEl>
                                          <p:spTgt spid="13">
                                            <p:txEl>
                                              <p:pRg st="1" end="1"/>
                                            </p:txEl>
                                          </p:spTgt>
                                        </p:tgtEl>
                                        <p:attrNameLst>
                                          <p:attrName>fillcolor</p:attrName>
                                        </p:attrNameLst>
                                      </p:cBhvr>
                                      <p:to>
                                        <a:srgbClr val="96CDF8"/>
                                      </p:to>
                                    </p:animClr>
                                    <p:set>
                                      <p:cBhvr>
                                        <p:cTn id="44" dur="500" fill="hold"/>
                                        <p:tgtEl>
                                          <p:spTgt spid="13">
                                            <p:txEl>
                                              <p:pRg st="1" end="1"/>
                                            </p:txEl>
                                          </p:spTgt>
                                        </p:tgtEl>
                                        <p:attrNameLst>
                                          <p:attrName>fill.type</p:attrName>
                                        </p:attrNameLst>
                                      </p:cBhvr>
                                      <p:to>
                                        <p:strVal val="solid"/>
                                      </p:to>
                                    </p:set>
                                    <p:set>
                                      <p:cBhvr>
                                        <p:cTn id="45" dur="500" fill="hold"/>
                                        <p:tgtEl>
                                          <p:spTgt spid="13">
                                            <p:txEl>
                                              <p:pRg st="1" end="1"/>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E8BA0-BBF8-10C0-6994-E8DD39E92BAF}"/>
            </a:ext>
          </a:extLst>
        </p:cNvPr>
        <p:cNvGrpSpPr/>
        <p:nvPr/>
      </p:nvGrpSpPr>
      <p:grpSpPr>
        <a:xfrm>
          <a:off x="0" y="0"/>
          <a:ext cx="0" cy="0"/>
          <a:chOff x="0" y="0"/>
          <a:chExt cx="0" cy="0"/>
        </a:xfrm>
      </p:grpSpPr>
      <p:grpSp>
        <p:nvGrpSpPr>
          <p:cNvPr id="13" name="Group 12">
            <a:extLst>
              <a:ext uri="{FF2B5EF4-FFF2-40B4-BE49-F238E27FC236}">
                <a16:creationId xmlns:a16="http://schemas.microsoft.com/office/drawing/2014/main" id="{A7C6F067-9877-A632-C011-C5091CE09936}"/>
              </a:ext>
            </a:extLst>
          </p:cNvPr>
          <p:cNvGrpSpPr/>
          <p:nvPr/>
        </p:nvGrpSpPr>
        <p:grpSpPr>
          <a:xfrm>
            <a:off x="331871" y="1976108"/>
            <a:ext cx="2878053" cy="1317253"/>
            <a:chOff x="331871" y="1155279"/>
            <a:chExt cx="2878053" cy="1317253"/>
          </a:xfrm>
        </p:grpSpPr>
        <p:sp>
          <p:nvSpPr>
            <p:cNvPr id="2" name="Rectangle: Rounded Corners 1">
              <a:extLst>
                <a:ext uri="{FF2B5EF4-FFF2-40B4-BE49-F238E27FC236}">
                  <a16:creationId xmlns:a16="http://schemas.microsoft.com/office/drawing/2014/main" id="{B41E6B40-CEDD-5E91-E2C3-A10C4F95297F}"/>
                </a:ext>
              </a:extLst>
            </p:cNvPr>
            <p:cNvSpPr/>
            <p:nvPr/>
          </p:nvSpPr>
          <p:spPr>
            <a:xfrm>
              <a:off x="331871" y="1458117"/>
              <a:ext cx="2878053"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nvGrpSpPr>
            <p:cNvPr id="3" name="Group 2">
              <a:extLst>
                <a:ext uri="{FF2B5EF4-FFF2-40B4-BE49-F238E27FC236}">
                  <a16:creationId xmlns:a16="http://schemas.microsoft.com/office/drawing/2014/main" id="{4D02B204-9AFA-BE27-35B0-4953AC8F08EA}"/>
                </a:ext>
              </a:extLst>
            </p:cNvPr>
            <p:cNvGrpSpPr/>
            <p:nvPr/>
          </p:nvGrpSpPr>
          <p:grpSpPr>
            <a:xfrm>
              <a:off x="2703597" y="2172494"/>
              <a:ext cx="300037" cy="300038"/>
              <a:chOff x="1234559" y="4745831"/>
              <a:chExt cx="300037" cy="300038"/>
            </a:xfrm>
          </p:grpSpPr>
          <p:sp>
            <p:nvSpPr>
              <p:cNvPr id="5" name="Rectangle 4">
                <a:extLst>
                  <a:ext uri="{FF2B5EF4-FFF2-40B4-BE49-F238E27FC236}">
                    <a16:creationId xmlns:a16="http://schemas.microsoft.com/office/drawing/2014/main" id="{E0080525-2089-AE64-FE91-F3DE28817197}"/>
                  </a:ext>
                </a:extLst>
              </p:cNvPr>
              <p:cNvSpPr/>
              <p:nvPr/>
            </p:nvSpPr>
            <p:spPr>
              <a:xfrm>
                <a:off x="1234559" y="4745832"/>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Oval 6">
                <a:extLst>
                  <a:ext uri="{FF2B5EF4-FFF2-40B4-BE49-F238E27FC236}">
                    <a16:creationId xmlns:a16="http://schemas.microsoft.com/office/drawing/2014/main" id="{7EC10A2C-B5AA-5C6E-CD59-B59D3354D892}"/>
                  </a:ext>
                </a:extLst>
              </p:cNvPr>
              <p:cNvSpPr/>
              <p:nvPr/>
            </p:nvSpPr>
            <p:spPr>
              <a:xfrm>
                <a:off x="1234559" y="4745831"/>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8" name="Group 7">
              <a:extLst>
                <a:ext uri="{FF2B5EF4-FFF2-40B4-BE49-F238E27FC236}">
                  <a16:creationId xmlns:a16="http://schemas.microsoft.com/office/drawing/2014/main" id="{6527594B-E4E4-7101-447D-FF3E322E113F}"/>
                </a:ext>
              </a:extLst>
            </p:cNvPr>
            <p:cNvGrpSpPr/>
            <p:nvPr/>
          </p:nvGrpSpPr>
          <p:grpSpPr>
            <a:xfrm rot="5400000">
              <a:off x="2702405" y="1156469"/>
              <a:ext cx="302418" cy="300038"/>
              <a:chOff x="1232178" y="4745831"/>
              <a:chExt cx="302418" cy="300038"/>
            </a:xfrm>
          </p:grpSpPr>
          <p:sp>
            <p:nvSpPr>
              <p:cNvPr id="9" name="Rectangle 8">
                <a:extLst>
                  <a:ext uri="{FF2B5EF4-FFF2-40B4-BE49-F238E27FC236}">
                    <a16:creationId xmlns:a16="http://schemas.microsoft.com/office/drawing/2014/main" id="{61D4FC78-6CE9-916D-7C0C-FD9D844C39C3}"/>
                  </a:ext>
                </a:extLst>
              </p:cNvPr>
              <p:cNvSpPr/>
              <p:nvPr/>
            </p:nvSpPr>
            <p:spPr>
              <a:xfrm>
                <a:off x="1234559" y="4745832"/>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0" name="Oval 9">
                <a:extLst>
                  <a:ext uri="{FF2B5EF4-FFF2-40B4-BE49-F238E27FC236}">
                    <a16:creationId xmlns:a16="http://schemas.microsoft.com/office/drawing/2014/main" id="{D27E90FB-4F7C-2D9A-86E5-8EB814DB958C}"/>
                  </a:ext>
                </a:extLst>
              </p:cNvPr>
              <p:cNvSpPr/>
              <p:nvPr/>
            </p:nvSpPr>
            <p:spPr>
              <a:xfrm>
                <a:off x="1232178" y="4745831"/>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sp>
        <p:nvSpPr>
          <p:cNvPr id="11" name="Rectangle: Rounded Corners 10">
            <a:extLst>
              <a:ext uri="{FF2B5EF4-FFF2-40B4-BE49-F238E27FC236}">
                <a16:creationId xmlns:a16="http://schemas.microsoft.com/office/drawing/2014/main" id="{A26D522C-4AAD-E5D8-E163-D78AC7FA3FEC}"/>
              </a:ext>
            </a:extLst>
          </p:cNvPr>
          <p:cNvSpPr/>
          <p:nvPr/>
        </p:nvSpPr>
        <p:spPr>
          <a:xfrm>
            <a:off x="3003634" y="585786"/>
            <a:ext cx="8559716" cy="5686427"/>
          </a:xfrm>
          <a:prstGeom prst="roundRect">
            <a:avLst>
              <a:gd name="adj" fmla="val 2513"/>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Box 5">
            <a:extLst>
              <a:ext uri="{FF2B5EF4-FFF2-40B4-BE49-F238E27FC236}">
                <a16:creationId xmlns:a16="http://schemas.microsoft.com/office/drawing/2014/main" id="{DB957D48-6A7C-B8E3-25B3-448F0B786932}"/>
              </a:ext>
            </a:extLst>
          </p:cNvPr>
          <p:cNvSpPr txBox="1"/>
          <p:nvPr/>
        </p:nvSpPr>
        <p:spPr>
          <a:xfrm>
            <a:off x="440111" y="376344"/>
            <a:ext cx="1588897" cy="5997476"/>
          </a:xfrm>
          <a:prstGeom prst="rect">
            <a:avLst/>
          </a:prstGeom>
          <a:noFill/>
        </p:spPr>
        <p:txBody>
          <a:bodyPr wrap="none" rtlCol="0">
            <a:spAutoFit/>
          </a:bodyPr>
          <a:lstStyle/>
          <a:p>
            <a:pPr>
              <a:lnSpc>
                <a:spcPct val="200000"/>
              </a:lnSpc>
            </a:pPr>
            <a:r>
              <a:rPr lang="en-CA" sz="2800" dirty="0">
                <a:latin typeface="Kumbh Sans" pitchFamily="2" charset="0"/>
                <a:cs typeface="Kumbh Sans" pitchFamily="2" charset="0"/>
              </a:rPr>
              <a:t>Adestria</a:t>
            </a:r>
          </a:p>
          <a:p>
            <a:pPr>
              <a:lnSpc>
                <a:spcPct val="200000"/>
              </a:lnSpc>
            </a:pPr>
            <a:r>
              <a:rPr lang="en-CA" sz="2800" dirty="0">
                <a:latin typeface="Kumbh Sans" pitchFamily="2" charset="0"/>
                <a:cs typeface="Kumbh Sans" pitchFamily="2" charset="0"/>
              </a:rPr>
              <a:t>    </a:t>
            </a:r>
            <a:r>
              <a:rPr lang="en-CA" sz="2800" dirty="0">
                <a:solidFill>
                  <a:schemeClr val="tx1">
                    <a:lumMod val="25000"/>
                    <a:lumOff val="75000"/>
                  </a:schemeClr>
                </a:solidFill>
                <a:latin typeface="Kumbh Sans" pitchFamily="2" charset="0"/>
                <a:cs typeface="Kumbh Sans" pitchFamily="2" charset="0"/>
              </a:rPr>
              <a:t>Kayla</a:t>
            </a:r>
          </a:p>
          <a:p>
            <a:pPr>
              <a:lnSpc>
                <a:spcPct val="200000"/>
              </a:lnSpc>
            </a:pPr>
            <a:r>
              <a:rPr lang="en-CA" sz="2800" dirty="0">
                <a:solidFill>
                  <a:schemeClr val="tx1">
                    <a:lumMod val="25000"/>
                    <a:lumOff val="75000"/>
                  </a:schemeClr>
                </a:solidFill>
                <a:latin typeface="Kumbh Sans" pitchFamily="2" charset="0"/>
                <a:cs typeface="Kumbh Sans" pitchFamily="2" charset="0"/>
              </a:rPr>
              <a:t>    </a:t>
            </a:r>
            <a:r>
              <a:rPr lang="en-CA" sz="2800" dirty="0">
                <a:latin typeface="Kumbh Sans" pitchFamily="2" charset="0"/>
                <a:cs typeface="Kumbh Sans" pitchFamily="2" charset="0"/>
              </a:rPr>
              <a:t>Jack</a:t>
            </a:r>
          </a:p>
          <a:p>
            <a:pPr>
              <a:lnSpc>
                <a:spcPct val="200000"/>
              </a:lnSpc>
            </a:pPr>
            <a:r>
              <a:rPr lang="en-CA" sz="2800" dirty="0">
                <a:solidFill>
                  <a:schemeClr val="tx1">
                    <a:lumMod val="25000"/>
                    <a:lumOff val="75000"/>
                  </a:schemeClr>
                </a:solidFill>
                <a:latin typeface="Kumbh Sans" pitchFamily="2" charset="0"/>
                <a:cs typeface="Kumbh Sans" pitchFamily="2" charset="0"/>
              </a:rPr>
              <a:t>    Edin</a:t>
            </a:r>
          </a:p>
          <a:p>
            <a:pPr>
              <a:lnSpc>
                <a:spcPct val="200000"/>
              </a:lnSpc>
            </a:pPr>
            <a:r>
              <a:rPr lang="en-CA" sz="2800" dirty="0">
                <a:solidFill>
                  <a:schemeClr val="tx1">
                    <a:lumMod val="25000"/>
                    <a:lumOff val="75000"/>
                  </a:schemeClr>
                </a:solidFill>
                <a:latin typeface="Kumbh Sans" pitchFamily="2" charset="0"/>
                <a:cs typeface="Kumbh Sans" pitchFamily="2" charset="0"/>
              </a:rPr>
              <a:t>    Jake</a:t>
            </a:r>
          </a:p>
          <a:p>
            <a:pPr>
              <a:lnSpc>
                <a:spcPct val="200000"/>
              </a:lnSpc>
            </a:pPr>
            <a:r>
              <a:rPr lang="en-CA" sz="2800" dirty="0">
                <a:solidFill>
                  <a:schemeClr val="tx1">
                    <a:lumMod val="25000"/>
                    <a:lumOff val="75000"/>
                  </a:schemeClr>
                </a:solidFill>
                <a:latin typeface="Kumbh Sans" pitchFamily="2" charset="0"/>
                <a:cs typeface="Kumbh Sans" pitchFamily="2" charset="0"/>
              </a:rPr>
              <a:t>    Steve</a:t>
            </a:r>
          </a:p>
          <a:p>
            <a:pPr>
              <a:lnSpc>
                <a:spcPct val="200000"/>
              </a:lnSpc>
            </a:pPr>
            <a:r>
              <a:rPr lang="en-CA" sz="2800" dirty="0">
                <a:solidFill>
                  <a:schemeClr val="tx1">
                    <a:lumMod val="25000"/>
                    <a:lumOff val="75000"/>
                  </a:schemeClr>
                </a:solidFill>
                <a:latin typeface="Kumbh Sans" pitchFamily="2" charset="0"/>
                <a:cs typeface="Kumbh Sans" pitchFamily="2" charset="0"/>
              </a:rPr>
              <a:t>Project</a:t>
            </a:r>
          </a:p>
        </p:txBody>
      </p:sp>
      <p:sp>
        <p:nvSpPr>
          <p:cNvPr id="12" name="TextBox 11">
            <a:extLst>
              <a:ext uri="{FF2B5EF4-FFF2-40B4-BE49-F238E27FC236}">
                <a16:creationId xmlns:a16="http://schemas.microsoft.com/office/drawing/2014/main" id="{A8ECB029-F628-7E2F-9B86-3C1773F06379}"/>
              </a:ext>
            </a:extLst>
          </p:cNvPr>
          <p:cNvSpPr txBox="1"/>
          <p:nvPr/>
        </p:nvSpPr>
        <p:spPr>
          <a:xfrm>
            <a:off x="5491491" y="2227699"/>
            <a:ext cx="4584909" cy="1848070"/>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Web Dev, Integrated Systems Dev</a:t>
            </a:r>
          </a:p>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Communications Manager</a:t>
            </a:r>
          </a:p>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Improve Teamwork Skills</a:t>
            </a:r>
          </a:p>
        </p:txBody>
      </p:sp>
    </p:spTree>
    <p:extLst>
      <p:ext uri="{BB962C8B-B14F-4D97-AF65-F5344CB8AC3E}">
        <p14:creationId xmlns:p14="http://schemas.microsoft.com/office/powerpoint/2010/main" val="353601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2.29167E-6 7.40741E-7 L -2.29167E-6 0.1243 " pathEditMode="relative" rAng="0" ptsTypes="AA">
                                      <p:cBhvr>
                                        <p:cTn id="6" dur="2000" fill="hold"/>
                                        <p:tgtEl>
                                          <p:spTgt spid="13"/>
                                        </p:tgtEl>
                                        <p:attrNameLst>
                                          <p:attrName>ppt_x</p:attrName>
                                          <p:attrName>ppt_y</p:attrName>
                                        </p:attrNameLst>
                                      </p:cBhvr>
                                      <p:rCtr x="0" y="6204"/>
                                    </p:animMotion>
                                  </p:childTnLst>
                                </p:cTn>
                              </p:par>
                              <p:par>
                                <p:cTn id="7" presetID="19" presetClass="emph" presetSubtype="0" fill="hold" nodeType="withEffect">
                                  <p:stCondLst>
                                    <p:cond delay="600"/>
                                  </p:stCondLst>
                                  <p:childTnLst>
                                    <p:animClr clrSpc="rgb" dir="cw">
                                      <p:cBhvr override="childStyle">
                                        <p:cTn id="8" dur="500" fill="hold"/>
                                        <p:tgtEl>
                                          <p:spTgt spid="6">
                                            <p:txEl>
                                              <p:pRg st="2" end="2"/>
                                            </p:txEl>
                                          </p:spTgt>
                                        </p:tgtEl>
                                        <p:attrNameLst>
                                          <p:attrName>style.color</p:attrName>
                                        </p:attrNameLst>
                                      </p:cBhvr>
                                      <p:to>
                                        <a:srgbClr val="96CDF8"/>
                                      </p:to>
                                    </p:animClr>
                                    <p:animClr clrSpc="rgb" dir="cw">
                                      <p:cBhvr>
                                        <p:cTn id="9" dur="500" fill="hold"/>
                                        <p:tgtEl>
                                          <p:spTgt spid="6">
                                            <p:txEl>
                                              <p:pRg st="2" end="2"/>
                                            </p:txEl>
                                          </p:spTgt>
                                        </p:tgtEl>
                                        <p:attrNameLst>
                                          <p:attrName>fillcolor</p:attrName>
                                        </p:attrNameLst>
                                      </p:cBhvr>
                                      <p:to>
                                        <a:srgbClr val="96CDF8"/>
                                      </p:to>
                                    </p:animClr>
                                    <p:set>
                                      <p:cBhvr>
                                        <p:cTn id="10" dur="500" fill="hold"/>
                                        <p:tgtEl>
                                          <p:spTgt spid="6">
                                            <p:txEl>
                                              <p:pRg st="2" end="2"/>
                                            </p:txEl>
                                          </p:spTgt>
                                        </p:tgtEl>
                                        <p:attrNameLst>
                                          <p:attrName>fill.type</p:attrName>
                                        </p:attrNameLst>
                                      </p:cBhvr>
                                      <p:to>
                                        <p:strVal val="solid"/>
                                      </p:to>
                                    </p:set>
                                    <p:set>
                                      <p:cBhvr>
                                        <p:cTn id="11" dur="500" fill="hold"/>
                                        <p:tgtEl>
                                          <p:spTgt spid="6">
                                            <p:txEl>
                                              <p:pRg st="2" end="2"/>
                                            </p:txEl>
                                          </p:spTgt>
                                        </p:tgtEl>
                                        <p:attrNameLst>
                                          <p:attrName>fill.on</p:attrName>
                                        </p:attrNameLst>
                                      </p:cBhvr>
                                      <p:to>
                                        <p:strVal val="true"/>
                                      </p:to>
                                    </p:set>
                                  </p:childTnLst>
                                </p:cTn>
                              </p:par>
                              <p:par>
                                <p:cTn id="12" presetID="19" presetClass="emph" presetSubtype="0" fill="hold" nodeType="withEffect">
                                  <p:stCondLst>
                                    <p:cond delay="600"/>
                                  </p:stCondLst>
                                  <p:childTnLst>
                                    <p:animClr clrSpc="rgb" dir="cw">
                                      <p:cBhvr override="childStyle">
                                        <p:cTn id="13" dur="500" fill="hold"/>
                                        <p:tgtEl>
                                          <p:spTgt spid="6">
                                            <p:txEl>
                                              <p:pRg st="3" end="3"/>
                                            </p:txEl>
                                          </p:spTgt>
                                        </p:tgtEl>
                                        <p:attrNameLst>
                                          <p:attrName>style.color</p:attrName>
                                        </p:attrNameLst>
                                      </p:cBhvr>
                                      <p:to>
                                        <a:schemeClr val="accent2"/>
                                      </p:to>
                                    </p:animClr>
                                    <p:animClr clrSpc="rgb" dir="cw">
                                      <p:cBhvr>
                                        <p:cTn id="14" dur="500" fill="hold"/>
                                        <p:tgtEl>
                                          <p:spTgt spid="6">
                                            <p:txEl>
                                              <p:pRg st="3" end="3"/>
                                            </p:txEl>
                                          </p:spTgt>
                                        </p:tgtEl>
                                        <p:attrNameLst>
                                          <p:attrName>fillcolor</p:attrName>
                                        </p:attrNameLst>
                                      </p:cBhvr>
                                      <p:to>
                                        <a:schemeClr val="accent2"/>
                                      </p:to>
                                    </p:animClr>
                                    <p:set>
                                      <p:cBhvr>
                                        <p:cTn id="15" dur="500" fill="hold"/>
                                        <p:tgtEl>
                                          <p:spTgt spid="6">
                                            <p:txEl>
                                              <p:pRg st="3" end="3"/>
                                            </p:txEl>
                                          </p:spTgt>
                                        </p:tgtEl>
                                        <p:attrNameLst>
                                          <p:attrName>fill.type</p:attrName>
                                        </p:attrNameLst>
                                      </p:cBhvr>
                                      <p:to>
                                        <p:strVal val="solid"/>
                                      </p:to>
                                    </p:set>
                                    <p:set>
                                      <p:cBhvr>
                                        <p:cTn id="16" dur="500" fill="hold"/>
                                        <p:tgtEl>
                                          <p:spTgt spid="6">
                                            <p:txEl>
                                              <p:pRg st="3" end="3"/>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animEffect transition="in" filter="fade">
                                      <p:cBhvr>
                                        <p:cTn id="21" dur="500"/>
                                        <p:tgtEl>
                                          <p:spTgt spid="12">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2">
                                            <p:txEl>
                                              <p:pRg st="1" end="1"/>
                                            </p:txEl>
                                          </p:spTgt>
                                        </p:tgtEl>
                                        <p:attrNameLst>
                                          <p:attrName>style.visibility</p:attrName>
                                        </p:attrNameLst>
                                      </p:cBhvr>
                                      <p:to>
                                        <p:strVal val="visible"/>
                                      </p:to>
                                    </p:set>
                                    <p:animEffect transition="in" filter="fade">
                                      <p:cBhvr>
                                        <p:cTn id="26" dur="500"/>
                                        <p:tgtEl>
                                          <p:spTgt spid="12">
                                            <p:txEl>
                                              <p:pRg st="1" end="1"/>
                                            </p:txEl>
                                          </p:spTgt>
                                        </p:tgtEl>
                                      </p:cBhvr>
                                    </p:animEffect>
                                  </p:childTnLst>
                                </p:cTn>
                              </p:par>
                              <p:par>
                                <p:cTn id="27" presetID="19" presetClass="emph" presetSubtype="0" fill="hold" nodeType="withEffect">
                                  <p:stCondLst>
                                    <p:cond delay="0"/>
                                  </p:stCondLst>
                                  <p:childTnLst>
                                    <p:animClr clrSpc="rgb" dir="cw">
                                      <p:cBhvr override="childStyle">
                                        <p:cTn id="28" dur="500" fill="hold"/>
                                        <p:tgtEl>
                                          <p:spTgt spid="12">
                                            <p:txEl>
                                              <p:pRg st="0" end="0"/>
                                            </p:txEl>
                                          </p:spTgt>
                                        </p:tgtEl>
                                        <p:attrNameLst>
                                          <p:attrName>style.color</p:attrName>
                                        </p:attrNameLst>
                                      </p:cBhvr>
                                      <p:to>
                                        <a:srgbClr val="96CDF8"/>
                                      </p:to>
                                    </p:animClr>
                                    <p:animClr clrSpc="rgb" dir="cw">
                                      <p:cBhvr>
                                        <p:cTn id="29" dur="500" fill="hold"/>
                                        <p:tgtEl>
                                          <p:spTgt spid="12">
                                            <p:txEl>
                                              <p:pRg st="0" end="0"/>
                                            </p:txEl>
                                          </p:spTgt>
                                        </p:tgtEl>
                                        <p:attrNameLst>
                                          <p:attrName>fillcolor</p:attrName>
                                        </p:attrNameLst>
                                      </p:cBhvr>
                                      <p:to>
                                        <a:srgbClr val="96CDF8"/>
                                      </p:to>
                                    </p:animClr>
                                    <p:set>
                                      <p:cBhvr>
                                        <p:cTn id="30" dur="500" fill="hold"/>
                                        <p:tgtEl>
                                          <p:spTgt spid="12">
                                            <p:txEl>
                                              <p:pRg st="0" end="0"/>
                                            </p:txEl>
                                          </p:spTgt>
                                        </p:tgtEl>
                                        <p:attrNameLst>
                                          <p:attrName>fill.type</p:attrName>
                                        </p:attrNameLst>
                                      </p:cBhvr>
                                      <p:to>
                                        <p:strVal val="solid"/>
                                      </p:to>
                                    </p:set>
                                    <p:set>
                                      <p:cBhvr>
                                        <p:cTn id="31" dur="500" fill="hold"/>
                                        <p:tgtEl>
                                          <p:spTgt spid="12">
                                            <p:txEl>
                                              <p:pRg st="0" end="0"/>
                                            </p:txEl>
                                          </p:spTgt>
                                        </p:tgtEl>
                                        <p:attrNameLst>
                                          <p:attrName>fill.on</p:attrName>
                                        </p:attrNameLst>
                                      </p:cBhvr>
                                      <p:to>
                                        <p:strVal val="true"/>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2">
                                            <p:txEl>
                                              <p:pRg st="2" end="2"/>
                                            </p:txEl>
                                          </p:spTgt>
                                        </p:tgtEl>
                                        <p:attrNameLst>
                                          <p:attrName>style.visibility</p:attrName>
                                        </p:attrNameLst>
                                      </p:cBhvr>
                                      <p:to>
                                        <p:strVal val="visible"/>
                                      </p:to>
                                    </p:set>
                                    <p:animEffect transition="in" filter="fade">
                                      <p:cBhvr>
                                        <p:cTn id="36" dur="500"/>
                                        <p:tgtEl>
                                          <p:spTgt spid="12">
                                            <p:txEl>
                                              <p:pRg st="2" end="2"/>
                                            </p:txEl>
                                          </p:spTgt>
                                        </p:tgtEl>
                                      </p:cBhvr>
                                    </p:animEffect>
                                  </p:childTnLst>
                                </p:cTn>
                              </p:par>
                              <p:par>
                                <p:cTn id="37" presetID="19" presetClass="emph" presetSubtype="0" fill="hold" nodeType="withEffect">
                                  <p:stCondLst>
                                    <p:cond delay="0"/>
                                  </p:stCondLst>
                                  <p:childTnLst>
                                    <p:animClr clrSpc="rgb" dir="cw">
                                      <p:cBhvr override="childStyle">
                                        <p:cTn id="38" dur="500" fill="hold"/>
                                        <p:tgtEl>
                                          <p:spTgt spid="12">
                                            <p:txEl>
                                              <p:pRg st="1" end="1"/>
                                            </p:txEl>
                                          </p:spTgt>
                                        </p:tgtEl>
                                        <p:attrNameLst>
                                          <p:attrName>style.color</p:attrName>
                                        </p:attrNameLst>
                                      </p:cBhvr>
                                      <p:to>
                                        <a:srgbClr val="96CDF8"/>
                                      </p:to>
                                    </p:animClr>
                                    <p:animClr clrSpc="rgb" dir="cw">
                                      <p:cBhvr>
                                        <p:cTn id="39" dur="500" fill="hold"/>
                                        <p:tgtEl>
                                          <p:spTgt spid="12">
                                            <p:txEl>
                                              <p:pRg st="1" end="1"/>
                                            </p:txEl>
                                          </p:spTgt>
                                        </p:tgtEl>
                                        <p:attrNameLst>
                                          <p:attrName>fillcolor</p:attrName>
                                        </p:attrNameLst>
                                      </p:cBhvr>
                                      <p:to>
                                        <a:srgbClr val="96CDF8"/>
                                      </p:to>
                                    </p:animClr>
                                    <p:set>
                                      <p:cBhvr>
                                        <p:cTn id="40" dur="500" fill="hold"/>
                                        <p:tgtEl>
                                          <p:spTgt spid="12">
                                            <p:txEl>
                                              <p:pRg st="1" end="1"/>
                                            </p:txEl>
                                          </p:spTgt>
                                        </p:tgtEl>
                                        <p:attrNameLst>
                                          <p:attrName>fill.type</p:attrName>
                                        </p:attrNameLst>
                                      </p:cBhvr>
                                      <p:to>
                                        <p:strVal val="solid"/>
                                      </p:to>
                                    </p:set>
                                    <p:set>
                                      <p:cBhvr>
                                        <p:cTn id="41" dur="500" fill="hold"/>
                                        <p:tgtEl>
                                          <p:spTgt spid="12">
                                            <p:txEl>
                                              <p:pRg st="1" end="1"/>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A2DB1-0972-ADB0-6F1C-CFF63DA48888}"/>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E59EC7BF-914E-85A2-00CF-78796D754808}"/>
              </a:ext>
            </a:extLst>
          </p:cNvPr>
          <p:cNvGrpSpPr/>
          <p:nvPr/>
        </p:nvGrpSpPr>
        <p:grpSpPr>
          <a:xfrm>
            <a:off x="331871" y="2827801"/>
            <a:ext cx="2878053" cy="1317253"/>
            <a:chOff x="331871" y="1155279"/>
            <a:chExt cx="2878053" cy="1317253"/>
          </a:xfrm>
        </p:grpSpPr>
        <p:sp>
          <p:nvSpPr>
            <p:cNvPr id="3" name="Rectangle: Rounded Corners 2">
              <a:extLst>
                <a:ext uri="{FF2B5EF4-FFF2-40B4-BE49-F238E27FC236}">
                  <a16:creationId xmlns:a16="http://schemas.microsoft.com/office/drawing/2014/main" id="{F99D84A3-D329-9508-AD3B-65C0C4D1A8D7}"/>
                </a:ext>
              </a:extLst>
            </p:cNvPr>
            <p:cNvSpPr/>
            <p:nvPr/>
          </p:nvSpPr>
          <p:spPr>
            <a:xfrm>
              <a:off x="331871" y="1458117"/>
              <a:ext cx="2878053"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nvGrpSpPr>
            <p:cNvPr id="5" name="Group 4">
              <a:extLst>
                <a:ext uri="{FF2B5EF4-FFF2-40B4-BE49-F238E27FC236}">
                  <a16:creationId xmlns:a16="http://schemas.microsoft.com/office/drawing/2014/main" id="{7082E522-EC63-85B8-C764-075623491A75}"/>
                </a:ext>
              </a:extLst>
            </p:cNvPr>
            <p:cNvGrpSpPr/>
            <p:nvPr/>
          </p:nvGrpSpPr>
          <p:grpSpPr>
            <a:xfrm>
              <a:off x="2703597" y="2172494"/>
              <a:ext cx="300037" cy="300038"/>
              <a:chOff x="1234559" y="4745831"/>
              <a:chExt cx="300037" cy="300038"/>
            </a:xfrm>
          </p:grpSpPr>
          <p:sp>
            <p:nvSpPr>
              <p:cNvPr id="10" name="Rectangle 9">
                <a:extLst>
                  <a:ext uri="{FF2B5EF4-FFF2-40B4-BE49-F238E27FC236}">
                    <a16:creationId xmlns:a16="http://schemas.microsoft.com/office/drawing/2014/main" id="{EBD02BE5-060E-970C-4892-9B164DF60B58}"/>
                  </a:ext>
                </a:extLst>
              </p:cNvPr>
              <p:cNvSpPr/>
              <p:nvPr/>
            </p:nvSpPr>
            <p:spPr>
              <a:xfrm>
                <a:off x="1234559" y="4745832"/>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1" name="Oval 10">
                <a:extLst>
                  <a:ext uri="{FF2B5EF4-FFF2-40B4-BE49-F238E27FC236}">
                    <a16:creationId xmlns:a16="http://schemas.microsoft.com/office/drawing/2014/main" id="{4FE7666B-9087-A9EB-A906-CDE009367B28}"/>
                  </a:ext>
                </a:extLst>
              </p:cNvPr>
              <p:cNvSpPr/>
              <p:nvPr/>
            </p:nvSpPr>
            <p:spPr>
              <a:xfrm>
                <a:off x="1234559" y="4745831"/>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7" name="Group 6">
              <a:extLst>
                <a:ext uri="{FF2B5EF4-FFF2-40B4-BE49-F238E27FC236}">
                  <a16:creationId xmlns:a16="http://schemas.microsoft.com/office/drawing/2014/main" id="{1173344E-F516-F138-FA58-D73764C2C7BA}"/>
                </a:ext>
              </a:extLst>
            </p:cNvPr>
            <p:cNvGrpSpPr/>
            <p:nvPr/>
          </p:nvGrpSpPr>
          <p:grpSpPr>
            <a:xfrm rot="5400000">
              <a:off x="2701215" y="1157660"/>
              <a:ext cx="304799" cy="300038"/>
              <a:chOff x="1232178" y="4745831"/>
              <a:chExt cx="304799" cy="300038"/>
            </a:xfrm>
          </p:grpSpPr>
          <p:sp>
            <p:nvSpPr>
              <p:cNvPr id="8" name="Rectangle 7">
                <a:extLst>
                  <a:ext uri="{FF2B5EF4-FFF2-40B4-BE49-F238E27FC236}">
                    <a16:creationId xmlns:a16="http://schemas.microsoft.com/office/drawing/2014/main" id="{3AD98184-E8E6-0DB2-6C4B-E69598E79072}"/>
                  </a:ext>
                </a:extLst>
              </p:cNvPr>
              <p:cNvSpPr/>
              <p:nvPr/>
            </p:nvSpPr>
            <p:spPr>
              <a:xfrm>
                <a:off x="1236940" y="4745832"/>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9" name="Oval 8">
                <a:extLst>
                  <a:ext uri="{FF2B5EF4-FFF2-40B4-BE49-F238E27FC236}">
                    <a16:creationId xmlns:a16="http://schemas.microsoft.com/office/drawing/2014/main" id="{B328075D-57DC-65EF-8942-FEA7B2FD3340}"/>
                  </a:ext>
                </a:extLst>
              </p:cNvPr>
              <p:cNvSpPr/>
              <p:nvPr/>
            </p:nvSpPr>
            <p:spPr>
              <a:xfrm>
                <a:off x="1232178" y="4745831"/>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sp>
        <p:nvSpPr>
          <p:cNvPr id="12" name="Rectangle: Rounded Corners 11">
            <a:extLst>
              <a:ext uri="{FF2B5EF4-FFF2-40B4-BE49-F238E27FC236}">
                <a16:creationId xmlns:a16="http://schemas.microsoft.com/office/drawing/2014/main" id="{3A26E48C-2F04-0A6F-2639-1EC26E9D237D}"/>
              </a:ext>
            </a:extLst>
          </p:cNvPr>
          <p:cNvSpPr/>
          <p:nvPr/>
        </p:nvSpPr>
        <p:spPr>
          <a:xfrm>
            <a:off x="3003634" y="585786"/>
            <a:ext cx="8559716" cy="5686427"/>
          </a:xfrm>
          <a:prstGeom prst="roundRect">
            <a:avLst>
              <a:gd name="adj" fmla="val 2513"/>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Box 5">
            <a:extLst>
              <a:ext uri="{FF2B5EF4-FFF2-40B4-BE49-F238E27FC236}">
                <a16:creationId xmlns:a16="http://schemas.microsoft.com/office/drawing/2014/main" id="{4B417B1F-4D76-94E6-39D5-BE8719071E14}"/>
              </a:ext>
            </a:extLst>
          </p:cNvPr>
          <p:cNvSpPr txBox="1"/>
          <p:nvPr/>
        </p:nvSpPr>
        <p:spPr>
          <a:xfrm>
            <a:off x="440111" y="376344"/>
            <a:ext cx="1588897" cy="5997476"/>
          </a:xfrm>
          <a:prstGeom prst="rect">
            <a:avLst/>
          </a:prstGeom>
          <a:noFill/>
        </p:spPr>
        <p:txBody>
          <a:bodyPr wrap="none" rtlCol="0">
            <a:spAutoFit/>
          </a:bodyPr>
          <a:lstStyle/>
          <a:p>
            <a:pPr>
              <a:lnSpc>
                <a:spcPct val="200000"/>
              </a:lnSpc>
            </a:pPr>
            <a:r>
              <a:rPr lang="en-CA" sz="2800" dirty="0">
                <a:latin typeface="Kumbh Sans" pitchFamily="2" charset="0"/>
                <a:cs typeface="Kumbh Sans" pitchFamily="2" charset="0"/>
              </a:rPr>
              <a:t>Adestria</a:t>
            </a:r>
          </a:p>
          <a:p>
            <a:pPr>
              <a:lnSpc>
                <a:spcPct val="200000"/>
              </a:lnSpc>
            </a:pPr>
            <a:r>
              <a:rPr lang="en-CA" sz="2800" dirty="0">
                <a:latin typeface="Kumbh Sans" pitchFamily="2" charset="0"/>
                <a:cs typeface="Kumbh Sans" pitchFamily="2" charset="0"/>
              </a:rPr>
              <a:t>    </a:t>
            </a:r>
            <a:r>
              <a:rPr lang="en-CA" sz="2800" dirty="0">
                <a:solidFill>
                  <a:schemeClr val="tx1">
                    <a:lumMod val="25000"/>
                    <a:lumOff val="75000"/>
                  </a:schemeClr>
                </a:solidFill>
                <a:latin typeface="Kumbh Sans" pitchFamily="2" charset="0"/>
                <a:cs typeface="Kumbh Sans" pitchFamily="2" charset="0"/>
              </a:rPr>
              <a:t>Kayla</a:t>
            </a:r>
          </a:p>
          <a:p>
            <a:pPr>
              <a:lnSpc>
                <a:spcPct val="200000"/>
              </a:lnSpc>
            </a:pPr>
            <a:r>
              <a:rPr lang="en-CA" sz="2800" dirty="0">
                <a:solidFill>
                  <a:schemeClr val="tx1">
                    <a:lumMod val="25000"/>
                    <a:lumOff val="75000"/>
                  </a:schemeClr>
                </a:solidFill>
                <a:latin typeface="Kumbh Sans" pitchFamily="2" charset="0"/>
                <a:cs typeface="Kumbh Sans" pitchFamily="2" charset="0"/>
              </a:rPr>
              <a:t>    Jack</a:t>
            </a:r>
          </a:p>
          <a:p>
            <a:pPr>
              <a:lnSpc>
                <a:spcPct val="200000"/>
              </a:lnSpc>
            </a:pPr>
            <a:r>
              <a:rPr lang="en-CA" sz="2800" dirty="0">
                <a:solidFill>
                  <a:schemeClr val="tx1">
                    <a:lumMod val="25000"/>
                    <a:lumOff val="75000"/>
                  </a:schemeClr>
                </a:solidFill>
                <a:latin typeface="Kumbh Sans" pitchFamily="2" charset="0"/>
                <a:cs typeface="Kumbh Sans" pitchFamily="2" charset="0"/>
              </a:rPr>
              <a:t>    </a:t>
            </a:r>
            <a:r>
              <a:rPr lang="en-CA" sz="2800" dirty="0">
                <a:latin typeface="Kumbh Sans" pitchFamily="2" charset="0"/>
                <a:cs typeface="Kumbh Sans" pitchFamily="2" charset="0"/>
              </a:rPr>
              <a:t>Edin</a:t>
            </a:r>
          </a:p>
          <a:p>
            <a:pPr>
              <a:lnSpc>
                <a:spcPct val="200000"/>
              </a:lnSpc>
            </a:pPr>
            <a:r>
              <a:rPr lang="en-CA" sz="2800" dirty="0">
                <a:solidFill>
                  <a:schemeClr val="tx1">
                    <a:lumMod val="25000"/>
                    <a:lumOff val="75000"/>
                  </a:schemeClr>
                </a:solidFill>
                <a:latin typeface="Kumbh Sans" pitchFamily="2" charset="0"/>
                <a:cs typeface="Kumbh Sans" pitchFamily="2" charset="0"/>
              </a:rPr>
              <a:t>    Jake</a:t>
            </a:r>
          </a:p>
          <a:p>
            <a:pPr>
              <a:lnSpc>
                <a:spcPct val="200000"/>
              </a:lnSpc>
            </a:pPr>
            <a:r>
              <a:rPr lang="en-CA" sz="2800" dirty="0">
                <a:solidFill>
                  <a:schemeClr val="tx1">
                    <a:lumMod val="25000"/>
                    <a:lumOff val="75000"/>
                  </a:schemeClr>
                </a:solidFill>
                <a:latin typeface="Kumbh Sans" pitchFamily="2" charset="0"/>
                <a:cs typeface="Kumbh Sans" pitchFamily="2" charset="0"/>
              </a:rPr>
              <a:t>    Steve</a:t>
            </a:r>
          </a:p>
          <a:p>
            <a:pPr>
              <a:lnSpc>
                <a:spcPct val="200000"/>
              </a:lnSpc>
            </a:pPr>
            <a:r>
              <a:rPr lang="en-CA" sz="2800" dirty="0">
                <a:solidFill>
                  <a:schemeClr val="tx1">
                    <a:lumMod val="25000"/>
                    <a:lumOff val="75000"/>
                  </a:schemeClr>
                </a:solidFill>
                <a:latin typeface="Kumbh Sans" pitchFamily="2" charset="0"/>
                <a:cs typeface="Kumbh Sans" pitchFamily="2" charset="0"/>
              </a:rPr>
              <a:t>Project</a:t>
            </a:r>
          </a:p>
        </p:txBody>
      </p:sp>
      <p:sp>
        <p:nvSpPr>
          <p:cNvPr id="4" name="TextBox 3">
            <a:extLst>
              <a:ext uri="{FF2B5EF4-FFF2-40B4-BE49-F238E27FC236}">
                <a16:creationId xmlns:a16="http://schemas.microsoft.com/office/drawing/2014/main" id="{FCB0987B-36F3-8A6F-1B24-CA8B0A4ABC95}"/>
              </a:ext>
            </a:extLst>
          </p:cNvPr>
          <p:cNvSpPr txBox="1"/>
          <p:nvPr/>
        </p:nvSpPr>
        <p:spPr>
          <a:xfrm>
            <a:off x="5491491" y="2227699"/>
            <a:ext cx="3504486" cy="1848070"/>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Experienced Web Dev</a:t>
            </a:r>
          </a:p>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Lead Dev</a:t>
            </a:r>
          </a:p>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Professionally Lead Team</a:t>
            </a:r>
          </a:p>
        </p:txBody>
      </p:sp>
    </p:spTree>
    <p:extLst>
      <p:ext uri="{BB962C8B-B14F-4D97-AF65-F5344CB8AC3E}">
        <p14:creationId xmlns:p14="http://schemas.microsoft.com/office/powerpoint/2010/main" val="557364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2.29167E-6 -3.33333E-6 L -2.29167E-6 0.12801 " pathEditMode="relative" rAng="0" ptsTypes="AA">
                                      <p:cBhvr>
                                        <p:cTn id="6" dur="2000" fill="hold"/>
                                        <p:tgtEl>
                                          <p:spTgt spid="2"/>
                                        </p:tgtEl>
                                        <p:attrNameLst>
                                          <p:attrName>ppt_x</p:attrName>
                                          <p:attrName>ppt_y</p:attrName>
                                        </p:attrNameLst>
                                      </p:cBhvr>
                                      <p:rCtr x="0" y="6389"/>
                                    </p:animMotion>
                                  </p:childTnLst>
                                </p:cTn>
                              </p:par>
                              <p:par>
                                <p:cTn id="7" presetID="19" presetClass="emph" presetSubtype="0" fill="hold" nodeType="withEffect">
                                  <p:stCondLst>
                                    <p:cond delay="600"/>
                                  </p:stCondLst>
                                  <p:childTnLst>
                                    <p:animClr clrSpc="rgb" dir="cw">
                                      <p:cBhvr override="childStyle">
                                        <p:cTn id="8" dur="500" fill="hold"/>
                                        <p:tgtEl>
                                          <p:spTgt spid="6">
                                            <p:txEl>
                                              <p:pRg st="3" end="3"/>
                                            </p:txEl>
                                          </p:spTgt>
                                        </p:tgtEl>
                                        <p:attrNameLst>
                                          <p:attrName>style.color</p:attrName>
                                        </p:attrNameLst>
                                      </p:cBhvr>
                                      <p:to>
                                        <a:srgbClr val="96CDF8"/>
                                      </p:to>
                                    </p:animClr>
                                    <p:animClr clrSpc="rgb" dir="cw">
                                      <p:cBhvr>
                                        <p:cTn id="9" dur="500" fill="hold"/>
                                        <p:tgtEl>
                                          <p:spTgt spid="6">
                                            <p:txEl>
                                              <p:pRg st="3" end="3"/>
                                            </p:txEl>
                                          </p:spTgt>
                                        </p:tgtEl>
                                        <p:attrNameLst>
                                          <p:attrName>fillcolor</p:attrName>
                                        </p:attrNameLst>
                                      </p:cBhvr>
                                      <p:to>
                                        <a:srgbClr val="96CDF8"/>
                                      </p:to>
                                    </p:animClr>
                                    <p:set>
                                      <p:cBhvr>
                                        <p:cTn id="10" dur="500" fill="hold"/>
                                        <p:tgtEl>
                                          <p:spTgt spid="6">
                                            <p:txEl>
                                              <p:pRg st="3" end="3"/>
                                            </p:txEl>
                                          </p:spTgt>
                                        </p:tgtEl>
                                        <p:attrNameLst>
                                          <p:attrName>fill.type</p:attrName>
                                        </p:attrNameLst>
                                      </p:cBhvr>
                                      <p:to>
                                        <p:strVal val="solid"/>
                                      </p:to>
                                    </p:set>
                                    <p:set>
                                      <p:cBhvr>
                                        <p:cTn id="11" dur="500" fill="hold"/>
                                        <p:tgtEl>
                                          <p:spTgt spid="6">
                                            <p:txEl>
                                              <p:pRg st="3" end="3"/>
                                            </p:txEl>
                                          </p:spTgt>
                                        </p:tgtEl>
                                        <p:attrNameLst>
                                          <p:attrName>fill.on</p:attrName>
                                        </p:attrNameLst>
                                      </p:cBhvr>
                                      <p:to>
                                        <p:strVal val="true"/>
                                      </p:to>
                                    </p:set>
                                  </p:childTnLst>
                                </p:cTn>
                              </p:par>
                              <p:par>
                                <p:cTn id="12" presetID="19" presetClass="emph" presetSubtype="0" fill="hold" nodeType="withEffect">
                                  <p:stCondLst>
                                    <p:cond delay="600"/>
                                  </p:stCondLst>
                                  <p:childTnLst>
                                    <p:animClr clrSpc="rgb" dir="cw">
                                      <p:cBhvr override="childStyle">
                                        <p:cTn id="13" dur="500" fill="hold"/>
                                        <p:tgtEl>
                                          <p:spTgt spid="6">
                                            <p:txEl>
                                              <p:pRg st="4" end="4"/>
                                            </p:txEl>
                                          </p:spTgt>
                                        </p:tgtEl>
                                        <p:attrNameLst>
                                          <p:attrName>style.color</p:attrName>
                                        </p:attrNameLst>
                                      </p:cBhvr>
                                      <p:to>
                                        <a:schemeClr val="accent2"/>
                                      </p:to>
                                    </p:animClr>
                                    <p:animClr clrSpc="rgb" dir="cw">
                                      <p:cBhvr>
                                        <p:cTn id="14" dur="500" fill="hold"/>
                                        <p:tgtEl>
                                          <p:spTgt spid="6">
                                            <p:txEl>
                                              <p:pRg st="4" end="4"/>
                                            </p:txEl>
                                          </p:spTgt>
                                        </p:tgtEl>
                                        <p:attrNameLst>
                                          <p:attrName>fillcolor</p:attrName>
                                        </p:attrNameLst>
                                      </p:cBhvr>
                                      <p:to>
                                        <a:schemeClr val="accent2"/>
                                      </p:to>
                                    </p:animClr>
                                    <p:set>
                                      <p:cBhvr>
                                        <p:cTn id="15" dur="500" fill="hold"/>
                                        <p:tgtEl>
                                          <p:spTgt spid="6">
                                            <p:txEl>
                                              <p:pRg st="4" end="4"/>
                                            </p:txEl>
                                          </p:spTgt>
                                        </p:tgtEl>
                                        <p:attrNameLst>
                                          <p:attrName>fill.type</p:attrName>
                                        </p:attrNameLst>
                                      </p:cBhvr>
                                      <p:to>
                                        <p:strVal val="solid"/>
                                      </p:to>
                                    </p:set>
                                    <p:set>
                                      <p:cBhvr>
                                        <p:cTn id="16" dur="500" fill="hold"/>
                                        <p:tgtEl>
                                          <p:spTgt spid="6">
                                            <p:txEl>
                                              <p:pRg st="4" end="4"/>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animEffect transition="in" filter="fade">
                                      <p:cBhvr>
                                        <p:cTn id="21" dur="500"/>
                                        <p:tgtEl>
                                          <p:spTgt spid="4">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
                                            <p:txEl>
                                              <p:pRg st="1" end="1"/>
                                            </p:txEl>
                                          </p:spTgt>
                                        </p:tgtEl>
                                        <p:attrNameLst>
                                          <p:attrName>style.visibility</p:attrName>
                                        </p:attrNameLst>
                                      </p:cBhvr>
                                      <p:to>
                                        <p:strVal val="visible"/>
                                      </p:to>
                                    </p:set>
                                    <p:animEffect transition="in" filter="fade">
                                      <p:cBhvr>
                                        <p:cTn id="26" dur="500"/>
                                        <p:tgtEl>
                                          <p:spTgt spid="4">
                                            <p:txEl>
                                              <p:pRg st="1" end="1"/>
                                            </p:txEl>
                                          </p:spTgt>
                                        </p:tgtEl>
                                      </p:cBhvr>
                                    </p:animEffect>
                                  </p:childTnLst>
                                </p:cTn>
                              </p:par>
                              <p:par>
                                <p:cTn id="27" presetID="19" presetClass="emph" presetSubtype="0" fill="hold" nodeType="withEffect">
                                  <p:stCondLst>
                                    <p:cond delay="0"/>
                                  </p:stCondLst>
                                  <p:childTnLst>
                                    <p:animClr clrSpc="rgb" dir="cw">
                                      <p:cBhvr override="childStyle">
                                        <p:cTn id="28" dur="500" fill="hold"/>
                                        <p:tgtEl>
                                          <p:spTgt spid="4">
                                            <p:txEl>
                                              <p:pRg st="0" end="0"/>
                                            </p:txEl>
                                          </p:spTgt>
                                        </p:tgtEl>
                                        <p:attrNameLst>
                                          <p:attrName>style.color</p:attrName>
                                        </p:attrNameLst>
                                      </p:cBhvr>
                                      <p:to>
                                        <a:srgbClr val="96CDF8"/>
                                      </p:to>
                                    </p:animClr>
                                    <p:animClr clrSpc="rgb" dir="cw">
                                      <p:cBhvr>
                                        <p:cTn id="29" dur="500" fill="hold"/>
                                        <p:tgtEl>
                                          <p:spTgt spid="4">
                                            <p:txEl>
                                              <p:pRg st="0" end="0"/>
                                            </p:txEl>
                                          </p:spTgt>
                                        </p:tgtEl>
                                        <p:attrNameLst>
                                          <p:attrName>fillcolor</p:attrName>
                                        </p:attrNameLst>
                                      </p:cBhvr>
                                      <p:to>
                                        <a:srgbClr val="96CDF8"/>
                                      </p:to>
                                    </p:animClr>
                                    <p:set>
                                      <p:cBhvr>
                                        <p:cTn id="30" dur="500" fill="hold"/>
                                        <p:tgtEl>
                                          <p:spTgt spid="4">
                                            <p:txEl>
                                              <p:pRg st="0" end="0"/>
                                            </p:txEl>
                                          </p:spTgt>
                                        </p:tgtEl>
                                        <p:attrNameLst>
                                          <p:attrName>fill.type</p:attrName>
                                        </p:attrNameLst>
                                      </p:cBhvr>
                                      <p:to>
                                        <p:strVal val="solid"/>
                                      </p:to>
                                    </p:set>
                                    <p:set>
                                      <p:cBhvr>
                                        <p:cTn id="31" dur="500" fill="hold"/>
                                        <p:tgtEl>
                                          <p:spTgt spid="4">
                                            <p:txEl>
                                              <p:pRg st="0" end="0"/>
                                            </p:txEl>
                                          </p:spTgt>
                                        </p:tgtEl>
                                        <p:attrNameLst>
                                          <p:attrName>fill.on</p:attrName>
                                        </p:attrNameLst>
                                      </p:cBhvr>
                                      <p:to>
                                        <p:strVal val="true"/>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4">
                                            <p:txEl>
                                              <p:pRg st="2" end="2"/>
                                            </p:txEl>
                                          </p:spTgt>
                                        </p:tgtEl>
                                        <p:attrNameLst>
                                          <p:attrName>style.visibility</p:attrName>
                                        </p:attrNameLst>
                                      </p:cBhvr>
                                      <p:to>
                                        <p:strVal val="visible"/>
                                      </p:to>
                                    </p:set>
                                    <p:animEffect transition="in" filter="fade">
                                      <p:cBhvr>
                                        <p:cTn id="36" dur="500"/>
                                        <p:tgtEl>
                                          <p:spTgt spid="4">
                                            <p:txEl>
                                              <p:pRg st="2" end="2"/>
                                            </p:txEl>
                                          </p:spTgt>
                                        </p:tgtEl>
                                      </p:cBhvr>
                                    </p:animEffect>
                                  </p:childTnLst>
                                </p:cTn>
                              </p:par>
                              <p:par>
                                <p:cTn id="37" presetID="19" presetClass="emph" presetSubtype="0" fill="hold" nodeType="withEffect">
                                  <p:stCondLst>
                                    <p:cond delay="0"/>
                                  </p:stCondLst>
                                  <p:childTnLst>
                                    <p:animClr clrSpc="rgb" dir="cw">
                                      <p:cBhvr override="childStyle">
                                        <p:cTn id="38" dur="500" fill="hold"/>
                                        <p:tgtEl>
                                          <p:spTgt spid="4">
                                            <p:txEl>
                                              <p:pRg st="1" end="1"/>
                                            </p:txEl>
                                          </p:spTgt>
                                        </p:tgtEl>
                                        <p:attrNameLst>
                                          <p:attrName>style.color</p:attrName>
                                        </p:attrNameLst>
                                      </p:cBhvr>
                                      <p:to>
                                        <a:srgbClr val="96CDF8"/>
                                      </p:to>
                                    </p:animClr>
                                    <p:animClr clrSpc="rgb" dir="cw">
                                      <p:cBhvr>
                                        <p:cTn id="39" dur="500" fill="hold"/>
                                        <p:tgtEl>
                                          <p:spTgt spid="4">
                                            <p:txEl>
                                              <p:pRg st="1" end="1"/>
                                            </p:txEl>
                                          </p:spTgt>
                                        </p:tgtEl>
                                        <p:attrNameLst>
                                          <p:attrName>fillcolor</p:attrName>
                                        </p:attrNameLst>
                                      </p:cBhvr>
                                      <p:to>
                                        <a:srgbClr val="96CDF8"/>
                                      </p:to>
                                    </p:animClr>
                                    <p:set>
                                      <p:cBhvr>
                                        <p:cTn id="40" dur="500" fill="hold"/>
                                        <p:tgtEl>
                                          <p:spTgt spid="4">
                                            <p:txEl>
                                              <p:pRg st="1" end="1"/>
                                            </p:txEl>
                                          </p:spTgt>
                                        </p:tgtEl>
                                        <p:attrNameLst>
                                          <p:attrName>fill.type</p:attrName>
                                        </p:attrNameLst>
                                      </p:cBhvr>
                                      <p:to>
                                        <p:strVal val="solid"/>
                                      </p:to>
                                    </p:set>
                                    <p:set>
                                      <p:cBhvr>
                                        <p:cTn id="41" dur="500" fill="hold"/>
                                        <p:tgtEl>
                                          <p:spTgt spid="4">
                                            <p:txEl>
                                              <p:pRg st="1" end="1"/>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C37E5-8D7F-1E15-21B2-AFA56ED8C014}"/>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8D61939E-C735-79B0-5874-F057CAE1E1D2}"/>
              </a:ext>
            </a:extLst>
          </p:cNvPr>
          <p:cNvSpPr/>
          <p:nvPr/>
        </p:nvSpPr>
        <p:spPr>
          <a:xfrm>
            <a:off x="3003634" y="585786"/>
            <a:ext cx="8559716" cy="5686427"/>
          </a:xfrm>
          <a:prstGeom prst="roundRect">
            <a:avLst>
              <a:gd name="adj" fmla="val 2513"/>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grpSp>
        <p:nvGrpSpPr>
          <p:cNvPr id="2" name="Group 1">
            <a:extLst>
              <a:ext uri="{FF2B5EF4-FFF2-40B4-BE49-F238E27FC236}">
                <a16:creationId xmlns:a16="http://schemas.microsoft.com/office/drawing/2014/main" id="{DA701EC7-2D16-32A6-1BCB-2FF03E31C8EA}"/>
              </a:ext>
            </a:extLst>
          </p:cNvPr>
          <p:cNvGrpSpPr/>
          <p:nvPr/>
        </p:nvGrpSpPr>
        <p:grpSpPr>
          <a:xfrm>
            <a:off x="331871" y="3704535"/>
            <a:ext cx="2878053" cy="1317253"/>
            <a:chOff x="331871" y="1155279"/>
            <a:chExt cx="2878053" cy="1317253"/>
          </a:xfrm>
        </p:grpSpPr>
        <p:sp>
          <p:nvSpPr>
            <p:cNvPr id="3" name="Rectangle: Rounded Corners 2">
              <a:extLst>
                <a:ext uri="{FF2B5EF4-FFF2-40B4-BE49-F238E27FC236}">
                  <a16:creationId xmlns:a16="http://schemas.microsoft.com/office/drawing/2014/main" id="{8B8EBAB6-F711-E330-4124-AB5AC0A60D69}"/>
                </a:ext>
              </a:extLst>
            </p:cNvPr>
            <p:cNvSpPr/>
            <p:nvPr/>
          </p:nvSpPr>
          <p:spPr>
            <a:xfrm>
              <a:off x="331871" y="1458117"/>
              <a:ext cx="2878053"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nvGrpSpPr>
            <p:cNvPr id="5" name="Group 4">
              <a:extLst>
                <a:ext uri="{FF2B5EF4-FFF2-40B4-BE49-F238E27FC236}">
                  <a16:creationId xmlns:a16="http://schemas.microsoft.com/office/drawing/2014/main" id="{A5F5CA5D-EC51-7433-7EEA-75B65C2189C6}"/>
                </a:ext>
              </a:extLst>
            </p:cNvPr>
            <p:cNvGrpSpPr/>
            <p:nvPr/>
          </p:nvGrpSpPr>
          <p:grpSpPr>
            <a:xfrm>
              <a:off x="2703597" y="2172494"/>
              <a:ext cx="300037" cy="300038"/>
              <a:chOff x="1234559" y="4745831"/>
              <a:chExt cx="300037" cy="300038"/>
            </a:xfrm>
          </p:grpSpPr>
          <p:sp>
            <p:nvSpPr>
              <p:cNvPr id="10" name="Rectangle 9">
                <a:extLst>
                  <a:ext uri="{FF2B5EF4-FFF2-40B4-BE49-F238E27FC236}">
                    <a16:creationId xmlns:a16="http://schemas.microsoft.com/office/drawing/2014/main" id="{686BF327-87E6-BCAA-96C0-2140B2AFBDF9}"/>
                  </a:ext>
                </a:extLst>
              </p:cNvPr>
              <p:cNvSpPr/>
              <p:nvPr/>
            </p:nvSpPr>
            <p:spPr>
              <a:xfrm>
                <a:off x="1234559" y="4745832"/>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1" name="Oval 10">
                <a:extLst>
                  <a:ext uri="{FF2B5EF4-FFF2-40B4-BE49-F238E27FC236}">
                    <a16:creationId xmlns:a16="http://schemas.microsoft.com/office/drawing/2014/main" id="{FFA20384-F908-9CD9-913E-865905CC6833}"/>
                  </a:ext>
                </a:extLst>
              </p:cNvPr>
              <p:cNvSpPr/>
              <p:nvPr/>
            </p:nvSpPr>
            <p:spPr>
              <a:xfrm>
                <a:off x="1234559" y="4745831"/>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7" name="Group 6">
              <a:extLst>
                <a:ext uri="{FF2B5EF4-FFF2-40B4-BE49-F238E27FC236}">
                  <a16:creationId xmlns:a16="http://schemas.microsoft.com/office/drawing/2014/main" id="{1BE5028B-5031-1BE7-7089-59F9FD58FFA3}"/>
                </a:ext>
              </a:extLst>
            </p:cNvPr>
            <p:cNvGrpSpPr/>
            <p:nvPr/>
          </p:nvGrpSpPr>
          <p:grpSpPr>
            <a:xfrm rot="5400000">
              <a:off x="2702405" y="1156469"/>
              <a:ext cx="302418" cy="300038"/>
              <a:chOff x="1232178" y="4745831"/>
              <a:chExt cx="302418" cy="300038"/>
            </a:xfrm>
          </p:grpSpPr>
          <p:sp>
            <p:nvSpPr>
              <p:cNvPr id="8" name="Rectangle 7">
                <a:extLst>
                  <a:ext uri="{FF2B5EF4-FFF2-40B4-BE49-F238E27FC236}">
                    <a16:creationId xmlns:a16="http://schemas.microsoft.com/office/drawing/2014/main" id="{2982DA2E-CDF0-7E52-1023-A6D6CB2E43C1}"/>
                  </a:ext>
                </a:extLst>
              </p:cNvPr>
              <p:cNvSpPr/>
              <p:nvPr/>
            </p:nvSpPr>
            <p:spPr>
              <a:xfrm>
                <a:off x="1234559" y="4745832"/>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9" name="Oval 8">
                <a:extLst>
                  <a:ext uri="{FF2B5EF4-FFF2-40B4-BE49-F238E27FC236}">
                    <a16:creationId xmlns:a16="http://schemas.microsoft.com/office/drawing/2014/main" id="{B35F7621-BE54-88A3-9C01-9D83F18372D4}"/>
                  </a:ext>
                </a:extLst>
              </p:cNvPr>
              <p:cNvSpPr/>
              <p:nvPr/>
            </p:nvSpPr>
            <p:spPr>
              <a:xfrm>
                <a:off x="1232178" y="4745831"/>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grpSp>
      </p:grpSp>
      <p:sp>
        <p:nvSpPr>
          <p:cNvPr id="12" name="Rectangle: Rounded Corners 11">
            <a:extLst>
              <a:ext uri="{FF2B5EF4-FFF2-40B4-BE49-F238E27FC236}">
                <a16:creationId xmlns:a16="http://schemas.microsoft.com/office/drawing/2014/main" id="{29B8C763-2DAA-F09B-C359-3E60819D6471}"/>
              </a:ext>
            </a:extLst>
          </p:cNvPr>
          <p:cNvSpPr/>
          <p:nvPr/>
        </p:nvSpPr>
        <p:spPr>
          <a:xfrm>
            <a:off x="3003634" y="585785"/>
            <a:ext cx="8559716" cy="5686427"/>
          </a:xfrm>
          <a:prstGeom prst="roundRect">
            <a:avLst>
              <a:gd name="adj" fmla="val 2513"/>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Box 3">
            <a:extLst>
              <a:ext uri="{FF2B5EF4-FFF2-40B4-BE49-F238E27FC236}">
                <a16:creationId xmlns:a16="http://schemas.microsoft.com/office/drawing/2014/main" id="{417B9F22-9B70-7974-674D-300CF5BE5CE0}"/>
              </a:ext>
            </a:extLst>
          </p:cNvPr>
          <p:cNvSpPr txBox="1"/>
          <p:nvPr/>
        </p:nvSpPr>
        <p:spPr>
          <a:xfrm>
            <a:off x="5491491" y="2227699"/>
            <a:ext cx="4203395" cy="1848070"/>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Brock, Web Dev, Firmware Dev</a:t>
            </a:r>
          </a:p>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Admin</a:t>
            </a:r>
          </a:p>
          <a:p>
            <a:pPr marL="285750" indent="-285750">
              <a:lnSpc>
                <a:spcPct val="200000"/>
              </a:lnSpc>
              <a:buFont typeface="Arial" panose="020B0604020202020204" pitchFamily="34" charset="0"/>
              <a:buChar char="•"/>
            </a:pPr>
            <a:r>
              <a:rPr lang="en-CA" sz="2000">
                <a:latin typeface="Kumbh Sans" pitchFamily="2" charset="0"/>
                <a:cs typeface="Kumbh Sans" pitchFamily="2" charset="0"/>
              </a:rPr>
              <a:t>Let Go</a:t>
            </a:r>
            <a:r>
              <a:rPr lang="en-CA" sz="2000" dirty="0">
                <a:latin typeface="Kumbh Sans" pitchFamily="2" charset="0"/>
                <a:cs typeface="Kumbh Sans" pitchFamily="2" charset="0"/>
              </a:rPr>
              <a:t>, </a:t>
            </a:r>
            <a:r>
              <a:rPr lang="en-CA" sz="2000">
                <a:latin typeface="Kumbh Sans" pitchFamily="2" charset="0"/>
                <a:cs typeface="Kumbh Sans" pitchFamily="2" charset="0"/>
              </a:rPr>
              <a:t>Let Grow</a:t>
            </a:r>
            <a:endParaRPr lang="en-CA" sz="2000" dirty="0">
              <a:latin typeface="Kumbh Sans" pitchFamily="2" charset="0"/>
              <a:cs typeface="Kumbh Sans" pitchFamily="2" charset="0"/>
            </a:endParaRPr>
          </a:p>
        </p:txBody>
      </p:sp>
      <p:sp>
        <p:nvSpPr>
          <p:cNvPr id="6" name="TextBox 5">
            <a:extLst>
              <a:ext uri="{FF2B5EF4-FFF2-40B4-BE49-F238E27FC236}">
                <a16:creationId xmlns:a16="http://schemas.microsoft.com/office/drawing/2014/main" id="{963CB6CA-9071-0ED2-6369-CCD22B4D6B1D}"/>
              </a:ext>
            </a:extLst>
          </p:cNvPr>
          <p:cNvSpPr txBox="1"/>
          <p:nvPr/>
        </p:nvSpPr>
        <p:spPr>
          <a:xfrm>
            <a:off x="440111" y="376344"/>
            <a:ext cx="1588897" cy="5997476"/>
          </a:xfrm>
          <a:prstGeom prst="rect">
            <a:avLst/>
          </a:prstGeom>
          <a:noFill/>
        </p:spPr>
        <p:txBody>
          <a:bodyPr wrap="none" rtlCol="0">
            <a:spAutoFit/>
          </a:bodyPr>
          <a:lstStyle/>
          <a:p>
            <a:pPr>
              <a:lnSpc>
                <a:spcPct val="200000"/>
              </a:lnSpc>
            </a:pPr>
            <a:r>
              <a:rPr lang="en-CA" sz="2800" dirty="0">
                <a:latin typeface="Kumbh Sans" pitchFamily="2" charset="0"/>
                <a:cs typeface="Kumbh Sans" pitchFamily="2" charset="0"/>
              </a:rPr>
              <a:t>Adestria</a:t>
            </a:r>
          </a:p>
          <a:p>
            <a:pPr>
              <a:lnSpc>
                <a:spcPct val="200000"/>
              </a:lnSpc>
            </a:pPr>
            <a:r>
              <a:rPr lang="en-CA" sz="2800" dirty="0">
                <a:latin typeface="Kumbh Sans" pitchFamily="2" charset="0"/>
                <a:cs typeface="Kumbh Sans" pitchFamily="2" charset="0"/>
              </a:rPr>
              <a:t>    </a:t>
            </a:r>
            <a:r>
              <a:rPr lang="en-CA" sz="2800" dirty="0">
                <a:solidFill>
                  <a:schemeClr val="tx1">
                    <a:lumMod val="25000"/>
                    <a:lumOff val="75000"/>
                  </a:schemeClr>
                </a:solidFill>
                <a:latin typeface="Kumbh Sans" pitchFamily="2" charset="0"/>
                <a:cs typeface="Kumbh Sans" pitchFamily="2" charset="0"/>
              </a:rPr>
              <a:t>Kayla</a:t>
            </a:r>
          </a:p>
          <a:p>
            <a:pPr>
              <a:lnSpc>
                <a:spcPct val="200000"/>
              </a:lnSpc>
            </a:pPr>
            <a:r>
              <a:rPr lang="en-CA" sz="2800" dirty="0">
                <a:solidFill>
                  <a:schemeClr val="tx1">
                    <a:lumMod val="25000"/>
                    <a:lumOff val="75000"/>
                  </a:schemeClr>
                </a:solidFill>
                <a:latin typeface="Kumbh Sans" pitchFamily="2" charset="0"/>
                <a:cs typeface="Kumbh Sans" pitchFamily="2" charset="0"/>
              </a:rPr>
              <a:t>    Jack</a:t>
            </a:r>
          </a:p>
          <a:p>
            <a:pPr>
              <a:lnSpc>
                <a:spcPct val="200000"/>
              </a:lnSpc>
            </a:pPr>
            <a:r>
              <a:rPr lang="en-CA" sz="2800" dirty="0">
                <a:solidFill>
                  <a:schemeClr val="tx1">
                    <a:lumMod val="25000"/>
                    <a:lumOff val="75000"/>
                  </a:schemeClr>
                </a:solidFill>
                <a:latin typeface="Kumbh Sans" pitchFamily="2" charset="0"/>
                <a:cs typeface="Kumbh Sans" pitchFamily="2" charset="0"/>
              </a:rPr>
              <a:t>    Edin</a:t>
            </a:r>
          </a:p>
          <a:p>
            <a:pPr>
              <a:lnSpc>
                <a:spcPct val="200000"/>
              </a:lnSpc>
            </a:pPr>
            <a:r>
              <a:rPr lang="en-CA" sz="2800" dirty="0">
                <a:latin typeface="Kumbh Sans" pitchFamily="2" charset="0"/>
                <a:cs typeface="Kumbh Sans" pitchFamily="2" charset="0"/>
              </a:rPr>
              <a:t>    Jake</a:t>
            </a:r>
          </a:p>
          <a:p>
            <a:pPr>
              <a:lnSpc>
                <a:spcPct val="200000"/>
              </a:lnSpc>
            </a:pPr>
            <a:r>
              <a:rPr lang="en-CA" sz="2800" dirty="0">
                <a:solidFill>
                  <a:schemeClr val="tx1">
                    <a:lumMod val="25000"/>
                    <a:lumOff val="75000"/>
                  </a:schemeClr>
                </a:solidFill>
                <a:latin typeface="Kumbh Sans" pitchFamily="2" charset="0"/>
                <a:cs typeface="Kumbh Sans" pitchFamily="2" charset="0"/>
              </a:rPr>
              <a:t>    Steve</a:t>
            </a:r>
          </a:p>
          <a:p>
            <a:pPr>
              <a:lnSpc>
                <a:spcPct val="200000"/>
              </a:lnSpc>
            </a:pPr>
            <a:r>
              <a:rPr lang="en-CA" sz="2800" dirty="0">
                <a:solidFill>
                  <a:schemeClr val="tx1">
                    <a:lumMod val="25000"/>
                    <a:lumOff val="75000"/>
                  </a:schemeClr>
                </a:solidFill>
                <a:latin typeface="Kumbh Sans" pitchFamily="2" charset="0"/>
                <a:cs typeface="Kumbh Sans" pitchFamily="2" charset="0"/>
              </a:rPr>
              <a:t>Project</a:t>
            </a:r>
          </a:p>
        </p:txBody>
      </p:sp>
      <p:sp>
        <p:nvSpPr>
          <p:cNvPr id="18" name="TextBox 17">
            <a:extLst>
              <a:ext uri="{FF2B5EF4-FFF2-40B4-BE49-F238E27FC236}">
                <a16:creationId xmlns:a16="http://schemas.microsoft.com/office/drawing/2014/main" id="{0DE20A8E-7514-059B-EBA3-4746439C1B6D}"/>
              </a:ext>
            </a:extLst>
          </p:cNvPr>
          <p:cNvSpPr txBox="1"/>
          <p:nvPr/>
        </p:nvSpPr>
        <p:spPr>
          <a:xfrm>
            <a:off x="440111" y="376344"/>
            <a:ext cx="1377300" cy="2550378"/>
          </a:xfrm>
          <a:prstGeom prst="rect">
            <a:avLst/>
          </a:prstGeom>
          <a:noFill/>
        </p:spPr>
        <p:txBody>
          <a:bodyPr wrap="none" rtlCol="0">
            <a:spAutoFit/>
          </a:bodyPr>
          <a:lstStyle/>
          <a:p>
            <a:pPr>
              <a:lnSpc>
                <a:spcPct val="200000"/>
              </a:lnSpc>
            </a:pPr>
            <a:endParaRPr lang="en-CA" sz="2800" dirty="0">
              <a:solidFill>
                <a:schemeClr val="tx1">
                  <a:lumMod val="25000"/>
                  <a:lumOff val="75000"/>
                </a:schemeClr>
              </a:solidFill>
              <a:latin typeface="Kumbh Sans" pitchFamily="2" charset="0"/>
              <a:cs typeface="Kumbh Sans" pitchFamily="2" charset="0"/>
            </a:endParaRPr>
          </a:p>
          <a:p>
            <a:pPr>
              <a:lnSpc>
                <a:spcPct val="200000"/>
              </a:lnSpc>
            </a:pPr>
            <a:r>
              <a:rPr lang="en-CA" sz="2800" dirty="0">
                <a:solidFill>
                  <a:schemeClr val="tx1">
                    <a:lumMod val="25000"/>
                    <a:lumOff val="75000"/>
                  </a:schemeClr>
                </a:solidFill>
                <a:latin typeface="Kumbh Sans" pitchFamily="2" charset="0"/>
                <a:cs typeface="Kumbh Sans" pitchFamily="2" charset="0"/>
              </a:rPr>
              <a:t>Project</a:t>
            </a:r>
          </a:p>
          <a:p>
            <a:pPr>
              <a:lnSpc>
                <a:spcPct val="200000"/>
              </a:lnSpc>
            </a:pPr>
            <a:r>
              <a:rPr lang="en-CA" sz="2800" dirty="0">
                <a:solidFill>
                  <a:schemeClr val="tx1">
                    <a:lumMod val="25000"/>
                    <a:lumOff val="75000"/>
                  </a:schemeClr>
                </a:solidFill>
                <a:latin typeface="Kumbh Sans" pitchFamily="2" charset="0"/>
                <a:cs typeface="Kumbh Sans" pitchFamily="2" charset="0"/>
              </a:rPr>
              <a:t>Q &amp; A</a:t>
            </a:r>
          </a:p>
        </p:txBody>
      </p:sp>
    </p:spTree>
    <p:extLst>
      <p:ext uri="{BB962C8B-B14F-4D97-AF65-F5344CB8AC3E}">
        <p14:creationId xmlns:p14="http://schemas.microsoft.com/office/powerpoint/2010/main" val="3893094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2.29167E-6 -1.11111E-6 L -2.29167E-6 0.12431 " pathEditMode="relative" rAng="0" ptsTypes="AA">
                                      <p:cBhvr>
                                        <p:cTn id="6" dur="2000" fill="hold"/>
                                        <p:tgtEl>
                                          <p:spTgt spid="2"/>
                                        </p:tgtEl>
                                        <p:attrNameLst>
                                          <p:attrName>ppt_x</p:attrName>
                                          <p:attrName>ppt_y</p:attrName>
                                        </p:attrNameLst>
                                      </p:cBhvr>
                                      <p:rCtr x="0" y="6204"/>
                                    </p:animMotion>
                                  </p:childTnLst>
                                </p:cTn>
                              </p:par>
                              <p:par>
                                <p:cTn id="7" presetID="19" presetClass="emph" presetSubtype="0" fill="hold" nodeType="withEffect">
                                  <p:stCondLst>
                                    <p:cond delay="600"/>
                                  </p:stCondLst>
                                  <p:childTnLst>
                                    <p:animClr clrSpc="rgb" dir="cw">
                                      <p:cBhvr override="childStyle">
                                        <p:cTn id="8" dur="500" fill="hold"/>
                                        <p:tgtEl>
                                          <p:spTgt spid="6">
                                            <p:txEl>
                                              <p:pRg st="4" end="4"/>
                                            </p:txEl>
                                          </p:spTgt>
                                        </p:tgtEl>
                                        <p:attrNameLst>
                                          <p:attrName>style.color</p:attrName>
                                        </p:attrNameLst>
                                      </p:cBhvr>
                                      <p:to>
                                        <a:srgbClr val="96CDF8"/>
                                      </p:to>
                                    </p:animClr>
                                    <p:animClr clrSpc="rgb" dir="cw">
                                      <p:cBhvr>
                                        <p:cTn id="9" dur="500" fill="hold"/>
                                        <p:tgtEl>
                                          <p:spTgt spid="6">
                                            <p:txEl>
                                              <p:pRg st="4" end="4"/>
                                            </p:txEl>
                                          </p:spTgt>
                                        </p:tgtEl>
                                        <p:attrNameLst>
                                          <p:attrName>fillcolor</p:attrName>
                                        </p:attrNameLst>
                                      </p:cBhvr>
                                      <p:to>
                                        <a:srgbClr val="96CDF8"/>
                                      </p:to>
                                    </p:animClr>
                                    <p:set>
                                      <p:cBhvr>
                                        <p:cTn id="10" dur="500" fill="hold"/>
                                        <p:tgtEl>
                                          <p:spTgt spid="6">
                                            <p:txEl>
                                              <p:pRg st="4" end="4"/>
                                            </p:txEl>
                                          </p:spTgt>
                                        </p:tgtEl>
                                        <p:attrNameLst>
                                          <p:attrName>fill.type</p:attrName>
                                        </p:attrNameLst>
                                      </p:cBhvr>
                                      <p:to>
                                        <p:strVal val="solid"/>
                                      </p:to>
                                    </p:set>
                                    <p:set>
                                      <p:cBhvr>
                                        <p:cTn id="11" dur="500" fill="hold"/>
                                        <p:tgtEl>
                                          <p:spTgt spid="6">
                                            <p:txEl>
                                              <p:pRg st="4" end="4"/>
                                            </p:txEl>
                                          </p:spTgt>
                                        </p:tgtEl>
                                        <p:attrNameLst>
                                          <p:attrName>fill.on</p:attrName>
                                        </p:attrNameLst>
                                      </p:cBhvr>
                                      <p:to>
                                        <p:strVal val="true"/>
                                      </p:to>
                                    </p:set>
                                  </p:childTnLst>
                                </p:cTn>
                              </p:par>
                              <p:par>
                                <p:cTn id="12" presetID="19" presetClass="emph" presetSubtype="0" fill="hold" nodeType="withEffect">
                                  <p:stCondLst>
                                    <p:cond delay="600"/>
                                  </p:stCondLst>
                                  <p:childTnLst>
                                    <p:animClr clrSpc="rgb" dir="cw">
                                      <p:cBhvr override="childStyle">
                                        <p:cTn id="13" dur="500" fill="hold"/>
                                        <p:tgtEl>
                                          <p:spTgt spid="6">
                                            <p:txEl>
                                              <p:pRg st="5" end="5"/>
                                            </p:txEl>
                                          </p:spTgt>
                                        </p:tgtEl>
                                        <p:attrNameLst>
                                          <p:attrName>style.color</p:attrName>
                                        </p:attrNameLst>
                                      </p:cBhvr>
                                      <p:to>
                                        <a:schemeClr val="accent2"/>
                                      </p:to>
                                    </p:animClr>
                                    <p:animClr clrSpc="rgb" dir="cw">
                                      <p:cBhvr>
                                        <p:cTn id="14" dur="500" fill="hold"/>
                                        <p:tgtEl>
                                          <p:spTgt spid="6">
                                            <p:txEl>
                                              <p:pRg st="5" end="5"/>
                                            </p:txEl>
                                          </p:spTgt>
                                        </p:tgtEl>
                                        <p:attrNameLst>
                                          <p:attrName>fillcolor</p:attrName>
                                        </p:attrNameLst>
                                      </p:cBhvr>
                                      <p:to>
                                        <a:schemeClr val="accent2"/>
                                      </p:to>
                                    </p:animClr>
                                    <p:set>
                                      <p:cBhvr>
                                        <p:cTn id="15" dur="500" fill="hold"/>
                                        <p:tgtEl>
                                          <p:spTgt spid="6">
                                            <p:txEl>
                                              <p:pRg st="5" end="5"/>
                                            </p:txEl>
                                          </p:spTgt>
                                        </p:tgtEl>
                                        <p:attrNameLst>
                                          <p:attrName>fill.type</p:attrName>
                                        </p:attrNameLst>
                                      </p:cBhvr>
                                      <p:to>
                                        <p:strVal val="solid"/>
                                      </p:to>
                                    </p:set>
                                    <p:set>
                                      <p:cBhvr>
                                        <p:cTn id="16" dur="500" fill="hold"/>
                                        <p:tgtEl>
                                          <p:spTgt spid="6">
                                            <p:txEl>
                                              <p:pRg st="5" end="5"/>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animEffect transition="in" filter="fade">
                                      <p:cBhvr>
                                        <p:cTn id="21" dur="500"/>
                                        <p:tgtEl>
                                          <p:spTgt spid="4">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
                                            <p:txEl>
                                              <p:pRg st="1" end="1"/>
                                            </p:txEl>
                                          </p:spTgt>
                                        </p:tgtEl>
                                        <p:attrNameLst>
                                          <p:attrName>style.visibility</p:attrName>
                                        </p:attrNameLst>
                                      </p:cBhvr>
                                      <p:to>
                                        <p:strVal val="visible"/>
                                      </p:to>
                                    </p:set>
                                    <p:animEffect transition="in" filter="fade">
                                      <p:cBhvr>
                                        <p:cTn id="26" dur="500"/>
                                        <p:tgtEl>
                                          <p:spTgt spid="4">
                                            <p:txEl>
                                              <p:pRg st="1" end="1"/>
                                            </p:txEl>
                                          </p:spTgt>
                                        </p:tgtEl>
                                      </p:cBhvr>
                                    </p:animEffect>
                                  </p:childTnLst>
                                </p:cTn>
                              </p:par>
                              <p:par>
                                <p:cTn id="27" presetID="19" presetClass="emph" presetSubtype="0" fill="hold" nodeType="withEffect">
                                  <p:stCondLst>
                                    <p:cond delay="0"/>
                                  </p:stCondLst>
                                  <p:childTnLst>
                                    <p:animClr clrSpc="rgb" dir="cw">
                                      <p:cBhvr override="childStyle">
                                        <p:cTn id="28" dur="500" fill="hold"/>
                                        <p:tgtEl>
                                          <p:spTgt spid="4">
                                            <p:txEl>
                                              <p:pRg st="0" end="0"/>
                                            </p:txEl>
                                          </p:spTgt>
                                        </p:tgtEl>
                                        <p:attrNameLst>
                                          <p:attrName>style.color</p:attrName>
                                        </p:attrNameLst>
                                      </p:cBhvr>
                                      <p:to>
                                        <a:srgbClr val="96CDF8"/>
                                      </p:to>
                                    </p:animClr>
                                    <p:animClr clrSpc="rgb" dir="cw">
                                      <p:cBhvr>
                                        <p:cTn id="29" dur="500" fill="hold"/>
                                        <p:tgtEl>
                                          <p:spTgt spid="4">
                                            <p:txEl>
                                              <p:pRg st="0" end="0"/>
                                            </p:txEl>
                                          </p:spTgt>
                                        </p:tgtEl>
                                        <p:attrNameLst>
                                          <p:attrName>fillcolor</p:attrName>
                                        </p:attrNameLst>
                                      </p:cBhvr>
                                      <p:to>
                                        <a:srgbClr val="96CDF8"/>
                                      </p:to>
                                    </p:animClr>
                                    <p:set>
                                      <p:cBhvr>
                                        <p:cTn id="30" dur="500" fill="hold"/>
                                        <p:tgtEl>
                                          <p:spTgt spid="4">
                                            <p:txEl>
                                              <p:pRg st="0" end="0"/>
                                            </p:txEl>
                                          </p:spTgt>
                                        </p:tgtEl>
                                        <p:attrNameLst>
                                          <p:attrName>fill.type</p:attrName>
                                        </p:attrNameLst>
                                      </p:cBhvr>
                                      <p:to>
                                        <p:strVal val="solid"/>
                                      </p:to>
                                    </p:set>
                                    <p:set>
                                      <p:cBhvr>
                                        <p:cTn id="31" dur="500" fill="hold"/>
                                        <p:tgtEl>
                                          <p:spTgt spid="4">
                                            <p:txEl>
                                              <p:pRg st="0" end="0"/>
                                            </p:txEl>
                                          </p:spTgt>
                                        </p:tgtEl>
                                        <p:attrNameLst>
                                          <p:attrName>fill.on</p:attrName>
                                        </p:attrNameLst>
                                      </p:cBhvr>
                                      <p:to>
                                        <p:strVal val="true"/>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4">
                                            <p:txEl>
                                              <p:pRg st="2" end="2"/>
                                            </p:txEl>
                                          </p:spTgt>
                                        </p:tgtEl>
                                        <p:attrNameLst>
                                          <p:attrName>style.visibility</p:attrName>
                                        </p:attrNameLst>
                                      </p:cBhvr>
                                      <p:to>
                                        <p:strVal val="visible"/>
                                      </p:to>
                                    </p:set>
                                    <p:animEffect transition="in" filter="fade">
                                      <p:cBhvr>
                                        <p:cTn id="36" dur="500"/>
                                        <p:tgtEl>
                                          <p:spTgt spid="4">
                                            <p:txEl>
                                              <p:pRg st="2" end="2"/>
                                            </p:txEl>
                                          </p:spTgt>
                                        </p:tgtEl>
                                      </p:cBhvr>
                                    </p:animEffect>
                                  </p:childTnLst>
                                </p:cTn>
                              </p:par>
                              <p:par>
                                <p:cTn id="37" presetID="19" presetClass="emph" presetSubtype="0" fill="hold" nodeType="withEffect">
                                  <p:stCondLst>
                                    <p:cond delay="0"/>
                                  </p:stCondLst>
                                  <p:childTnLst>
                                    <p:animClr clrSpc="rgb" dir="cw">
                                      <p:cBhvr override="childStyle">
                                        <p:cTn id="38" dur="500" fill="hold"/>
                                        <p:tgtEl>
                                          <p:spTgt spid="4">
                                            <p:txEl>
                                              <p:pRg st="1" end="1"/>
                                            </p:txEl>
                                          </p:spTgt>
                                        </p:tgtEl>
                                        <p:attrNameLst>
                                          <p:attrName>style.color</p:attrName>
                                        </p:attrNameLst>
                                      </p:cBhvr>
                                      <p:to>
                                        <a:srgbClr val="96CDF8"/>
                                      </p:to>
                                    </p:animClr>
                                    <p:animClr clrSpc="rgb" dir="cw">
                                      <p:cBhvr>
                                        <p:cTn id="39" dur="500" fill="hold"/>
                                        <p:tgtEl>
                                          <p:spTgt spid="4">
                                            <p:txEl>
                                              <p:pRg st="1" end="1"/>
                                            </p:txEl>
                                          </p:spTgt>
                                        </p:tgtEl>
                                        <p:attrNameLst>
                                          <p:attrName>fillcolor</p:attrName>
                                        </p:attrNameLst>
                                      </p:cBhvr>
                                      <p:to>
                                        <a:srgbClr val="96CDF8"/>
                                      </p:to>
                                    </p:animClr>
                                    <p:set>
                                      <p:cBhvr>
                                        <p:cTn id="40" dur="500" fill="hold"/>
                                        <p:tgtEl>
                                          <p:spTgt spid="4">
                                            <p:txEl>
                                              <p:pRg st="1" end="1"/>
                                            </p:txEl>
                                          </p:spTgt>
                                        </p:tgtEl>
                                        <p:attrNameLst>
                                          <p:attrName>fill.type</p:attrName>
                                        </p:attrNameLst>
                                      </p:cBhvr>
                                      <p:to>
                                        <p:strVal val="solid"/>
                                      </p:to>
                                    </p:set>
                                    <p:set>
                                      <p:cBhvr>
                                        <p:cTn id="41" dur="500" fill="hold"/>
                                        <p:tgtEl>
                                          <p:spTgt spid="4">
                                            <p:txEl>
                                              <p:pRg st="1" end="1"/>
                                            </p:txEl>
                                          </p:spTgt>
                                        </p:tgtEl>
                                        <p:attrNameLst>
                                          <p:attrName>fill.on</p:attrName>
                                        </p:attrNameLst>
                                      </p:cBhvr>
                                      <p:to>
                                        <p:strVal val="true"/>
                                      </p:to>
                                    </p:se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grpId="0" nodeType="clickEffect">
                                  <p:stCondLst>
                                    <p:cond delay="0"/>
                                  </p:stCondLst>
                                  <p:childTnLst>
                                    <p:animEffect transition="out" filter="fade">
                                      <p:cBhvr>
                                        <p:cTn id="45" dur="500"/>
                                        <p:tgtEl>
                                          <p:spTgt spid="4">
                                            <p:txEl>
                                              <p:pRg st="0" end="0"/>
                                            </p:txEl>
                                          </p:spTgt>
                                        </p:tgtEl>
                                      </p:cBhvr>
                                    </p:animEffect>
                                    <p:set>
                                      <p:cBhvr>
                                        <p:cTn id="46" dur="1" fill="hold">
                                          <p:stCondLst>
                                            <p:cond delay="499"/>
                                          </p:stCondLst>
                                        </p:cTn>
                                        <p:tgtEl>
                                          <p:spTgt spid="4">
                                            <p:txEl>
                                              <p:pRg st="0" end="0"/>
                                            </p:txEl>
                                          </p:spTgt>
                                        </p:tgtEl>
                                        <p:attrNameLst>
                                          <p:attrName>style.visibility</p:attrName>
                                        </p:attrNameLst>
                                      </p:cBhvr>
                                      <p:to>
                                        <p:strVal val="hidden"/>
                                      </p:to>
                                    </p:set>
                                  </p:childTnLst>
                                </p:cTn>
                              </p:par>
                              <p:par>
                                <p:cTn id="47" presetID="10" presetClass="exit" presetSubtype="0" fill="hold" grpId="0" nodeType="withEffect">
                                  <p:stCondLst>
                                    <p:cond delay="0"/>
                                  </p:stCondLst>
                                  <p:childTnLst>
                                    <p:animEffect transition="out" filter="fade">
                                      <p:cBhvr>
                                        <p:cTn id="48" dur="500"/>
                                        <p:tgtEl>
                                          <p:spTgt spid="4">
                                            <p:txEl>
                                              <p:pRg st="1" end="1"/>
                                            </p:txEl>
                                          </p:spTgt>
                                        </p:tgtEl>
                                      </p:cBhvr>
                                    </p:animEffect>
                                    <p:set>
                                      <p:cBhvr>
                                        <p:cTn id="49" dur="1" fill="hold">
                                          <p:stCondLst>
                                            <p:cond delay="499"/>
                                          </p:stCondLst>
                                        </p:cTn>
                                        <p:tgtEl>
                                          <p:spTgt spid="4">
                                            <p:txEl>
                                              <p:pRg st="1" end="1"/>
                                            </p:txEl>
                                          </p:spTgt>
                                        </p:tgtEl>
                                        <p:attrNameLst>
                                          <p:attrName>style.visibility</p:attrName>
                                        </p:attrNameLst>
                                      </p:cBhvr>
                                      <p:to>
                                        <p:strVal val="hidden"/>
                                      </p:to>
                                    </p:set>
                                  </p:childTnLst>
                                </p:cTn>
                              </p:par>
                              <p:par>
                                <p:cTn id="50" presetID="10" presetClass="exit" presetSubtype="0" fill="hold" grpId="0" nodeType="withEffect">
                                  <p:stCondLst>
                                    <p:cond delay="0"/>
                                  </p:stCondLst>
                                  <p:childTnLst>
                                    <p:animEffect transition="out" filter="fade">
                                      <p:cBhvr>
                                        <p:cTn id="51" dur="500"/>
                                        <p:tgtEl>
                                          <p:spTgt spid="4">
                                            <p:txEl>
                                              <p:pRg st="2" end="2"/>
                                            </p:txEl>
                                          </p:spTgt>
                                        </p:tgtEl>
                                      </p:cBhvr>
                                    </p:animEffect>
                                    <p:set>
                                      <p:cBhvr>
                                        <p:cTn id="52" dur="1" fill="hold">
                                          <p:stCondLst>
                                            <p:cond delay="499"/>
                                          </p:stCondLst>
                                        </p:cTn>
                                        <p:tgtEl>
                                          <p:spTgt spid="4">
                                            <p:txEl>
                                              <p:pRg st="2" end="2"/>
                                            </p:txEl>
                                          </p:spTgt>
                                        </p:tgtEl>
                                        <p:attrNameLst>
                                          <p:attrName>style.visibility</p:attrName>
                                        </p:attrNameLst>
                                      </p:cBhvr>
                                      <p:to>
                                        <p:strVal val="hidden"/>
                                      </p:to>
                                    </p:set>
                                  </p:childTnLst>
                                </p:cTn>
                              </p:par>
                              <p:par>
                                <p:cTn id="53" presetID="42" presetClass="path" presetSubtype="0" accel="50000" decel="50000" fill="hold" nodeType="withEffect">
                                  <p:stCondLst>
                                    <p:cond delay="0"/>
                                  </p:stCondLst>
                                  <p:childTnLst>
                                    <p:animMotion origin="layout" path="M -2.29167E-6 0.12431 L -2.29167E-6 -0.37338 " pathEditMode="relative" rAng="0" ptsTypes="AA">
                                      <p:cBhvr>
                                        <p:cTn id="54" dur="2000" fill="hold"/>
                                        <p:tgtEl>
                                          <p:spTgt spid="2"/>
                                        </p:tgtEl>
                                        <p:attrNameLst>
                                          <p:attrName>ppt_x</p:attrName>
                                          <p:attrName>ppt_y</p:attrName>
                                        </p:attrNameLst>
                                      </p:cBhvr>
                                      <p:rCtr x="0" y="-24884"/>
                                    </p:animMotion>
                                  </p:childTnLst>
                                </p:cTn>
                              </p:par>
                              <p:par>
                                <p:cTn id="55" presetID="22" presetClass="exit" presetSubtype="4" fill="hold" nodeType="withEffect">
                                  <p:stCondLst>
                                    <p:cond delay="200"/>
                                  </p:stCondLst>
                                  <p:childTnLst>
                                    <p:animEffect transition="out" filter="wipe(down)">
                                      <p:cBhvr>
                                        <p:cTn id="56" dur="300"/>
                                        <p:tgtEl>
                                          <p:spTgt spid="6">
                                            <p:txEl>
                                              <p:pRg st="5" end="5"/>
                                            </p:txEl>
                                          </p:spTgt>
                                        </p:tgtEl>
                                      </p:cBhvr>
                                    </p:animEffect>
                                    <p:set>
                                      <p:cBhvr>
                                        <p:cTn id="57" dur="1" fill="hold">
                                          <p:stCondLst>
                                            <p:cond delay="299"/>
                                          </p:stCondLst>
                                        </p:cTn>
                                        <p:tgtEl>
                                          <p:spTgt spid="6">
                                            <p:txEl>
                                              <p:pRg st="5" end="5"/>
                                            </p:txEl>
                                          </p:spTgt>
                                        </p:tgtEl>
                                        <p:attrNameLst>
                                          <p:attrName>style.visibility</p:attrName>
                                        </p:attrNameLst>
                                      </p:cBhvr>
                                      <p:to>
                                        <p:strVal val="hidden"/>
                                      </p:to>
                                    </p:set>
                                  </p:childTnLst>
                                </p:cTn>
                              </p:par>
                              <p:par>
                                <p:cTn id="58" presetID="22" presetClass="exit" presetSubtype="4" fill="hold" nodeType="withEffect">
                                  <p:stCondLst>
                                    <p:cond delay="500"/>
                                  </p:stCondLst>
                                  <p:childTnLst>
                                    <p:animEffect transition="out" filter="wipe(down)">
                                      <p:cBhvr>
                                        <p:cTn id="59" dur="300"/>
                                        <p:tgtEl>
                                          <p:spTgt spid="6">
                                            <p:txEl>
                                              <p:pRg st="4" end="4"/>
                                            </p:txEl>
                                          </p:spTgt>
                                        </p:tgtEl>
                                      </p:cBhvr>
                                    </p:animEffect>
                                    <p:set>
                                      <p:cBhvr>
                                        <p:cTn id="60" dur="1" fill="hold">
                                          <p:stCondLst>
                                            <p:cond delay="299"/>
                                          </p:stCondLst>
                                        </p:cTn>
                                        <p:tgtEl>
                                          <p:spTgt spid="6">
                                            <p:txEl>
                                              <p:pRg st="4" end="4"/>
                                            </p:txEl>
                                          </p:spTgt>
                                        </p:tgtEl>
                                        <p:attrNameLst>
                                          <p:attrName>style.visibility</p:attrName>
                                        </p:attrNameLst>
                                      </p:cBhvr>
                                      <p:to>
                                        <p:strVal val="hidden"/>
                                      </p:to>
                                    </p:set>
                                  </p:childTnLst>
                                </p:cTn>
                              </p:par>
                              <p:par>
                                <p:cTn id="61" presetID="22" presetClass="exit" presetSubtype="4" fill="hold" nodeType="withEffect">
                                  <p:stCondLst>
                                    <p:cond delay="800"/>
                                  </p:stCondLst>
                                  <p:childTnLst>
                                    <p:animEffect transition="out" filter="wipe(down)">
                                      <p:cBhvr>
                                        <p:cTn id="62" dur="300"/>
                                        <p:tgtEl>
                                          <p:spTgt spid="6">
                                            <p:txEl>
                                              <p:pRg st="3" end="3"/>
                                            </p:txEl>
                                          </p:spTgt>
                                        </p:tgtEl>
                                      </p:cBhvr>
                                    </p:animEffect>
                                    <p:set>
                                      <p:cBhvr>
                                        <p:cTn id="63" dur="1" fill="hold">
                                          <p:stCondLst>
                                            <p:cond delay="299"/>
                                          </p:stCondLst>
                                        </p:cTn>
                                        <p:tgtEl>
                                          <p:spTgt spid="6">
                                            <p:txEl>
                                              <p:pRg st="3" end="3"/>
                                            </p:txEl>
                                          </p:spTgt>
                                        </p:tgtEl>
                                        <p:attrNameLst>
                                          <p:attrName>style.visibility</p:attrName>
                                        </p:attrNameLst>
                                      </p:cBhvr>
                                      <p:to>
                                        <p:strVal val="hidden"/>
                                      </p:to>
                                    </p:set>
                                  </p:childTnLst>
                                </p:cTn>
                              </p:par>
                              <p:par>
                                <p:cTn id="64" presetID="22" presetClass="exit" presetSubtype="4" fill="hold" nodeType="withEffect">
                                  <p:stCondLst>
                                    <p:cond delay="1100"/>
                                  </p:stCondLst>
                                  <p:childTnLst>
                                    <p:animEffect transition="out" filter="wipe(down)">
                                      <p:cBhvr>
                                        <p:cTn id="65" dur="300"/>
                                        <p:tgtEl>
                                          <p:spTgt spid="6">
                                            <p:txEl>
                                              <p:pRg st="2" end="2"/>
                                            </p:txEl>
                                          </p:spTgt>
                                        </p:tgtEl>
                                      </p:cBhvr>
                                    </p:animEffect>
                                    <p:set>
                                      <p:cBhvr>
                                        <p:cTn id="66" dur="1" fill="hold">
                                          <p:stCondLst>
                                            <p:cond delay="299"/>
                                          </p:stCondLst>
                                        </p:cTn>
                                        <p:tgtEl>
                                          <p:spTgt spid="6">
                                            <p:txEl>
                                              <p:pRg st="2" end="2"/>
                                            </p:txEl>
                                          </p:spTgt>
                                        </p:tgtEl>
                                        <p:attrNameLst>
                                          <p:attrName>style.visibility</p:attrName>
                                        </p:attrNameLst>
                                      </p:cBhvr>
                                      <p:to>
                                        <p:strVal val="hidden"/>
                                      </p:to>
                                    </p:set>
                                  </p:childTnLst>
                                </p:cTn>
                              </p:par>
                              <p:par>
                                <p:cTn id="67" presetID="22" presetClass="exit" presetSubtype="4" fill="hold" nodeType="withEffect">
                                  <p:stCondLst>
                                    <p:cond delay="1300"/>
                                  </p:stCondLst>
                                  <p:childTnLst>
                                    <p:animEffect transition="out" filter="wipe(down)">
                                      <p:cBhvr>
                                        <p:cTn id="68" dur="300"/>
                                        <p:tgtEl>
                                          <p:spTgt spid="6">
                                            <p:txEl>
                                              <p:pRg st="1" end="1"/>
                                            </p:txEl>
                                          </p:spTgt>
                                        </p:tgtEl>
                                      </p:cBhvr>
                                    </p:animEffect>
                                    <p:set>
                                      <p:cBhvr>
                                        <p:cTn id="69" dur="1" fill="hold">
                                          <p:stCondLst>
                                            <p:cond delay="299"/>
                                          </p:stCondLst>
                                        </p:cTn>
                                        <p:tgtEl>
                                          <p:spTgt spid="6">
                                            <p:txEl>
                                              <p:pRg st="1" end="1"/>
                                            </p:txEl>
                                          </p:spTgt>
                                        </p:tgtEl>
                                        <p:attrNameLst>
                                          <p:attrName>style.visibility</p:attrName>
                                        </p:attrNameLst>
                                      </p:cBhvr>
                                      <p:to>
                                        <p:strVal val="hidden"/>
                                      </p:to>
                                    </p:set>
                                  </p:childTnLst>
                                </p:cTn>
                              </p:par>
                              <p:par>
                                <p:cTn id="70" presetID="2" presetClass="entr" presetSubtype="4" decel="100000" fill="hold" nodeType="withEffect">
                                  <p:stCondLst>
                                    <p:cond delay="500"/>
                                  </p:stCondLst>
                                  <p:childTnLst>
                                    <p:set>
                                      <p:cBhvr>
                                        <p:cTn id="71" dur="1" fill="hold">
                                          <p:stCondLst>
                                            <p:cond delay="0"/>
                                          </p:stCondLst>
                                        </p:cTn>
                                        <p:tgtEl>
                                          <p:spTgt spid="18">
                                            <p:txEl>
                                              <p:pRg st="1" end="1"/>
                                            </p:txEl>
                                          </p:spTgt>
                                        </p:tgtEl>
                                        <p:attrNameLst>
                                          <p:attrName>style.visibility</p:attrName>
                                        </p:attrNameLst>
                                      </p:cBhvr>
                                      <p:to>
                                        <p:strVal val="visible"/>
                                      </p:to>
                                    </p:set>
                                    <p:anim calcmode="lin" valueType="num">
                                      <p:cBhvr additive="base">
                                        <p:cTn id="72" dur="1500" fill="hold"/>
                                        <p:tgtEl>
                                          <p:spTgt spid="18">
                                            <p:txEl>
                                              <p:pRg st="1" end="1"/>
                                            </p:txEl>
                                          </p:spTgt>
                                        </p:tgtEl>
                                        <p:attrNameLst>
                                          <p:attrName>ppt_x</p:attrName>
                                        </p:attrNameLst>
                                      </p:cBhvr>
                                      <p:tavLst>
                                        <p:tav tm="0">
                                          <p:val>
                                            <p:strVal val="#ppt_x"/>
                                          </p:val>
                                        </p:tav>
                                        <p:tav tm="100000">
                                          <p:val>
                                            <p:strVal val="#ppt_x"/>
                                          </p:val>
                                        </p:tav>
                                      </p:tavLst>
                                    </p:anim>
                                    <p:anim calcmode="lin" valueType="num">
                                      <p:cBhvr additive="base">
                                        <p:cTn id="73" dur="1500" fill="hold"/>
                                        <p:tgtEl>
                                          <p:spTgt spid="18">
                                            <p:txEl>
                                              <p:pRg st="1" end="1"/>
                                            </p:txEl>
                                          </p:spTgt>
                                        </p:tgtEl>
                                        <p:attrNameLst>
                                          <p:attrName>ppt_y</p:attrName>
                                        </p:attrNameLst>
                                      </p:cBhvr>
                                      <p:tavLst>
                                        <p:tav tm="0">
                                          <p:val>
                                            <p:strVal val="1+#ppt_h/2"/>
                                          </p:val>
                                        </p:tav>
                                        <p:tav tm="100000">
                                          <p:val>
                                            <p:strVal val="#ppt_y"/>
                                          </p:val>
                                        </p:tav>
                                      </p:tavLst>
                                    </p:anim>
                                  </p:childTnLst>
                                </p:cTn>
                              </p:par>
                              <p:par>
                                <p:cTn id="74" presetID="2" presetClass="entr" presetSubtype="4" decel="100000" fill="hold" nodeType="withEffect">
                                  <p:stCondLst>
                                    <p:cond delay="500"/>
                                  </p:stCondLst>
                                  <p:childTnLst>
                                    <p:set>
                                      <p:cBhvr>
                                        <p:cTn id="75" dur="1" fill="hold">
                                          <p:stCondLst>
                                            <p:cond delay="0"/>
                                          </p:stCondLst>
                                        </p:cTn>
                                        <p:tgtEl>
                                          <p:spTgt spid="18">
                                            <p:txEl>
                                              <p:pRg st="2" end="2"/>
                                            </p:txEl>
                                          </p:spTgt>
                                        </p:tgtEl>
                                        <p:attrNameLst>
                                          <p:attrName>style.visibility</p:attrName>
                                        </p:attrNameLst>
                                      </p:cBhvr>
                                      <p:to>
                                        <p:strVal val="visible"/>
                                      </p:to>
                                    </p:set>
                                    <p:anim calcmode="lin" valueType="num">
                                      <p:cBhvr additive="base">
                                        <p:cTn id="76" dur="1500" fill="hold"/>
                                        <p:tgtEl>
                                          <p:spTgt spid="18">
                                            <p:txEl>
                                              <p:pRg st="2" end="2"/>
                                            </p:txEl>
                                          </p:spTgt>
                                        </p:tgtEl>
                                        <p:attrNameLst>
                                          <p:attrName>ppt_x</p:attrName>
                                        </p:attrNameLst>
                                      </p:cBhvr>
                                      <p:tavLst>
                                        <p:tav tm="0">
                                          <p:val>
                                            <p:strVal val="#ppt_x"/>
                                          </p:val>
                                        </p:tav>
                                        <p:tav tm="100000">
                                          <p:val>
                                            <p:strVal val="#ppt_x"/>
                                          </p:val>
                                        </p:tav>
                                      </p:tavLst>
                                    </p:anim>
                                    <p:anim calcmode="lin" valueType="num">
                                      <p:cBhvr additive="base">
                                        <p:cTn id="77" dur="1500" fill="hold"/>
                                        <p:tgtEl>
                                          <p:spTgt spid="18">
                                            <p:txEl>
                                              <p:pRg st="2" end="2"/>
                                            </p:txEl>
                                          </p:spTgt>
                                        </p:tgtEl>
                                        <p:attrNameLst>
                                          <p:attrName>ppt_y</p:attrName>
                                        </p:attrNameLst>
                                      </p:cBhvr>
                                      <p:tavLst>
                                        <p:tav tm="0">
                                          <p:val>
                                            <p:strVal val="1+#ppt_h/2"/>
                                          </p:val>
                                        </p:tav>
                                        <p:tav tm="100000">
                                          <p:val>
                                            <p:strVal val="#ppt_y"/>
                                          </p:val>
                                        </p:tav>
                                      </p:tavLst>
                                    </p:anim>
                                  </p:childTnLst>
                                </p:cTn>
                              </p:par>
                              <p:par>
                                <p:cTn id="78" presetID="1" presetClass="exit" presetSubtype="0" fill="hold" nodeType="withEffect">
                                  <p:stCondLst>
                                    <p:cond delay="700"/>
                                  </p:stCondLst>
                                  <p:childTnLst>
                                    <p:set>
                                      <p:cBhvr>
                                        <p:cTn id="79" dur="1" fill="hold">
                                          <p:stCondLst>
                                            <p:cond delay="0"/>
                                          </p:stCondLst>
                                        </p:cTn>
                                        <p:tgtEl>
                                          <p:spTgt spid="6">
                                            <p:txEl>
                                              <p:pRg st="6" end="6"/>
                                            </p:txEl>
                                          </p:spTgt>
                                        </p:tgtEl>
                                        <p:attrNameLst>
                                          <p:attrName>style.visibility</p:attrName>
                                        </p:attrNameLst>
                                      </p:cBhvr>
                                      <p:to>
                                        <p:strVal val="hidden"/>
                                      </p:to>
                                    </p:set>
                                  </p:childTnLst>
                                </p:cTn>
                              </p:par>
                              <p:par>
                                <p:cTn id="80" presetID="1" presetClass="entr" presetSubtype="0" fill="hold" nodeType="withEffect">
                                  <p:stCondLst>
                                    <p:cond delay="700"/>
                                  </p:stCondLst>
                                  <p:childTnLst>
                                    <p:set>
                                      <p:cBhvr>
                                        <p:cTn id="81" dur="1" fill="hold">
                                          <p:stCondLst>
                                            <p:cond delay="0"/>
                                          </p:stCondLst>
                                        </p:cTn>
                                        <p:tgtEl>
                                          <p:spTgt spid="18">
                                            <p:txEl>
                                              <p:pRg st="1" end="1"/>
                                            </p:txEl>
                                          </p:spTgt>
                                        </p:tgtEl>
                                        <p:attrNameLst>
                                          <p:attrName>style.visibility</p:attrName>
                                        </p:attrNameLst>
                                      </p:cBhvr>
                                      <p:to>
                                        <p:strVal val="visible"/>
                                      </p:to>
                                    </p:set>
                                  </p:childTnLst>
                                </p:cTn>
                              </p:par>
                              <p:par>
                                <p:cTn id="82" presetID="19" presetClass="emph" presetSubtype="0" fill="hold" nodeType="withEffect">
                                  <p:stCondLst>
                                    <p:cond delay="700"/>
                                  </p:stCondLst>
                                  <p:childTnLst>
                                    <p:animClr clrSpc="rgb" dir="cw">
                                      <p:cBhvr override="childStyle">
                                        <p:cTn id="83" dur="1500" fill="hold"/>
                                        <p:tgtEl>
                                          <p:spTgt spid="18">
                                            <p:txEl>
                                              <p:pRg st="1" end="1"/>
                                            </p:txEl>
                                          </p:spTgt>
                                        </p:tgtEl>
                                        <p:attrNameLst>
                                          <p:attrName>style.color</p:attrName>
                                        </p:attrNameLst>
                                      </p:cBhvr>
                                      <p:to>
                                        <a:schemeClr val="accent2"/>
                                      </p:to>
                                    </p:animClr>
                                    <p:animClr clrSpc="rgb" dir="cw">
                                      <p:cBhvr>
                                        <p:cTn id="84" dur="1500" fill="hold"/>
                                        <p:tgtEl>
                                          <p:spTgt spid="18">
                                            <p:txEl>
                                              <p:pRg st="1" end="1"/>
                                            </p:txEl>
                                          </p:spTgt>
                                        </p:tgtEl>
                                        <p:attrNameLst>
                                          <p:attrName>fillcolor</p:attrName>
                                        </p:attrNameLst>
                                      </p:cBhvr>
                                      <p:to>
                                        <a:schemeClr val="accent2"/>
                                      </p:to>
                                    </p:animClr>
                                    <p:set>
                                      <p:cBhvr>
                                        <p:cTn id="85" dur="1500" fill="hold"/>
                                        <p:tgtEl>
                                          <p:spTgt spid="18">
                                            <p:txEl>
                                              <p:pRg st="1" end="1"/>
                                            </p:txEl>
                                          </p:spTgt>
                                        </p:tgtEl>
                                        <p:attrNameLst>
                                          <p:attrName>fill.type</p:attrName>
                                        </p:attrNameLst>
                                      </p:cBhvr>
                                      <p:to>
                                        <p:strVal val="solid"/>
                                      </p:to>
                                    </p:set>
                                    <p:set>
                                      <p:cBhvr>
                                        <p:cTn id="86" dur="1500" fill="hold"/>
                                        <p:tgtEl>
                                          <p:spTgt spid="18">
                                            <p:txEl>
                                              <p:pRg st="1" end="1"/>
                                            </p:txEl>
                                          </p:spTgt>
                                        </p:tgtEl>
                                        <p:attrNameLst>
                                          <p:attrName>fill.on</p:attrName>
                                        </p:attrNameLst>
                                      </p:cBhvr>
                                      <p:to>
                                        <p:strVal val="true"/>
                                      </p:to>
                                    </p:set>
                                  </p:childTnLst>
                                </p:cTn>
                              </p:par>
                              <p:par>
                                <p:cTn id="87" presetID="19" presetClass="emph" presetSubtype="0" fill="hold" nodeType="withEffect">
                                  <p:stCondLst>
                                    <p:cond delay="700"/>
                                  </p:stCondLst>
                                  <p:childTnLst>
                                    <p:animClr clrSpc="rgb" dir="cw">
                                      <p:cBhvr override="childStyle">
                                        <p:cTn id="88" dur="800" fill="hold"/>
                                        <p:tgtEl>
                                          <p:spTgt spid="6">
                                            <p:txEl>
                                              <p:pRg st="0" end="0"/>
                                            </p:txEl>
                                          </p:spTgt>
                                        </p:tgtEl>
                                        <p:attrNameLst>
                                          <p:attrName>style.color</p:attrName>
                                        </p:attrNameLst>
                                      </p:cBhvr>
                                      <p:to>
                                        <a:srgbClr val="96CDF8"/>
                                      </p:to>
                                    </p:animClr>
                                    <p:animClr clrSpc="rgb" dir="cw">
                                      <p:cBhvr>
                                        <p:cTn id="89" dur="800" fill="hold"/>
                                        <p:tgtEl>
                                          <p:spTgt spid="6">
                                            <p:txEl>
                                              <p:pRg st="0" end="0"/>
                                            </p:txEl>
                                          </p:spTgt>
                                        </p:tgtEl>
                                        <p:attrNameLst>
                                          <p:attrName>fillcolor</p:attrName>
                                        </p:attrNameLst>
                                      </p:cBhvr>
                                      <p:to>
                                        <a:srgbClr val="96CDF8"/>
                                      </p:to>
                                    </p:animClr>
                                    <p:set>
                                      <p:cBhvr>
                                        <p:cTn id="90" dur="800" fill="hold"/>
                                        <p:tgtEl>
                                          <p:spTgt spid="6">
                                            <p:txEl>
                                              <p:pRg st="0" end="0"/>
                                            </p:txEl>
                                          </p:spTgt>
                                        </p:tgtEl>
                                        <p:attrNameLst>
                                          <p:attrName>fill.type</p:attrName>
                                        </p:attrNameLst>
                                      </p:cBhvr>
                                      <p:to>
                                        <p:strVal val="solid"/>
                                      </p:to>
                                    </p:set>
                                    <p:set>
                                      <p:cBhvr>
                                        <p:cTn id="91" dur="800" fill="hold"/>
                                        <p:tgtEl>
                                          <p:spTgt spid="6">
                                            <p:txEl>
                                              <p:pRg st="0" end="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04E36-43C1-93B0-746F-DE275B2379FA}"/>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9BD8F0F0-317F-070C-7F82-7651B7CF5061}"/>
              </a:ext>
            </a:extLst>
          </p:cNvPr>
          <p:cNvGrpSpPr/>
          <p:nvPr/>
        </p:nvGrpSpPr>
        <p:grpSpPr>
          <a:xfrm>
            <a:off x="331871" y="1141044"/>
            <a:ext cx="2878053" cy="1317253"/>
            <a:chOff x="331871" y="1155279"/>
            <a:chExt cx="2878053" cy="1317253"/>
          </a:xfrm>
        </p:grpSpPr>
        <p:sp>
          <p:nvSpPr>
            <p:cNvPr id="3" name="Rectangle: Rounded Corners 2">
              <a:extLst>
                <a:ext uri="{FF2B5EF4-FFF2-40B4-BE49-F238E27FC236}">
                  <a16:creationId xmlns:a16="http://schemas.microsoft.com/office/drawing/2014/main" id="{22A85B97-3743-1A7C-4EBF-EFF925DB8E5F}"/>
                </a:ext>
              </a:extLst>
            </p:cNvPr>
            <p:cNvSpPr/>
            <p:nvPr/>
          </p:nvSpPr>
          <p:spPr>
            <a:xfrm>
              <a:off x="331871" y="1458117"/>
              <a:ext cx="2878053"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nvGrpSpPr>
            <p:cNvPr id="5" name="Group 4">
              <a:extLst>
                <a:ext uri="{FF2B5EF4-FFF2-40B4-BE49-F238E27FC236}">
                  <a16:creationId xmlns:a16="http://schemas.microsoft.com/office/drawing/2014/main" id="{E5600047-EF77-2341-B89D-69D7FB8E453B}"/>
                </a:ext>
              </a:extLst>
            </p:cNvPr>
            <p:cNvGrpSpPr/>
            <p:nvPr/>
          </p:nvGrpSpPr>
          <p:grpSpPr>
            <a:xfrm>
              <a:off x="2703597" y="2172494"/>
              <a:ext cx="300037" cy="300038"/>
              <a:chOff x="1234559" y="4745831"/>
              <a:chExt cx="300037" cy="300038"/>
            </a:xfrm>
          </p:grpSpPr>
          <p:sp>
            <p:nvSpPr>
              <p:cNvPr id="9" name="Rectangle 8">
                <a:extLst>
                  <a:ext uri="{FF2B5EF4-FFF2-40B4-BE49-F238E27FC236}">
                    <a16:creationId xmlns:a16="http://schemas.microsoft.com/office/drawing/2014/main" id="{8FD400D4-674A-72BC-46C9-97FC56BDEFF4}"/>
                  </a:ext>
                </a:extLst>
              </p:cNvPr>
              <p:cNvSpPr/>
              <p:nvPr/>
            </p:nvSpPr>
            <p:spPr>
              <a:xfrm>
                <a:off x="1234559" y="4745832"/>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0" name="Oval 9">
                <a:extLst>
                  <a:ext uri="{FF2B5EF4-FFF2-40B4-BE49-F238E27FC236}">
                    <a16:creationId xmlns:a16="http://schemas.microsoft.com/office/drawing/2014/main" id="{EC0411CC-827C-0AA4-593F-9E3D270C0BC9}"/>
                  </a:ext>
                </a:extLst>
              </p:cNvPr>
              <p:cNvSpPr/>
              <p:nvPr/>
            </p:nvSpPr>
            <p:spPr>
              <a:xfrm>
                <a:off x="1234559" y="4745831"/>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6" name="Group 5">
              <a:extLst>
                <a:ext uri="{FF2B5EF4-FFF2-40B4-BE49-F238E27FC236}">
                  <a16:creationId xmlns:a16="http://schemas.microsoft.com/office/drawing/2014/main" id="{C5A3E71C-2C37-F475-DC4F-8D6D7009C8BC}"/>
                </a:ext>
              </a:extLst>
            </p:cNvPr>
            <p:cNvGrpSpPr/>
            <p:nvPr/>
          </p:nvGrpSpPr>
          <p:grpSpPr>
            <a:xfrm rot="5400000">
              <a:off x="2702405" y="1156469"/>
              <a:ext cx="302418" cy="300038"/>
              <a:chOff x="1232178" y="4745831"/>
              <a:chExt cx="302418" cy="300038"/>
            </a:xfrm>
          </p:grpSpPr>
          <p:sp>
            <p:nvSpPr>
              <p:cNvPr id="7" name="Rectangle 6">
                <a:extLst>
                  <a:ext uri="{FF2B5EF4-FFF2-40B4-BE49-F238E27FC236}">
                    <a16:creationId xmlns:a16="http://schemas.microsoft.com/office/drawing/2014/main" id="{520785A3-1A07-99AF-88FE-FF106E300F94}"/>
                  </a:ext>
                </a:extLst>
              </p:cNvPr>
              <p:cNvSpPr/>
              <p:nvPr/>
            </p:nvSpPr>
            <p:spPr>
              <a:xfrm>
                <a:off x="1234559" y="4745832"/>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Oval 7">
                <a:extLst>
                  <a:ext uri="{FF2B5EF4-FFF2-40B4-BE49-F238E27FC236}">
                    <a16:creationId xmlns:a16="http://schemas.microsoft.com/office/drawing/2014/main" id="{4141CBFA-4947-34AC-F17E-5119BB0D27EA}"/>
                  </a:ext>
                </a:extLst>
              </p:cNvPr>
              <p:cNvSpPr/>
              <p:nvPr/>
            </p:nvSpPr>
            <p:spPr>
              <a:xfrm>
                <a:off x="1232178" y="4745831"/>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grpSp>
      </p:grpSp>
      <p:sp>
        <p:nvSpPr>
          <p:cNvPr id="24" name="Rectangle: Rounded Corners 23">
            <a:extLst>
              <a:ext uri="{FF2B5EF4-FFF2-40B4-BE49-F238E27FC236}">
                <a16:creationId xmlns:a16="http://schemas.microsoft.com/office/drawing/2014/main" id="{5C608968-EF07-6617-B83F-5C00892D491E}"/>
              </a:ext>
            </a:extLst>
          </p:cNvPr>
          <p:cNvSpPr/>
          <p:nvPr/>
        </p:nvSpPr>
        <p:spPr>
          <a:xfrm>
            <a:off x="331871" y="1448593"/>
            <a:ext cx="2878053"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nvGrpSpPr>
          <p:cNvPr id="25" name="Group 24">
            <a:extLst>
              <a:ext uri="{FF2B5EF4-FFF2-40B4-BE49-F238E27FC236}">
                <a16:creationId xmlns:a16="http://schemas.microsoft.com/office/drawing/2014/main" id="{B873905D-29E6-E925-5890-D3D25F13BFDB}"/>
              </a:ext>
            </a:extLst>
          </p:cNvPr>
          <p:cNvGrpSpPr/>
          <p:nvPr/>
        </p:nvGrpSpPr>
        <p:grpSpPr>
          <a:xfrm>
            <a:off x="2703597" y="2162970"/>
            <a:ext cx="300037" cy="300038"/>
            <a:chOff x="1234559" y="4745831"/>
            <a:chExt cx="300037" cy="300038"/>
          </a:xfrm>
        </p:grpSpPr>
        <p:sp>
          <p:nvSpPr>
            <p:cNvPr id="26" name="Rectangle 25">
              <a:extLst>
                <a:ext uri="{FF2B5EF4-FFF2-40B4-BE49-F238E27FC236}">
                  <a16:creationId xmlns:a16="http://schemas.microsoft.com/office/drawing/2014/main" id="{5790C495-DC80-73C5-3F88-33956256104A}"/>
                </a:ext>
              </a:extLst>
            </p:cNvPr>
            <p:cNvSpPr/>
            <p:nvPr/>
          </p:nvSpPr>
          <p:spPr>
            <a:xfrm>
              <a:off x="1234559" y="4745832"/>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7" name="Oval 26">
              <a:extLst>
                <a:ext uri="{FF2B5EF4-FFF2-40B4-BE49-F238E27FC236}">
                  <a16:creationId xmlns:a16="http://schemas.microsoft.com/office/drawing/2014/main" id="{8302B80F-ADA2-A70C-61FE-B57DD57F1B20}"/>
                </a:ext>
              </a:extLst>
            </p:cNvPr>
            <p:cNvSpPr/>
            <p:nvPr/>
          </p:nvSpPr>
          <p:spPr>
            <a:xfrm>
              <a:off x="1234559" y="4745831"/>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28" name="Group 27">
            <a:extLst>
              <a:ext uri="{FF2B5EF4-FFF2-40B4-BE49-F238E27FC236}">
                <a16:creationId xmlns:a16="http://schemas.microsoft.com/office/drawing/2014/main" id="{1695E878-11B6-9BA7-CB67-A5E9C59FCFD7}"/>
              </a:ext>
            </a:extLst>
          </p:cNvPr>
          <p:cNvGrpSpPr/>
          <p:nvPr/>
        </p:nvGrpSpPr>
        <p:grpSpPr>
          <a:xfrm rot="5400000">
            <a:off x="2702405" y="1146945"/>
            <a:ext cx="302418" cy="300038"/>
            <a:chOff x="1232178" y="4745831"/>
            <a:chExt cx="302418" cy="300038"/>
          </a:xfrm>
        </p:grpSpPr>
        <p:sp>
          <p:nvSpPr>
            <p:cNvPr id="29" name="Rectangle 28">
              <a:extLst>
                <a:ext uri="{FF2B5EF4-FFF2-40B4-BE49-F238E27FC236}">
                  <a16:creationId xmlns:a16="http://schemas.microsoft.com/office/drawing/2014/main" id="{1B725144-DA70-8ACA-20D2-4FECBA64140C}"/>
                </a:ext>
              </a:extLst>
            </p:cNvPr>
            <p:cNvSpPr/>
            <p:nvPr/>
          </p:nvSpPr>
          <p:spPr>
            <a:xfrm>
              <a:off x="1234559" y="4745832"/>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0" name="Oval 29">
              <a:extLst>
                <a:ext uri="{FF2B5EF4-FFF2-40B4-BE49-F238E27FC236}">
                  <a16:creationId xmlns:a16="http://schemas.microsoft.com/office/drawing/2014/main" id="{229478A4-1D16-02FA-C421-497AC729E0B4}"/>
                </a:ext>
              </a:extLst>
            </p:cNvPr>
            <p:cNvSpPr/>
            <p:nvPr/>
          </p:nvSpPr>
          <p:spPr>
            <a:xfrm>
              <a:off x="1232178" y="4745831"/>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11" name="Rectangle: Rounded Corners 10">
            <a:extLst>
              <a:ext uri="{FF2B5EF4-FFF2-40B4-BE49-F238E27FC236}">
                <a16:creationId xmlns:a16="http://schemas.microsoft.com/office/drawing/2014/main" id="{86CD9824-3652-9E7A-9200-E55A24490667}"/>
              </a:ext>
            </a:extLst>
          </p:cNvPr>
          <p:cNvSpPr/>
          <p:nvPr/>
        </p:nvSpPr>
        <p:spPr>
          <a:xfrm>
            <a:off x="3003634" y="585785"/>
            <a:ext cx="8559716" cy="5686427"/>
          </a:xfrm>
          <a:prstGeom prst="roundRect">
            <a:avLst>
              <a:gd name="adj" fmla="val 2513"/>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Box 3">
            <a:extLst>
              <a:ext uri="{FF2B5EF4-FFF2-40B4-BE49-F238E27FC236}">
                <a16:creationId xmlns:a16="http://schemas.microsoft.com/office/drawing/2014/main" id="{869965D2-1116-5A81-C907-47874970F91A}"/>
              </a:ext>
            </a:extLst>
          </p:cNvPr>
          <p:cNvSpPr txBox="1"/>
          <p:nvPr/>
        </p:nvSpPr>
        <p:spPr>
          <a:xfrm>
            <a:off x="440111" y="376344"/>
            <a:ext cx="1588897" cy="2550378"/>
          </a:xfrm>
          <a:prstGeom prst="rect">
            <a:avLst/>
          </a:prstGeom>
          <a:noFill/>
        </p:spPr>
        <p:txBody>
          <a:bodyPr wrap="none" rtlCol="0">
            <a:spAutoFit/>
          </a:bodyPr>
          <a:lstStyle/>
          <a:p>
            <a:pPr>
              <a:lnSpc>
                <a:spcPct val="200000"/>
              </a:lnSpc>
            </a:pPr>
            <a:r>
              <a:rPr lang="en-CA" sz="2800" dirty="0">
                <a:solidFill>
                  <a:schemeClr val="tx1">
                    <a:lumMod val="25000"/>
                    <a:lumOff val="75000"/>
                  </a:schemeClr>
                </a:solidFill>
                <a:latin typeface="Kumbh Sans" pitchFamily="2" charset="0"/>
                <a:cs typeface="Kumbh Sans" pitchFamily="2" charset="0"/>
              </a:rPr>
              <a:t>Adestria</a:t>
            </a:r>
          </a:p>
          <a:p>
            <a:pPr>
              <a:lnSpc>
                <a:spcPct val="200000"/>
              </a:lnSpc>
            </a:pPr>
            <a:r>
              <a:rPr lang="en-CA" sz="2800" dirty="0">
                <a:latin typeface="Kumbh Sans" pitchFamily="2" charset="0"/>
                <a:cs typeface="Kumbh Sans" pitchFamily="2" charset="0"/>
              </a:rPr>
              <a:t>Project</a:t>
            </a:r>
          </a:p>
          <a:p>
            <a:pPr>
              <a:lnSpc>
                <a:spcPct val="200000"/>
              </a:lnSpc>
            </a:pPr>
            <a:r>
              <a:rPr lang="en-CA" sz="2800" dirty="0">
                <a:solidFill>
                  <a:schemeClr val="tx1">
                    <a:lumMod val="25000"/>
                    <a:lumOff val="75000"/>
                  </a:schemeClr>
                </a:solidFill>
                <a:latin typeface="Kumbh Sans" pitchFamily="2" charset="0"/>
                <a:cs typeface="Kumbh Sans" pitchFamily="2" charset="0"/>
              </a:rPr>
              <a:t>Q &amp; A</a:t>
            </a:r>
          </a:p>
        </p:txBody>
      </p:sp>
      <p:sp>
        <p:nvSpPr>
          <p:cNvPr id="39" name="Rectangle: Rounded Corners 38">
            <a:extLst>
              <a:ext uri="{FF2B5EF4-FFF2-40B4-BE49-F238E27FC236}">
                <a16:creationId xmlns:a16="http://schemas.microsoft.com/office/drawing/2014/main" id="{129F8613-87E2-01C6-2EC4-CFC5C6C4C04D}"/>
              </a:ext>
            </a:extLst>
          </p:cNvPr>
          <p:cNvSpPr/>
          <p:nvPr/>
        </p:nvSpPr>
        <p:spPr>
          <a:xfrm>
            <a:off x="331871" y="1445792"/>
            <a:ext cx="2878053"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TextBox 14">
            <a:extLst>
              <a:ext uri="{FF2B5EF4-FFF2-40B4-BE49-F238E27FC236}">
                <a16:creationId xmlns:a16="http://schemas.microsoft.com/office/drawing/2014/main" id="{2A102AA6-30F9-B970-B5F0-47685C884BF3}"/>
              </a:ext>
            </a:extLst>
          </p:cNvPr>
          <p:cNvSpPr txBox="1"/>
          <p:nvPr/>
        </p:nvSpPr>
        <p:spPr>
          <a:xfrm>
            <a:off x="440111" y="376344"/>
            <a:ext cx="2563522" cy="5997476"/>
          </a:xfrm>
          <a:prstGeom prst="rect">
            <a:avLst/>
          </a:prstGeom>
          <a:noFill/>
        </p:spPr>
        <p:txBody>
          <a:bodyPr wrap="none" rtlCol="0">
            <a:spAutoFit/>
          </a:bodyPr>
          <a:lstStyle/>
          <a:p>
            <a:pPr>
              <a:lnSpc>
                <a:spcPct val="200000"/>
              </a:lnSpc>
            </a:pPr>
            <a:r>
              <a:rPr lang="en-CA" sz="2800" dirty="0">
                <a:solidFill>
                  <a:schemeClr val="tx1">
                    <a:lumMod val="25000"/>
                    <a:lumOff val="75000"/>
                  </a:schemeClr>
                </a:solidFill>
                <a:latin typeface="Kumbh Sans" pitchFamily="2" charset="0"/>
                <a:cs typeface="Kumbh Sans" pitchFamily="2" charset="0"/>
              </a:rPr>
              <a:t>Adestria</a:t>
            </a:r>
          </a:p>
          <a:p>
            <a:pPr>
              <a:lnSpc>
                <a:spcPct val="200000"/>
              </a:lnSpc>
            </a:pPr>
            <a:r>
              <a:rPr lang="en-CA" sz="2800" dirty="0">
                <a:latin typeface="Kumbh Sans" pitchFamily="2" charset="0"/>
                <a:cs typeface="Kumbh Sans" pitchFamily="2" charset="0"/>
              </a:rPr>
              <a:t>Project</a:t>
            </a:r>
          </a:p>
          <a:p>
            <a:pPr>
              <a:lnSpc>
                <a:spcPct val="200000"/>
              </a:lnSpc>
            </a:pPr>
            <a:r>
              <a:rPr lang="en-CA" sz="2800" dirty="0">
                <a:solidFill>
                  <a:schemeClr val="tx1">
                    <a:lumMod val="25000"/>
                    <a:lumOff val="75000"/>
                  </a:schemeClr>
                </a:solidFill>
                <a:latin typeface="Kumbh Sans" pitchFamily="2" charset="0"/>
                <a:cs typeface="Kumbh Sans" pitchFamily="2" charset="0"/>
              </a:rPr>
              <a:t>    Existing </a:t>
            </a:r>
          </a:p>
          <a:p>
            <a:r>
              <a:rPr lang="en-CA" sz="2800" dirty="0">
                <a:solidFill>
                  <a:schemeClr val="tx1">
                    <a:lumMod val="25000"/>
                    <a:lumOff val="75000"/>
                  </a:schemeClr>
                </a:solidFill>
                <a:latin typeface="Kumbh Sans" pitchFamily="2" charset="0"/>
                <a:cs typeface="Kumbh Sans" pitchFamily="2" charset="0"/>
              </a:rPr>
              <a:t>    Solutions</a:t>
            </a:r>
          </a:p>
          <a:p>
            <a:pPr>
              <a:lnSpc>
                <a:spcPct val="200000"/>
              </a:lnSpc>
            </a:pPr>
            <a:r>
              <a:rPr lang="en-CA" sz="2800" dirty="0">
                <a:solidFill>
                  <a:schemeClr val="tx1">
                    <a:lumMod val="25000"/>
                    <a:lumOff val="75000"/>
                  </a:schemeClr>
                </a:solidFill>
                <a:latin typeface="Kumbh Sans" pitchFamily="2" charset="0"/>
                <a:cs typeface="Kumbh Sans" pitchFamily="2" charset="0"/>
              </a:rPr>
              <a:t>    Custom</a:t>
            </a:r>
          </a:p>
          <a:p>
            <a:r>
              <a:rPr lang="en-CA" sz="2800" dirty="0">
                <a:solidFill>
                  <a:schemeClr val="tx1">
                    <a:lumMod val="25000"/>
                    <a:lumOff val="75000"/>
                  </a:schemeClr>
                </a:solidFill>
                <a:latin typeface="Kumbh Sans" pitchFamily="2" charset="0"/>
                <a:cs typeface="Kumbh Sans" pitchFamily="2" charset="0"/>
              </a:rPr>
              <a:t>    Solution</a:t>
            </a:r>
          </a:p>
          <a:p>
            <a:pPr>
              <a:lnSpc>
                <a:spcPct val="200000"/>
              </a:lnSpc>
            </a:pPr>
            <a:r>
              <a:rPr lang="en-CA" sz="2800" dirty="0">
                <a:solidFill>
                  <a:schemeClr val="tx1">
                    <a:lumMod val="25000"/>
                    <a:lumOff val="75000"/>
                  </a:schemeClr>
                </a:solidFill>
                <a:latin typeface="Kumbh Sans" pitchFamily="2" charset="0"/>
                <a:cs typeface="Kumbh Sans" pitchFamily="2" charset="0"/>
              </a:rPr>
              <a:t>    Comparison</a:t>
            </a:r>
          </a:p>
          <a:p>
            <a:pPr>
              <a:lnSpc>
                <a:spcPct val="200000"/>
              </a:lnSpc>
            </a:pPr>
            <a:r>
              <a:rPr lang="en-CA" sz="2800" dirty="0">
                <a:solidFill>
                  <a:schemeClr val="tx1">
                    <a:lumMod val="25000"/>
                    <a:lumOff val="75000"/>
                  </a:schemeClr>
                </a:solidFill>
                <a:latin typeface="Kumbh Sans" pitchFamily="2" charset="0"/>
                <a:cs typeface="Kumbh Sans" pitchFamily="2" charset="0"/>
              </a:rPr>
              <a:t>Q &amp; A</a:t>
            </a:r>
          </a:p>
        </p:txBody>
      </p:sp>
      <p:sp>
        <p:nvSpPr>
          <p:cNvPr id="13" name="TextBox 12">
            <a:extLst>
              <a:ext uri="{FF2B5EF4-FFF2-40B4-BE49-F238E27FC236}">
                <a16:creationId xmlns:a16="http://schemas.microsoft.com/office/drawing/2014/main" id="{71406E84-B673-8720-C77A-5F79E5792EEE}"/>
              </a:ext>
            </a:extLst>
          </p:cNvPr>
          <p:cNvSpPr txBox="1"/>
          <p:nvPr/>
        </p:nvSpPr>
        <p:spPr>
          <a:xfrm>
            <a:off x="5491491" y="2227699"/>
            <a:ext cx="1784463" cy="1848070"/>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Works</a:t>
            </a:r>
          </a:p>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Familiar</a:t>
            </a:r>
          </a:p>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Pain Points</a:t>
            </a:r>
          </a:p>
        </p:txBody>
      </p:sp>
    </p:spTree>
    <p:extLst>
      <p:ext uri="{BB962C8B-B14F-4D97-AF65-F5344CB8AC3E}">
        <p14:creationId xmlns:p14="http://schemas.microsoft.com/office/powerpoint/2010/main" val="1282376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par>
                                <p:cTn id="13" presetID="19" presetClass="emph" presetSubtype="0" fill="hold" nodeType="withEffect">
                                  <p:stCondLst>
                                    <p:cond delay="0"/>
                                  </p:stCondLst>
                                  <p:childTnLst>
                                    <p:animClr clrSpc="rgb" dir="cw">
                                      <p:cBhvr override="childStyle">
                                        <p:cTn id="14" dur="500" fill="hold"/>
                                        <p:tgtEl>
                                          <p:spTgt spid="13">
                                            <p:txEl>
                                              <p:pRg st="0" end="0"/>
                                            </p:txEl>
                                          </p:spTgt>
                                        </p:tgtEl>
                                        <p:attrNameLst>
                                          <p:attrName>style.color</p:attrName>
                                        </p:attrNameLst>
                                      </p:cBhvr>
                                      <p:to>
                                        <a:srgbClr val="96CDF8"/>
                                      </p:to>
                                    </p:animClr>
                                    <p:animClr clrSpc="rgb" dir="cw">
                                      <p:cBhvr>
                                        <p:cTn id="15" dur="500" fill="hold"/>
                                        <p:tgtEl>
                                          <p:spTgt spid="13">
                                            <p:txEl>
                                              <p:pRg st="0" end="0"/>
                                            </p:txEl>
                                          </p:spTgt>
                                        </p:tgtEl>
                                        <p:attrNameLst>
                                          <p:attrName>fillcolor</p:attrName>
                                        </p:attrNameLst>
                                      </p:cBhvr>
                                      <p:to>
                                        <a:srgbClr val="96CDF8"/>
                                      </p:to>
                                    </p:animClr>
                                    <p:set>
                                      <p:cBhvr>
                                        <p:cTn id="16" dur="500" fill="hold"/>
                                        <p:tgtEl>
                                          <p:spTgt spid="13">
                                            <p:txEl>
                                              <p:pRg st="0" end="0"/>
                                            </p:txEl>
                                          </p:spTgt>
                                        </p:tgtEl>
                                        <p:attrNameLst>
                                          <p:attrName>fill.type</p:attrName>
                                        </p:attrNameLst>
                                      </p:cBhvr>
                                      <p:to>
                                        <p:strVal val="solid"/>
                                      </p:to>
                                    </p:set>
                                    <p:set>
                                      <p:cBhvr>
                                        <p:cTn id="17" dur="500" fill="hold"/>
                                        <p:tgtEl>
                                          <p:spTgt spid="13">
                                            <p:txEl>
                                              <p:pRg st="0" end="0"/>
                                            </p:txEl>
                                          </p:spTgt>
                                        </p:tgtEl>
                                        <p:attrNameLst>
                                          <p:attrName>fill.on</p:attrName>
                                        </p:attrNameLst>
                                      </p:cBhvr>
                                      <p:to>
                                        <p:strVal val="true"/>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xEl>
                                              <p:pRg st="2" end="2"/>
                                            </p:txEl>
                                          </p:spTgt>
                                        </p:tgtEl>
                                        <p:attrNameLst>
                                          <p:attrName>style.visibility</p:attrName>
                                        </p:attrNameLst>
                                      </p:cBhvr>
                                      <p:to>
                                        <p:strVal val="visible"/>
                                      </p:to>
                                    </p:set>
                                    <p:animEffect transition="in" filter="fade">
                                      <p:cBhvr>
                                        <p:cTn id="22" dur="500"/>
                                        <p:tgtEl>
                                          <p:spTgt spid="13">
                                            <p:txEl>
                                              <p:pRg st="2" end="2"/>
                                            </p:txEl>
                                          </p:spTgt>
                                        </p:tgtEl>
                                      </p:cBhvr>
                                    </p:animEffect>
                                  </p:childTnLst>
                                </p:cTn>
                              </p:par>
                              <p:par>
                                <p:cTn id="23" presetID="19" presetClass="emph" presetSubtype="0" fill="hold" nodeType="withEffect">
                                  <p:stCondLst>
                                    <p:cond delay="0"/>
                                  </p:stCondLst>
                                  <p:childTnLst>
                                    <p:animClr clrSpc="rgb" dir="cw">
                                      <p:cBhvr override="childStyle">
                                        <p:cTn id="24" dur="500" fill="hold"/>
                                        <p:tgtEl>
                                          <p:spTgt spid="13">
                                            <p:txEl>
                                              <p:pRg st="1" end="1"/>
                                            </p:txEl>
                                          </p:spTgt>
                                        </p:tgtEl>
                                        <p:attrNameLst>
                                          <p:attrName>style.color</p:attrName>
                                        </p:attrNameLst>
                                      </p:cBhvr>
                                      <p:to>
                                        <a:srgbClr val="96CDF8"/>
                                      </p:to>
                                    </p:animClr>
                                    <p:animClr clrSpc="rgb" dir="cw">
                                      <p:cBhvr>
                                        <p:cTn id="25" dur="500" fill="hold"/>
                                        <p:tgtEl>
                                          <p:spTgt spid="13">
                                            <p:txEl>
                                              <p:pRg st="1" end="1"/>
                                            </p:txEl>
                                          </p:spTgt>
                                        </p:tgtEl>
                                        <p:attrNameLst>
                                          <p:attrName>fillcolor</p:attrName>
                                        </p:attrNameLst>
                                      </p:cBhvr>
                                      <p:to>
                                        <a:srgbClr val="96CDF8"/>
                                      </p:to>
                                    </p:animClr>
                                    <p:set>
                                      <p:cBhvr>
                                        <p:cTn id="26" dur="500" fill="hold"/>
                                        <p:tgtEl>
                                          <p:spTgt spid="13">
                                            <p:txEl>
                                              <p:pRg st="1" end="1"/>
                                            </p:txEl>
                                          </p:spTgt>
                                        </p:tgtEl>
                                        <p:attrNameLst>
                                          <p:attrName>fill.type</p:attrName>
                                        </p:attrNameLst>
                                      </p:cBhvr>
                                      <p:to>
                                        <p:strVal val="solid"/>
                                      </p:to>
                                    </p:set>
                                    <p:set>
                                      <p:cBhvr>
                                        <p:cTn id="27" dur="500" fill="hold"/>
                                        <p:tgtEl>
                                          <p:spTgt spid="13">
                                            <p:txEl>
                                              <p:pRg st="1" end="1"/>
                                            </p:txEl>
                                          </p:spTgt>
                                        </p:tgtEl>
                                        <p:attrNameLst>
                                          <p:attrName>fill.on</p:attrName>
                                        </p:attrNameLst>
                                      </p:cBhvr>
                                      <p:to>
                                        <p:strVal val="true"/>
                                      </p:to>
                                    </p:se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0" nodeType="clickEffect">
                                  <p:stCondLst>
                                    <p:cond delay="0"/>
                                  </p:stCondLst>
                                  <p:childTnLst>
                                    <p:animEffect transition="out" filter="fade">
                                      <p:cBhvr>
                                        <p:cTn id="31" dur="500"/>
                                        <p:tgtEl>
                                          <p:spTgt spid="13">
                                            <p:txEl>
                                              <p:pRg st="0" end="0"/>
                                            </p:txEl>
                                          </p:spTgt>
                                        </p:tgtEl>
                                      </p:cBhvr>
                                    </p:animEffect>
                                    <p:set>
                                      <p:cBhvr>
                                        <p:cTn id="32" dur="1" fill="hold">
                                          <p:stCondLst>
                                            <p:cond delay="499"/>
                                          </p:stCondLst>
                                        </p:cTn>
                                        <p:tgtEl>
                                          <p:spTgt spid="13">
                                            <p:txEl>
                                              <p:pRg st="0" end="0"/>
                                            </p:txEl>
                                          </p:spTgt>
                                        </p:tgtEl>
                                        <p:attrNameLst>
                                          <p:attrName>style.visibility</p:attrName>
                                        </p:attrNameLst>
                                      </p:cBhvr>
                                      <p:to>
                                        <p:strVal val="hidden"/>
                                      </p:to>
                                    </p:set>
                                  </p:childTnLst>
                                </p:cTn>
                              </p:par>
                              <p:par>
                                <p:cTn id="33" presetID="10" presetClass="exit" presetSubtype="0" fill="hold" grpId="0" nodeType="withEffect">
                                  <p:stCondLst>
                                    <p:cond delay="0"/>
                                  </p:stCondLst>
                                  <p:childTnLst>
                                    <p:animEffect transition="out" filter="fade">
                                      <p:cBhvr>
                                        <p:cTn id="34" dur="500"/>
                                        <p:tgtEl>
                                          <p:spTgt spid="13">
                                            <p:txEl>
                                              <p:pRg st="1" end="1"/>
                                            </p:txEl>
                                          </p:spTgt>
                                        </p:tgtEl>
                                      </p:cBhvr>
                                    </p:animEffect>
                                    <p:set>
                                      <p:cBhvr>
                                        <p:cTn id="35" dur="1" fill="hold">
                                          <p:stCondLst>
                                            <p:cond delay="499"/>
                                          </p:stCondLst>
                                        </p:cTn>
                                        <p:tgtEl>
                                          <p:spTgt spid="13">
                                            <p:txEl>
                                              <p:pRg st="1" end="1"/>
                                            </p:txEl>
                                          </p:spTgt>
                                        </p:tgtEl>
                                        <p:attrNameLst>
                                          <p:attrName>style.visibility</p:attrName>
                                        </p:attrNameLst>
                                      </p:cBhvr>
                                      <p:to>
                                        <p:strVal val="hidden"/>
                                      </p:to>
                                    </p:set>
                                  </p:childTnLst>
                                </p:cTn>
                              </p:par>
                              <p:par>
                                <p:cTn id="36" presetID="10" presetClass="exit" presetSubtype="0" fill="hold" grpId="0" nodeType="withEffect">
                                  <p:stCondLst>
                                    <p:cond delay="0"/>
                                  </p:stCondLst>
                                  <p:childTnLst>
                                    <p:animEffect transition="out" filter="fade">
                                      <p:cBhvr>
                                        <p:cTn id="37" dur="500"/>
                                        <p:tgtEl>
                                          <p:spTgt spid="13">
                                            <p:txEl>
                                              <p:pRg st="2" end="2"/>
                                            </p:txEl>
                                          </p:spTgt>
                                        </p:tgtEl>
                                      </p:cBhvr>
                                    </p:animEffect>
                                    <p:set>
                                      <p:cBhvr>
                                        <p:cTn id="38" dur="1" fill="hold">
                                          <p:stCondLst>
                                            <p:cond delay="499"/>
                                          </p:stCondLst>
                                        </p:cTn>
                                        <p:tgtEl>
                                          <p:spTgt spid="13">
                                            <p:txEl>
                                              <p:pRg st="2" end="2"/>
                                            </p:txEl>
                                          </p:spTgt>
                                        </p:tgtEl>
                                        <p:attrNameLst>
                                          <p:attrName>style.visibility</p:attrName>
                                        </p:attrNameLst>
                                      </p:cBhvr>
                                      <p:to>
                                        <p:strVal val="hidden"/>
                                      </p:to>
                                    </p:set>
                                  </p:childTnLst>
                                </p:cTn>
                              </p:par>
                              <p:par>
                                <p:cTn id="39" presetID="42" presetClass="path" presetSubtype="0" accel="50000" decel="50000" fill="hold" nodeType="withEffect">
                                  <p:stCondLst>
                                    <p:cond delay="0"/>
                                  </p:stCondLst>
                                  <p:childTnLst>
                                    <p:animMotion origin="layout" path="M -1.04167E-6 4.07407E-6 L -1.04167E-6 0.49791 " pathEditMode="relative" rAng="0" ptsTypes="AA">
                                      <p:cBhvr>
                                        <p:cTn id="40" dur="2000" fill="hold"/>
                                        <p:tgtEl>
                                          <p:spTgt spid="4">
                                            <p:txEl>
                                              <p:pRg st="2" end="2"/>
                                            </p:txEl>
                                          </p:spTgt>
                                        </p:tgtEl>
                                        <p:attrNameLst>
                                          <p:attrName>ppt_x</p:attrName>
                                          <p:attrName>ppt_y</p:attrName>
                                        </p:attrNameLst>
                                      </p:cBhvr>
                                      <p:rCtr x="0" y="24884"/>
                                    </p:animMotion>
                                  </p:childTnLst>
                                </p:cTn>
                              </p:par>
                              <p:par>
                                <p:cTn id="41" presetID="22" presetClass="entr" presetSubtype="1" fill="hold" nodeType="withEffect">
                                  <p:stCondLst>
                                    <p:cond delay="300"/>
                                  </p:stCondLst>
                                  <p:childTnLst>
                                    <p:set>
                                      <p:cBhvr>
                                        <p:cTn id="42" dur="1" fill="hold">
                                          <p:stCondLst>
                                            <p:cond delay="0"/>
                                          </p:stCondLst>
                                        </p:cTn>
                                        <p:tgtEl>
                                          <p:spTgt spid="15">
                                            <p:txEl>
                                              <p:pRg st="2" end="2"/>
                                            </p:txEl>
                                          </p:spTgt>
                                        </p:tgtEl>
                                        <p:attrNameLst>
                                          <p:attrName>style.visibility</p:attrName>
                                        </p:attrNameLst>
                                      </p:cBhvr>
                                      <p:to>
                                        <p:strVal val="visible"/>
                                      </p:to>
                                    </p:set>
                                    <p:animEffect transition="in" filter="wipe(up)">
                                      <p:cBhvr>
                                        <p:cTn id="43" dur="500"/>
                                        <p:tgtEl>
                                          <p:spTgt spid="15">
                                            <p:txEl>
                                              <p:pRg st="2" end="2"/>
                                            </p:txEl>
                                          </p:spTgt>
                                        </p:tgtEl>
                                      </p:cBhvr>
                                    </p:animEffect>
                                  </p:childTnLst>
                                </p:cTn>
                              </p:par>
                              <p:par>
                                <p:cTn id="44" presetID="22" presetClass="entr" presetSubtype="1" fill="hold" nodeType="withEffect">
                                  <p:stCondLst>
                                    <p:cond delay="600"/>
                                  </p:stCondLst>
                                  <p:childTnLst>
                                    <p:set>
                                      <p:cBhvr>
                                        <p:cTn id="45" dur="1" fill="hold">
                                          <p:stCondLst>
                                            <p:cond delay="0"/>
                                          </p:stCondLst>
                                        </p:cTn>
                                        <p:tgtEl>
                                          <p:spTgt spid="15">
                                            <p:txEl>
                                              <p:pRg st="3" end="3"/>
                                            </p:txEl>
                                          </p:spTgt>
                                        </p:tgtEl>
                                        <p:attrNameLst>
                                          <p:attrName>style.visibility</p:attrName>
                                        </p:attrNameLst>
                                      </p:cBhvr>
                                      <p:to>
                                        <p:strVal val="visible"/>
                                      </p:to>
                                    </p:set>
                                    <p:animEffect transition="in" filter="wipe(up)">
                                      <p:cBhvr>
                                        <p:cTn id="46" dur="500"/>
                                        <p:tgtEl>
                                          <p:spTgt spid="15">
                                            <p:txEl>
                                              <p:pRg st="3" end="3"/>
                                            </p:txEl>
                                          </p:spTgt>
                                        </p:tgtEl>
                                      </p:cBhvr>
                                    </p:animEffect>
                                  </p:childTnLst>
                                </p:cTn>
                              </p:par>
                              <p:par>
                                <p:cTn id="47" presetID="1" presetClass="exit" presetSubtype="0" fill="hold" nodeType="withEffect">
                                  <p:stCondLst>
                                    <p:cond delay="0"/>
                                  </p:stCondLst>
                                  <p:childTnLst>
                                    <p:set>
                                      <p:cBhvr>
                                        <p:cTn id="48" dur="1" fill="hold">
                                          <p:stCondLst>
                                            <p:cond delay="0"/>
                                          </p:stCondLst>
                                        </p:cTn>
                                        <p:tgtEl>
                                          <p:spTgt spid="2"/>
                                        </p:tgtEl>
                                        <p:attrNameLst>
                                          <p:attrName>style.visibility</p:attrName>
                                        </p:attrNameLst>
                                      </p:cBhvr>
                                      <p:to>
                                        <p:strVal val="hidden"/>
                                      </p:to>
                                    </p:set>
                                  </p:childTnLst>
                                </p:cTn>
                              </p:par>
                              <p:par>
                                <p:cTn id="49" presetID="1" presetClass="entr" presetSubtype="0" fill="hold" grpId="1"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par>
                                <p:cTn id="55" presetID="1" presetClass="entr" presetSubtype="0" fill="hold" grpId="1" nodeType="withEffect">
                                  <p:stCondLst>
                                    <p:cond delay="0"/>
                                  </p:stCondLst>
                                  <p:childTnLst>
                                    <p:set>
                                      <p:cBhvr>
                                        <p:cTn id="56" dur="1" fill="hold">
                                          <p:stCondLst>
                                            <p:cond delay="0"/>
                                          </p:stCondLst>
                                        </p:cTn>
                                        <p:tgtEl>
                                          <p:spTgt spid="39"/>
                                        </p:tgtEl>
                                        <p:attrNameLst>
                                          <p:attrName>style.visibility</p:attrName>
                                        </p:attrNameLst>
                                      </p:cBhvr>
                                      <p:to>
                                        <p:strVal val="visible"/>
                                      </p:to>
                                    </p:set>
                                  </p:childTnLst>
                                </p:cTn>
                              </p:par>
                              <p:par>
                                <p:cTn id="57" presetID="42" presetClass="path" presetSubtype="0" accel="50000" decel="50000" fill="hold" grpId="0" nodeType="withEffect">
                                  <p:stCondLst>
                                    <p:cond delay="0"/>
                                  </p:stCondLst>
                                  <p:childTnLst>
                                    <p:animMotion origin="layout" path="M -2.29167E-6 -4.44444E-6 L -2.29167E-6 0.1213 " pathEditMode="relative" rAng="0" ptsTypes="AA">
                                      <p:cBhvr>
                                        <p:cTn id="58" dur="2000" fill="hold"/>
                                        <p:tgtEl>
                                          <p:spTgt spid="24"/>
                                        </p:tgtEl>
                                        <p:attrNameLst>
                                          <p:attrName>ppt_x</p:attrName>
                                          <p:attrName>ppt_y</p:attrName>
                                        </p:attrNameLst>
                                      </p:cBhvr>
                                      <p:rCtr x="0" y="6065"/>
                                    </p:animMotion>
                                  </p:childTnLst>
                                </p:cTn>
                              </p:par>
                              <p:par>
                                <p:cTn id="59" presetID="42" presetClass="path" presetSubtype="0" accel="50000" decel="50000" fill="hold" nodeType="withEffect">
                                  <p:stCondLst>
                                    <p:cond delay="0"/>
                                  </p:stCondLst>
                                  <p:childTnLst>
                                    <p:animMotion origin="layout" path="M -4.375E-6 1.48148E-6 L -4.375E-6 0.20648 " pathEditMode="relative" rAng="0" ptsTypes="AA">
                                      <p:cBhvr>
                                        <p:cTn id="60" dur="2000" fill="hold"/>
                                        <p:tgtEl>
                                          <p:spTgt spid="25"/>
                                        </p:tgtEl>
                                        <p:attrNameLst>
                                          <p:attrName>ppt_x</p:attrName>
                                          <p:attrName>ppt_y</p:attrName>
                                        </p:attrNameLst>
                                      </p:cBhvr>
                                      <p:rCtr x="0" y="10324"/>
                                    </p:animMotion>
                                  </p:childTnLst>
                                </p:cTn>
                              </p:par>
                              <p:par>
                                <p:cTn id="61" presetID="42" presetClass="path" presetSubtype="0" accel="50000" decel="50000" fill="hold" nodeType="withEffect">
                                  <p:stCondLst>
                                    <p:cond delay="0"/>
                                  </p:stCondLst>
                                  <p:childTnLst>
                                    <p:animMotion origin="layout" path="M -4.375E-6 1.11111E-6 L -4.375E-6 0.12153 " pathEditMode="relative" rAng="0" ptsTypes="AA">
                                      <p:cBhvr>
                                        <p:cTn id="62" dur="2000" fill="hold"/>
                                        <p:tgtEl>
                                          <p:spTgt spid="28"/>
                                        </p:tgtEl>
                                        <p:attrNameLst>
                                          <p:attrName>ppt_x</p:attrName>
                                          <p:attrName>ppt_y</p:attrName>
                                        </p:attrNameLst>
                                      </p:cBhvr>
                                      <p:rCtr x="0" y="6065"/>
                                    </p:animMotion>
                                  </p:childTnLst>
                                </p:cTn>
                              </p:par>
                              <p:par>
                                <p:cTn id="63" presetID="42" presetClass="path" presetSubtype="0" accel="50000" decel="50000" fill="hold" grpId="0" nodeType="withEffect">
                                  <p:stCondLst>
                                    <p:cond delay="0"/>
                                  </p:stCondLst>
                                  <p:childTnLst>
                                    <p:animMotion origin="layout" path="M -2.29167E-6 -2.96296E-6 L -2.29167E-6 0.20695 " pathEditMode="relative" rAng="0" ptsTypes="AA">
                                      <p:cBhvr>
                                        <p:cTn id="64" dur="2000" fill="hold"/>
                                        <p:tgtEl>
                                          <p:spTgt spid="39"/>
                                        </p:tgtEl>
                                        <p:attrNameLst>
                                          <p:attrName>ppt_x</p:attrName>
                                          <p:attrName>ppt_y</p:attrName>
                                        </p:attrNameLst>
                                      </p:cBhvr>
                                      <p:rCtr x="0" y="10347"/>
                                    </p:animMotion>
                                  </p:childTnLst>
                                </p:cTn>
                              </p:par>
                              <p:par>
                                <p:cTn id="65" presetID="22" presetClass="entr" presetSubtype="1" fill="hold" nodeType="withEffect">
                                  <p:stCondLst>
                                    <p:cond delay="800"/>
                                  </p:stCondLst>
                                  <p:childTnLst>
                                    <p:set>
                                      <p:cBhvr>
                                        <p:cTn id="66" dur="1" fill="hold">
                                          <p:stCondLst>
                                            <p:cond delay="0"/>
                                          </p:stCondLst>
                                        </p:cTn>
                                        <p:tgtEl>
                                          <p:spTgt spid="15">
                                            <p:txEl>
                                              <p:pRg st="4" end="4"/>
                                            </p:txEl>
                                          </p:spTgt>
                                        </p:tgtEl>
                                        <p:attrNameLst>
                                          <p:attrName>style.visibility</p:attrName>
                                        </p:attrNameLst>
                                      </p:cBhvr>
                                      <p:to>
                                        <p:strVal val="visible"/>
                                      </p:to>
                                    </p:set>
                                    <p:animEffect transition="in" filter="wipe(up)">
                                      <p:cBhvr>
                                        <p:cTn id="67" dur="500"/>
                                        <p:tgtEl>
                                          <p:spTgt spid="15">
                                            <p:txEl>
                                              <p:pRg st="4" end="4"/>
                                            </p:txEl>
                                          </p:spTgt>
                                        </p:tgtEl>
                                      </p:cBhvr>
                                    </p:animEffect>
                                  </p:childTnLst>
                                </p:cTn>
                              </p:par>
                              <p:par>
                                <p:cTn id="68" presetID="19" presetClass="emph" presetSubtype="0" fill="hold" nodeType="withEffect">
                                  <p:stCondLst>
                                    <p:cond delay="800"/>
                                  </p:stCondLst>
                                  <p:childTnLst>
                                    <p:animClr clrSpc="rgb" dir="cw">
                                      <p:cBhvr override="childStyle">
                                        <p:cTn id="69" dur="500" fill="hold"/>
                                        <p:tgtEl>
                                          <p:spTgt spid="15">
                                            <p:txEl>
                                              <p:pRg st="2" end="2"/>
                                            </p:txEl>
                                          </p:spTgt>
                                        </p:tgtEl>
                                        <p:attrNameLst>
                                          <p:attrName>style.color</p:attrName>
                                        </p:attrNameLst>
                                      </p:cBhvr>
                                      <p:to>
                                        <a:schemeClr val="accent2"/>
                                      </p:to>
                                    </p:animClr>
                                    <p:animClr clrSpc="rgb" dir="cw">
                                      <p:cBhvr>
                                        <p:cTn id="70" dur="500" fill="hold"/>
                                        <p:tgtEl>
                                          <p:spTgt spid="15">
                                            <p:txEl>
                                              <p:pRg st="2" end="2"/>
                                            </p:txEl>
                                          </p:spTgt>
                                        </p:tgtEl>
                                        <p:attrNameLst>
                                          <p:attrName>fillcolor</p:attrName>
                                        </p:attrNameLst>
                                      </p:cBhvr>
                                      <p:to>
                                        <a:schemeClr val="accent2"/>
                                      </p:to>
                                    </p:animClr>
                                    <p:set>
                                      <p:cBhvr>
                                        <p:cTn id="71" dur="500" fill="hold"/>
                                        <p:tgtEl>
                                          <p:spTgt spid="15">
                                            <p:txEl>
                                              <p:pRg st="2" end="2"/>
                                            </p:txEl>
                                          </p:spTgt>
                                        </p:tgtEl>
                                        <p:attrNameLst>
                                          <p:attrName>fill.type</p:attrName>
                                        </p:attrNameLst>
                                      </p:cBhvr>
                                      <p:to>
                                        <p:strVal val="solid"/>
                                      </p:to>
                                    </p:set>
                                    <p:set>
                                      <p:cBhvr>
                                        <p:cTn id="72" dur="500" fill="hold"/>
                                        <p:tgtEl>
                                          <p:spTgt spid="15">
                                            <p:txEl>
                                              <p:pRg st="2" end="2"/>
                                            </p:txEl>
                                          </p:spTgt>
                                        </p:tgtEl>
                                        <p:attrNameLst>
                                          <p:attrName>fill.on</p:attrName>
                                        </p:attrNameLst>
                                      </p:cBhvr>
                                      <p:to>
                                        <p:strVal val="true"/>
                                      </p:to>
                                    </p:set>
                                  </p:childTnLst>
                                </p:cTn>
                              </p:par>
                              <p:par>
                                <p:cTn id="73" presetID="19" presetClass="emph" presetSubtype="0" fill="hold" nodeType="withEffect">
                                  <p:stCondLst>
                                    <p:cond delay="800"/>
                                  </p:stCondLst>
                                  <p:childTnLst>
                                    <p:animClr clrSpc="rgb" dir="cw">
                                      <p:cBhvr override="childStyle">
                                        <p:cTn id="74" dur="500" fill="hold"/>
                                        <p:tgtEl>
                                          <p:spTgt spid="15">
                                            <p:txEl>
                                              <p:pRg st="3" end="3"/>
                                            </p:txEl>
                                          </p:spTgt>
                                        </p:tgtEl>
                                        <p:attrNameLst>
                                          <p:attrName>style.color</p:attrName>
                                        </p:attrNameLst>
                                      </p:cBhvr>
                                      <p:to>
                                        <a:schemeClr val="accent2"/>
                                      </p:to>
                                    </p:animClr>
                                    <p:animClr clrSpc="rgb" dir="cw">
                                      <p:cBhvr>
                                        <p:cTn id="75" dur="500" fill="hold"/>
                                        <p:tgtEl>
                                          <p:spTgt spid="15">
                                            <p:txEl>
                                              <p:pRg st="3" end="3"/>
                                            </p:txEl>
                                          </p:spTgt>
                                        </p:tgtEl>
                                        <p:attrNameLst>
                                          <p:attrName>fillcolor</p:attrName>
                                        </p:attrNameLst>
                                      </p:cBhvr>
                                      <p:to>
                                        <a:schemeClr val="accent2"/>
                                      </p:to>
                                    </p:animClr>
                                    <p:set>
                                      <p:cBhvr>
                                        <p:cTn id="76" dur="500" fill="hold"/>
                                        <p:tgtEl>
                                          <p:spTgt spid="15">
                                            <p:txEl>
                                              <p:pRg st="3" end="3"/>
                                            </p:txEl>
                                          </p:spTgt>
                                        </p:tgtEl>
                                        <p:attrNameLst>
                                          <p:attrName>fill.type</p:attrName>
                                        </p:attrNameLst>
                                      </p:cBhvr>
                                      <p:to>
                                        <p:strVal val="solid"/>
                                      </p:to>
                                    </p:set>
                                    <p:set>
                                      <p:cBhvr>
                                        <p:cTn id="77" dur="500" fill="hold"/>
                                        <p:tgtEl>
                                          <p:spTgt spid="15">
                                            <p:txEl>
                                              <p:pRg st="3" end="3"/>
                                            </p:txEl>
                                          </p:spTgt>
                                        </p:tgtEl>
                                        <p:attrNameLst>
                                          <p:attrName>fill.on</p:attrName>
                                        </p:attrNameLst>
                                      </p:cBhvr>
                                      <p:to>
                                        <p:strVal val="true"/>
                                      </p:to>
                                    </p:set>
                                  </p:childTnLst>
                                </p:cTn>
                              </p:par>
                              <p:par>
                                <p:cTn id="78" presetID="22" presetClass="entr" presetSubtype="1" fill="hold" nodeType="withEffect">
                                  <p:stCondLst>
                                    <p:cond delay="1000"/>
                                  </p:stCondLst>
                                  <p:childTnLst>
                                    <p:set>
                                      <p:cBhvr>
                                        <p:cTn id="79" dur="1" fill="hold">
                                          <p:stCondLst>
                                            <p:cond delay="0"/>
                                          </p:stCondLst>
                                        </p:cTn>
                                        <p:tgtEl>
                                          <p:spTgt spid="15">
                                            <p:txEl>
                                              <p:pRg st="5" end="5"/>
                                            </p:txEl>
                                          </p:spTgt>
                                        </p:tgtEl>
                                        <p:attrNameLst>
                                          <p:attrName>style.visibility</p:attrName>
                                        </p:attrNameLst>
                                      </p:cBhvr>
                                      <p:to>
                                        <p:strVal val="visible"/>
                                      </p:to>
                                    </p:set>
                                    <p:animEffect transition="in" filter="wipe(up)">
                                      <p:cBhvr>
                                        <p:cTn id="80" dur="500"/>
                                        <p:tgtEl>
                                          <p:spTgt spid="15">
                                            <p:txEl>
                                              <p:pRg st="5" end="5"/>
                                            </p:txEl>
                                          </p:spTgt>
                                        </p:tgtEl>
                                      </p:cBhvr>
                                    </p:animEffect>
                                  </p:childTnLst>
                                </p:cTn>
                              </p:par>
                              <p:par>
                                <p:cTn id="81" presetID="22" presetClass="entr" presetSubtype="1" fill="hold" nodeType="withEffect">
                                  <p:stCondLst>
                                    <p:cond delay="1200"/>
                                  </p:stCondLst>
                                  <p:childTnLst>
                                    <p:set>
                                      <p:cBhvr>
                                        <p:cTn id="82" dur="1" fill="hold">
                                          <p:stCondLst>
                                            <p:cond delay="0"/>
                                          </p:stCondLst>
                                        </p:cTn>
                                        <p:tgtEl>
                                          <p:spTgt spid="15">
                                            <p:txEl>
                                              <p:pRg st="6" end="6"/>
                                            </p:txEl>
                                          </p:spTgt>
                                        </p:tgtEl>
                                        <p:attrNameLst>
                                          <p:attrName>style.visibility</p:attrName>
                                        </p:attrNameLst>
                                      </p:cBhvr>
                                      <p:to>
                                        <p:strVal val="visible"/>
                                      </p:to>
                                    </p:set>
                                    <p:animEffect transition="in" filter="wipe(up)">
                                      <p:cBhvr>
                                        <p:cTn id="83" dur="500"/>
                                        <p:tgtEl>
                                          <p:spTgt spid="15">
                                            <p:txEl>
                                              <p:pRg st="6" end="6"/>
                                            </p:txEl>
                                          </p:spTgt>
                                        </p:tgtEl>
                                      </p:cBhvr>
                                    </p:animEffect>
                                  </p:childTnLst>
                                </p:cTn>
                              </p:par>
                              <p:par>
                                <p:cTn id="84" presetID="1" presetClass="entr" presetSubtype="0" fill="hold" nodeType="withEffect">
                                  <p:stCondLst>
                                    <p:cond delay="2000"/>
                                  </p:stCondLst>
                                  <p:childTnLst>
                                    <p:set>
                                      <p:cBhvr>
                                        <p:cTn id="85" dur="1" fill="hold">
                                          <p:stCondLst>
                                            <p:cond delay="0"/>
                                          </p:stCondLst>
                                        </p:cTn>
                                        <p:tgtEl>
                                          <p:spTgt spid="15">
                                            <p:txEl>
                                              <p:pRg st="7" end="7"/>
                                            </p:txEl>
                                          </p:spTgt>
                                        </p:tgtEl>
                                        <p:attrNameLst>
                                          <p:attrName>style.visibility</p:attrName>
                                        </p:attrNameLst>
                                      </p:cBhvr>
                                      <p:to>
                                        <p:strVal val="visible"/>
                                      </p:to>
                                    </p:set>
                                  </p:childTnLst>
                                </p:cTn>
                              </p:par>
                              <p:par>
                                <p:cTn id="86" presetID="1" presetClass="exit" presetSubtype="0" fill="hold" grpId="0" nodeType="withEffect">
                                  <p:stCondLst>
                                    <p:cond delay="1200"/>
                                  </p:stCondLst>
                                  <p:childTnLst>
                                    <p:set>
                                      <p:cBhvr>
                                        <p:cTn id="87" dur="1" fill="hold">
                                          <p:stCondLst>
                                            <p:cond delay="0"/>
                                          </p:stCondLst>
                                        </p:cTn>
                                        <p:tgtEl>
                                          <p:spTgt spid="4">
                                            <p:txEl>
                                              <p:pRg st="0" end="0"/>
                                            </p:txEl>
                                          </p:spTgt>
                                        </p:tgtEl>
                                        <p:attrNameLst>
                                          <p:attrName>style.visibility</p:attrName>
                                        </p:attrNameLst>
                                      </p:cBhvr>
                                      <p:to>
                                        <p:strVal val="hidden"/>
                                      </p:to>
                                    </p:set>
                                  </p:childTnLst>
                                </p:cTn>
                              </p:par>
                              <p:par>
                                <p:cTn id="88" presetID="1" presetClass="exit" presetSubtype="0" fill="hold" grpId="0" nodeType="withEffect">
                                  <p:stCondLst>
                                    <p:cond delay="1200"/>
                                  </p:stCondLst>
                                  <p:childTnLst>
                                    <p:set>
                                      <p:cBhvr>
                                        <p:cTn id="89" dur="1" fill="hold">
                                          <p:stCondLst>
                                            <p:cond delay="0"/>
                                          </p:stCondLst>
                                        </p:cTn>
                                        <p:tgtEl>
                                          <p:spTgt spid="4">
                                            <p:txEl>
                                              <p:pRg st="1" end="1"/>
                                            </p:txEl>
                                          </p:spTgt>
                                        </p:tgtEl>
                                        <p:attrNameLst>
                                          <p:attrName>style.visibility</p:attrName>
                                        </p:attrNameLst>
                                      </p:cBhvr>
                                      <p:to>
                                        <p:strVal val="hidden"/>
                                      </p:to>
                                    </p:set>
                                  </p:childTnLst>
                                </p:cTn>
                              </p:par>
                              <p:par>
                                <p:cTn id="90" presetID="1" presetClass="exit" presetSubtype="0" fill="hold" grpId="0" nodeType="withEffect">
                                  <p:stCondLst>
                                    <p:cond delay="2000"/>
                                  </p:stCondLst>
                                  <p:childTnLst>
                                    <p:set>
                                      <p:cBhvr>
                                        <p:cTn id="91" dur="1" fill="hold">
                                          <p:stCondLst>
                                            <p:cond delay="0"/>
                                          </p:stCondLst>
                                        </p:cTn>
                                        <p:tgtEl>
                                          <p:spTgt spid="4">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4" grpId="1" animBg="1"/>
      <p:bldP spid="4" grpId="0" uiExpand="1" build="allAtOnce"/>
      <p:bldP spid="39" grpId="0" animBg="1"/>
      <p:bldP spid="39" grpId="1" animBg="1"/>
      <p:bldP spid="13" grpId="0" build="allAtOnce"/>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CC437-54A6-6B8E-6E0E-B726DD8CE5C2}"/>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6F7A3D8F-EAF1-1A9D-9372-AF342FB1FF0C}"/>
              </a:ext>
            </a:extLst>
          </p:cNvPr>
          <p:cNvGrpSpPr/>
          <p:nvPr/>
        </p:nvGrpSpPr>
        <p:grpSpPr>
          <a:xfrm>
            <a:off x="331871" y="1982044"/>
            <a:ext cx="2878053" cy="1897867"/>
            <a:chOff x="331871" y="1982044"/>
            <a:chExt cx="2878053" cy="1897867"/>
          </a:xfrm>
        </p:grpSpPr>
        <p:sp>
          <p:nvSpPr>
            <p:cNvPr id="3" name="Rectangle: Rounded Corners 2">
              <a:extLst>
                <a:ext uri="{FF2B5EF4-FFF2-40B4-BE49-F238E27FC236}">
                  <a16:creationId xmlns:a16="http://schemas.microsoft.com/office/drawing/2014/main" id="{1F7C05C3-0CF4-310D-1EF3-34A26CB73E99}"/>
                </a:ext>
              </a:extLst>
            </p:cNvPr>
            <p:cNvSpPr/>
            <p:nvPr/>
          </p:nvSpPr>
          <p:spPr>
            <a:xfrm>
              <a:off x="331871" y="2282082"/>
              <a:ext cx="2878053"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Rectangle: Rounded Corners 3">
              <a:extLst>
                <a:ext uri="{FF2B5EF4-FFF2-40B4-BE49-F238E27FC236}">
                  <a16:creationId xmlns:a16="http://schemas.microsoft.com/office/drawing/2014/main" id="{3B4D9C07-AB84-F380-DB8D-F89B4514320F}"/>
                </a:ext>
              </a:extLst>
            </p:cNvPr>
            <p:cNvSpPr/>
            <p:nvPr/>
          </p:nvSpPr>
          <p:spPr>
            <a:xfrm>
              <a:off x="331871" y="2865497"/>
              <a:ext cx="2878053"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nvGrpSpPr>
            <p:cNvPr id="5" name="Group 4">
              <a:extLst>
                <a:ext uri="{FF2B5EF4-FFF2-40B4-BE49-F238E27FC236}">
                  <a16:creationId xmlns:a16="http://schemas.microsoft.com/office/drawing/2014/main" id="{9D56FD06-360A-DFFE-8B04-2A6D00BBC4E7}"/>
                </a:ext>
              </a:extLst>
            </p:cNvPr>
            <p:cNvGrpSpPr/>
            <p:nvPr/>
          </p:nvGrpSpPr>
          <p:grpSpPr>
            <a:xfrm>
              <a:off x="2703596" y="3579873"/>
              <a:ext cx="300037" cy="300038"/>
              <a:chOff x="1234558" y="4788693"/>
              <a:chExt cx="300037" cy="300038"/>
            </a:xfrm>
          </p:grpSpPr>
          <p:sp>
            <p:nvSpPr>
              <p:cNvPr id="10" name="Rectangle 9">
                <a:extLst>
                  <a:ext uri="{FF2B5EF4-FFF2-40B4-BE49-F238E27FC236}">
                    <a16:creationId xmlns:a16="http://schemas.microsoft.com/office/drawing/2014/main" id="{4C940E42-AD76-0F81-2A9E-F20546CCEC00}"/>
                  </a:ext>
                </a:extLst>
              </p:cNvPr>
              <p:cNvSpPr/>
              <p:nvPr/>
            </p:nvSpPr>
            <p:spPr>
              <a:xfrm>
                <a:off x="1234558" y="4788694"/>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1" name="Oval 10">
                <a:extLst>
                  <a:ext uri="{FF2B5EF4-FFF2-40B4-BE49-F238E27FC236}">
                    <a16:creationId xmlns:a16="http://schemas.microsoft.com/office/drawing/2014/main" id="{D06399BE-F84F-CA75-1627-3041458D90F4}"/>
                  </a:ext>
                </a:extLst>
              </p:cNvPr>
              <p:cNvSpPr/>
              <p:nvPr/>
            </p:nvSpPr>
            <p:spPr>
              <a:xfrm>
                <a:off x="1234559" y="4788693"/>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6" name="Group 5">
              <a:extLst>
                <a:ext uri="{FF2B5EF4-FFF2-40B4-BE49-F238E27FC236}">
                  <a16:creationId xmlns:a16="http://schemas.microsoft.com/office/drawing/2014/main" id="{CF1AE25B-1A52-30BB-DC52-0C39DC197C57}"/>
                </a:ext>
              </a:extLst>
            </p:cNvPr>
            <p:cNvGrpSpPr/>
            <p:nvPr/>
          </p:nvGrpSpPr>
          <p:grpSpPr>
            <a:xfrm rot="5400000">
              <a:off x="2703597" y="1982044"/>
              <a:ext cx="300037" cy="300038"/>
              <a:chOff x="1201626" y="4745841"/>
              <a:chExt cx="300037" cy="300038"/>
            </a:xfrm>
          </p:grpSpPr>
          <p:sp>
            <p:nvSpPr>
              <p:cNvPr id="7" name="Rectangle 6">
                <a:extLst>
                  <a:ext uri="{FF2B5EF4-FFF2-40B4-BE49-F238E27FC236}">
                    <a16:creationId xmlns:a16="http://schemas.microsoft.com/office/drawing/2014/main" id="{401B0EFA-3ABB-A0C0-4A92-30CDDB9D660C}"/>
                  </a:ext>
                </a:extLst>
              </p:cNvPr>
              <p:cNvSpPr/>
              <p:nvPr/>
            </p:nvSpPr>
            <p:spPr>
              <a:xfrm>
                <a:off x="1201626" y="4745841"/>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9" name="Oval 8">
                <a:extLst>
                  <a:ext uri="{FF2B5EF4-FFF2-40B4-BE49-F238E27FC236}">
                    <a16:creationId xmlns:a16="http://schemas.microsoft.com/office/drawing/2014/main" id="{22B05484-DADA-9052-35DC-AA34788AAC59}"/>
                  </a:ext>
                </a:extLst>
              </p:cNvPr>
              <p:cNvSpPr/>
              <p:nvPr/>
            </p:nvSpPr>
            <p:spPr>
              <a:xfrm>
                <a:off x="1201627" y="4745842"/>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sp>
        <p:nvSpPr>
          <p:cNvPr id="12" name="Rectangle: Rounded Corners 11">
            <a:extLst>
              <a:ext uri="{FF2B5EF4-FFF2-40B4-BE49-F238E27FC236}">
                <a16:creationId xmlns:a16="http://schemas.microsoft.com/office/drawing/2014/main" id="{989051CC-100F-F81A-B0D4-8999C613E12D}"/>
              </a:ext>
            </a:extLst>
          </p:cNvPr>
          <p:cNvSpPr/>
          <p:nvPr/>
        </p:nvSpPr>
        <p:spPr>
          <a:xfrm>
            <a:off x="3003634" y="585785"/>
            <a:ext cx="8559716" cy="5686427"/>
          </a:xfrm>
          <a:prstGeom prst="roundRect">
            <a:avLst>
              <a:gd name="adj" fmla="val 2513"/>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3" name="TextBox 12">
            <a:extLst>
              <a:ext uri="{FF2B5EF4-FFF2-40B4-BE49-F238E27FC236}">
                <a16:creationId xmlns:a16="http://schemas.microsoft.com/office/drawing/2014/main" id="{1340E59F-A77C-0355-6B43-C13F8528C998}"/>
              </a:ext>
            </a:extLst>
          </p:cNvPr>
          <p:cNvSpPr txBox="1"/>
          <p:nvPr/>
        </p:nvSpPr>
        <p:spPr>
          <a:xfrm>
            <a:off x="440111" y="376344"/>
            <a:ext cx="2563522" cy="5997476"/>
          </a:xfrm>
          <a:prstGeom prst="rect">
            <a:avLst/>
          </a:prstGeom>
          <a:noFill/>
        </p:spPr>
        <p:txBody>
          <a:bodyPr wrap="none" rtlCol="0">
            <a:spAutoFit/>
          </a:bodyPr>
          <a:lstStyle/>
          <a:p>
            <a:pPr>
              <a:lnSpc>
                <a:spcPct val="200000"/>
              </a:lnSpc>
            </a:pPr>
            <a:r>
              <a:rPr lang="en-CA" sz="2800" dirty="0">
                <a:solidFill>
                  <a:schemeClr val="tx1">
                    <a:lumMod val="25000"/>
                    <a:lumOff val="75000"/>
                  </a:schemeClr>
                </a:solidFill>
                <a:latin typeface="Kumbh Sans" pitchFamily="2" charset="0"/>
                <a:cs typeface="Kumbh Sans" pitchFamily="2" charset="0"/>
              </a:rPr>
              <a:t>Adestria</a:t>
            </a:r>
          </a:p>
          <a:p>
            <a:pPr>
              <a:lnSpc>
                <a:spcPct val="200000"/>
              </a:lnSpc>
            </a:pPr>
            <a:r>
              <a:rPr lang="en-CA" sz="2800" dirty="0">
                <a:latin typeface="Kumbh Sans" pitchFamily="2" charset="0"/>
                <a:cs typeface="Kumbh Sans" pitchFamily="2" charset="0"/>
              </a:rPr>
              <a:t>Project</a:t>
            </a:r>
          </a:p>
          <a:p>
            <a:pPr>
              <a:lnSpc>
                <a:spcPct val="200000"/>
              </a:lnSpc>
            </a:pPr>
            <a:r>
              <a:rPr lang="en-CA" sz="2800" dirty="0">
                <a:solidFill>
                  <a:schemeClr val="tx1">
                    <a:lumMod val="25000"/>
                    <a:lumOff val="75000"/>
                  </a:schemeClr>
                </a:solidFill>
                <a:latin typeface="Kumbh Sans" pitchFamily="2" charset="0"/>
                <a:cs typeface="Kumbh Sans" pitchFamily="2" charset="0"/>
              </a:rPr>
              <a:t>    </a:t>
            </a:r>
            <a:r>
              <a:rPr lang="en-CA" sz="2800" dirty="0">
                <a:latin typeface="Kumbh Sans" pitchFamily="2" charset="0"/>
                <a:cs typeface="Kumbh Sans" pitchFamily="2" charset="0"/>
              </a:rPr>
              <a:t>Existing </a:t>
            </a:r>
          </a:p>
          <a:p>
            <a:r>
              <a:rPr lang="en-CA" sz="2800" dirty="0">
                <a:latin typeface="Kumbh Sans" pitchFamily="2" charset="0"/>
                <a:cs typeface="Kumbh Sans" pitchFamily="2" charset="0"/>
              </a:rPr>
              <a:t>    Solutions</a:t>
            </a:r>
          </a:p>
          <a:p>
            <a:pPr>
              <a:lnSpc>
                <a:spcPct val="200000"/>
              </a:lnSpc>
            </a:pPr>
            <a:r>
              <a:rPr lang="en-CA" sz="2800" dirty="0">
                <a:solidFill>
                  <a:schemeClr val="tx1">
                    <a:lumMod val="25000"/>
                    <a:lumOff val="75000"/>
                  </a:schemeClr>
                </a:solidFill>
                <a:latin typeface="Kumbh Sans" pitchFamily="2" charset="0"/>
                <a:cs typeface="Kumbh Sans" pitchFamily="2" charset="0"/>
              </a:rPr>
              <a:t>    Custom</a:t>
            </a:r>
          </a:p>
          <a:p>
            <a:r>
              <a:rPr lang="en-CA" sz="2800" dirty="0">
                <a:solidFill>
                  <a:schemeClr val="tx1">
                    <a:lumMod val="25000"/>
                    <a:lumOff val="75000"/>
                  </a:schemeClr>
                </a:solidFill>
                <a:latin typeface="Kumbh Sans" pitchFamily="2" charset="0"/>
                <a:cs typeface="Kumbh Sans" pitchFamily="2" charset="0"/>
              </a:rPr>
              <a:t>    Solution</a:t>
            </a:r>
          </a:p>
          <a:p>
            <a:pPr>
              <a:lnSpc>
                <a:spcPct val="200000"/>
              </a:lnSpc>
            </a:pPr>
            <a:r>
              <a:rPr lang="en-CA" sz="2800" dirty="0">
                <a:solidFill>
                  <a:schemeClr val="tx1">
                    <a:lumMod val="25000"/>
                    <a:lumOff val="75000"/>
                  </a:schemeClr>
                </a:solidFill>
                <a:latin typeface="Kumbh Sans" pitchFamily="2" charset="0"/>
                <a:cs typeface="Kumbh Sans" pitchFamily="2" charset="0"/>
              </a:rPr>
              <a:t>    Comparison</a:t>
            </a:r>
          </a:p>
          <a:p>
            <a:pPr>
              <a:lnSpc>
                <a:spcPct val="200000"/>
              </a:lnSpc>
            </a:pPr>
            <a:r>
              <a:rPr lang="en-CA" sz="2800" dirty="0">
                <a:solidFill>
                  <a:schemeClr val="tx1">
                    <a:lumMod val="25000"/>
                    <a:lumOff val="75000"/>
                  </a:schemeClr>
                </a:solidFill>
                <a:latin typeface="Kumbh Sans" pitchFamily="2" charset="0"/>
                <a:cs typeface="Kumbh Sans" pitchFamily="2" charset="0"/>
              </a:rPr>
              <a:t>Q &amp; A</a:t>
            </a:r>
          </a:p>
        </p:txBody>
      </p:sp>
      <p:sp>
        <p:nvSpPr>
          <p:cNvPr id="8" name="TextBox 7">
            <a:extLst>
              <a:ext uri="{FF2B5EF4-FFF2-40B4-BE49-F238E27FC236}">
                <a16:creationId xmlns:a16="http://schemas.microsoft.com/office/drawing/2014/main" id="{AED53C7F-599F-FBA7-12D5-0CEFFBEE13B0}"/>
              </a:ext>
            </a:extLst>
          </p:cNvPr>
          <p:cNvSpPr txBox="1"/>
          <p:nvPr/>
        </p:nvSpPr>
        <p:spPr>
          <a:xfrm>
            <a:off x="4360384" y="1664912"/>
            <a:ext cx="5702202" cy="3694729"/>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Management &amp; Manufacturing</a:t>
            </a:r>
          </a:p>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Documentation, Training, Risk Management</a:t>
            </a:r>
          </a:p>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Extensive Logs</a:t>
            </a:r>
          </a:p>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AI Integration</a:t>
            </a:r>
          </a:p>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Hands Off</a:t>
            </a:r>
          </a:p>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$25,000 /year</a:t>
            </a:r>
          </a:p>
        </p:txBody>
      </p:sp>
      <p:sp>
        <p:nvSpPr>
          <p:cNvPr id="14" name="TextBox 13">
            <a:extLst>
              <a:ext uri="{FF2B5EF4-FFF2-40B4-BE49-F238E27FC236}">
                <a16:creationId xmlns:a16="http://schemas.microsoft.com/office/drawing/2014/main" id="{3DAEF85A-079C-3F9A-92CF-835B7D0DC7BD}"/>
              </a:ext>
            </a:extLst>
          </p:cNvPr>
          <p:cNvSpPr txBox="1"/>
          <p:nvPr/>
        </p:nvSpPr>
        <p:spPr>
          <a:xfrm>
            <a:off x="6155619" y="2865497"/>
            <a:ext cx="2255746" cy="721929"/>
          </a:xfrm>
          <a:prstGeom prst="rect">
            <a:avLst/>
          </a:prstGeom>
          <a:noFill/>
        </p:spPr>
        <p:txBody>
          <a:bodyPr wrap="none" rtlCol="0">
            <a:spAutoFit/>
          </a:bodyPr>
          <a:lstStyle/>
          <a:p>
            <a:pPr algn="ctr">
              <a:lnSpc>
                <a:spcPct val="200000"/>
              </a:lnSpc>
            </a:pPr>
            <a:r>
              <a:rPr lang="en-CA" sz="2400" dirty="0" err="1">
                <a:latin typeface="Kumbh Sans" pitchFamily="2" charset="0"/>
                <a:cs typeface="Kumbh Sans" pitchFamily="2" charset="0"/>
              </a:rPr>
              <a:t>MasterControl</a:t>
            </a:r>
            <a:endParaRPr lang="en-CA" sz="2400" dirty="0">
              <a:latin typeface="Kumbh Sans" pitchFamily="2" charset="0"/>
              <a:cs typeface="Kumbh Sans" pitchFamily="2" charset="0"/>
            </a:endParaRPr>
          </a:p>
        </p:txBody>
      </p:sp>
    </p:spTree>
    <p:extLst>
      <p:ext uri="{BB962C8B-B14F-4D97-AF65-F5344CB8AC3E}">
        <p14:creationId xmlns:p14="http://schemas.microsoft.com/office/powerpoint/2010/main" val="1194673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16667E-6 -3.7037E-7 L 4.16667E-6 -0.29074 " pathEditMode="relative" rAng="0" ptsTypes="AA">
                                      <p:cBhvr>
                                        <p:cTn id="6" dur="2000" fill="hold"/>
                                        <p:tgtEl>
                                          <p:spTgt spid="14"/>
                                        </p:tgtEl>
                                        <p:attrNameLst>
                                          <p:attrName>ppt_x</p:attrName>
                                          <p:attrName>ppt_y</p:attrName>
                                        </p:attrNameLst>
                                      </p:cBhvr>
                                      <p:rCtr x="0" y="-14537"/>
                                    </p:animMotion>
                                  </p:childTnLst>
                                </p:cTn>
                              </p:par>
                            </p:childTnLst>
                          </p:cTn>
                        </p:par>
                        <p:par>
                          <p:cTn id="7" fill="hold">
                            <p:stCondLst>
                              <p:cond delay="2000"/>
                            </p:stCondLst>
                            <p:childTnLst>
                              <p:par>
                                <p:cTn id="8" presetID="10" presetClass="entr" presetSubtype="0" fill="hold" nodeType="afterEffect">
                                  <p:stCondLst>
                                    <p:cond delay="0"/>
                                  </p:stCondLst>
                                  <p:childTnLst>
                                    <p:set>
                                      <p:cBhvr>
                                        <p:cTn id="9" dur="1" fill="hold">
                                          <p:stCondLst>
                                            <p:cond delay="0"/>
                                          </p:stCondLst>
                                        </p:cTn>
                                        <p:tgtEl>
                                          <p:spTgt spid="8">
                                            <p:txEl>
                                              <p:pRg st="0" end="0"/>
                                            </p:txEl>
                                          </p:spTgt>
                                        </p:tgtEl>
                                        <p:attrNameLst>
                                          <p:attrName>style.visibility</p:attrName>
                                        </p:attrNameLst>
                                      </p:cBhvr>
                                      <p:to>
                                        <p:strVal val="visible"/>
                                      </p:to>
                                    </p:set>
                                    <p:animEffect transition="in" filter="fade">
                                      <p:cBhvr>
                                        <p:cTn id="10" dur="500"/>
                                        <p:tgtEl>
                                          <p:spTgt spid="8">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animEffect transition="in" filter="fade">
                                      <p:cBhvr>
                                        <p:cTn id="15" dur="500"/>
                                        <p:tgtEl>
                                          <p:spTgt spid="8">
                                            <p:txEl>
                                              <p:pRg st="1" end="1"/>
                                            </p:txEl>
                                          </p:spTgt>
                                        </p:tgtEl>
                                      </p:cBhvr>
                                    </p:animEffect>
                                  </p:childTnLst>
                                </p:cTn>
                              </p:par>
                              <p:par>
                                <p:cTn id="16" presetID="19" presetClass="emph" presetSubtype="0" fill="hold" nodeType="withEffect">
                                  <p:stCondLst>
                                    <p:cond delay="0"/>
                                  </p:stCondLst>
                                  <p:childTnLst>
                                    <p:animClr clrSpc="rgb" dir="cw">
                                      <p:cBhvr override="childStyle">
                                        <p:cTn id="17" dur="500" fill="hold"/>
                                        <p:tgtEl>
                                          <p:spTgt spid="8">
                                            <p:txEl>
                                              <p:pRg st="0" end="0"/>
                                            </p:txEl>
                                          </p:spTgt>
                                        </p:tgtEl>
                                        <p:attrNameLst>
                                          <p:attrName>style.color</p:attrName>
                                        </p:attrNameLst>
                                      </p:cBhvr>
                                      <p:to>
                                        <a:srgbClr val="7CAFE2"/>
                                      </p:to>
                                    </p:animClr>
                                    <p:animClr clrSpc="rgb" dir="cw">
                                      <p:cBhvr>
                                        <p:cTn id="18" dur="500" fill="hold"/>
                                        <p:tgtEl>
                                          <p:spTgt spid="8">
                                            <p:txEl>
                                              <p:pRg st="0" end="0"/>
                                            </p:txEl>
                                          </p:spTgt>
                                        </p:tgtEl>
                                        <p:attrNameLst>
                                          <p:attrName>fillcolor</p:attrName>
                                        </p:attrNameLst>
                                      </p:cBhvr>
                                      <p:to>
                                        <a:srgbClr val="7CAFE2"/>
                                      </p:to>
                                    </p:animClr>
                                    <p:set>
                                      <p:cBhvr>
                                        <p:cTn id="19" dur="500" fill="hold"/>
                                        <p:tgtEl>
                                          <p:spTgt spid="8">
                                            <p:txEl>
                                              <p:pRg st="0" end="0"/>
                                            </p:txEl>
                                          </p:spTgt>
                                        </p:tgtEl>
                                        <p:attrNameLst>
                                          <p:attrName>fill.type</p:attrName>
                                        </p:attrNameLst>
                                      </p:cBhvr>
                                      <p:to>
                                        <p:strVal val="solid"/>
                                      </p:to>
                                    </p:set>
                                    <p:set>
                                      <p:cBhvr>
                                        <p:cTn id="20" dur="500" fill="hold"/>
                                        <p:tgtEl>
                                          <p:spTgt spid="8">
                                            <p:txEl>
                                              <p:pRg st="0" end="0"/>
                                            </p:txEl>
                                          </p:spTgt>
                                        </p:tgtEl>
                                        <p:attrNameLst>
                                          <p:attrName>fill.on</p:attrName>
                                        </p:attrNameLst>
                                      </p:cBhvr>
                                      <p:to>
                                        <p:strVal val="tru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xEl>
                                              <p:pRg st="2" end="2"/>
                                            </p:txEl>
                                          </p:spTgt>
                                        </p:tgtEl>
                                        <p:attrNameLst>
                                          <p:attrName>style.visibility</p:attrName>
                                        </p:attrNameLst>
                                      </p:cBhvr>
                                      <p:to>
                                        <p:strVal val="visible"/>
                                      </p:to>
                                    </p:set>
                                    <p:animEffect transition="in" filter="fade">
                                      <p:cBhvr>
                                        <p:cTn id="25" dur="500"/>
                                        <p:tgtEl>
                                          <p:spTgt spid="8">
                                            <p:txEl>
                                              <p:pRg st="2" end="2"/>
                                            </p:txEl>
                                          </p:spTgt>
                                        </p:tgtEl>
                                      </p:cBhvr>
                                    </p:animEffect>
                                  </p:childTnLst>
                                </p:cTn>
                              </p:par>
                              <p:par>
                                <p:cTn id="26" presetID="19" presetClass="emph" presetSubtype="0" fill="hold" nodeType="withEffect">
                                  <p:stCondLst>
                                    <p:cond delay="0"/>
                                  </p:stCondLst>
                                  <p:childTnLst>
                                    <p:animClr clrSpc="rgb" dir="cw">
                                      <p:cBhvr override="childStyle">
                                        <p:cTn id="27" dur="500" fill="hold"/>
                                        <p:tgtEl>
                                          <p:spTgt spid="8">
                                            <p:txEl>
                                              <p:pRg st="1" end="1"/>
                                            </p:txEl>
                                          </p:spTgt>
                                        </p:tgtEl>
                                        <p:attrNameLst>
                                          <p:attrName>style.color</p:attrName>
                                        </p:attrNameLst>
                                      </p:cBhvr>
                                      <p:to>
                                        <a:srgbClr val="7CAFE2"/>
                                      </p:to>
                                    </p:animClr>
                                    <p:animClr clrSpc="rgb" dir="cw">
                                      <p:cBhvr>
                                        <p:cTn id="28" dur="500" fill="hold"/>
                                        <p:tgtEl>
                                          <p:spTgt spid="8">
                                            <p:txEl>
                                              <p:pRg st="1" end="1"/>
                                            </p:txEl>
                                          </p:spTgt>
                                        </p:tgtEl>
                                        <p:attrNameLst>
                                          <p:attrName>fillcolor</p:attrName>
                                        </p:attrNameLst>
                                      </p:cBhvr>
                                      <p:to>
                                        <a:srgbClr val="7CAFE2"/>
                                      </p:to>
                                    </p:animClr>
                                    <p:set>
                                      <p:cBhvr>
                                        <p:cTn id="29" dur="500" fill="hold"/>
                                        <p:tgtEl>
                                          <p:spTgt spid="8">
                                            <p:txEl>
                                              <p:pRg st="1" end="1"/>
                                            </p:txEl>
                                          </p:spTgt>
                                        </p:tgtEl>
                                        <p:attrNameLst>
                                          <p:attrName>fill.type</p:attrName>
                                        </p:attrNameLst>
                                      </p:cBhvr>
                                      <p:to>
                                        <p:strVal val="solid"/>
                                      </p:to>
                                    </p:set>
                                    <p:set>
                                      <p:cBhvr>
                                        <p:cTn id="30" dur="500" fill="hold"/>
                                        <p:tgtEl>
                                          <p:spTgt spid="8">
                                            <p:txEl>
                                              <p:pRg st="1" end="1"/>
                                            </p:txEl>
                                          </p:spTgt>
                                        </p:tgtEl>
                                        <p:attrNameLst>
                                          <p:attrName>fill.on</p:attrName>
                                        </p:attrNameLst>
                                      </p:cBhvr>
                                      <p:to>
                                        <p:strVal val="tru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8">
                                            <p:txEl>
                                              <p:pRg st="3" end="3"/>
                                            </p:txEl>
                                          </p:spTgt>
                                        </p:tgtEl>
                                        <p:attrNameLst>
                                          <p:attrName>style.visibility</p:attrName>
                                        </p:attrNameLst>
                                      </p:cBhvr>
                                      <p:to>
                                        <p:strVal val="visible"/>
                                      </p:to>
                                    </p:set>
                                    <p:animEffect transition="in" filter="fade">
                                      <p:cBhvr>
                                        <p:cTn id="35" dur="500"/>
                                        <p:tgtEl>
                                          <p:spTgt spid="8">
                                            <p:txEl>
                                              <p:pRg st="3" end="3"/>
                                            </p:txEl>
                                          </p:spTgt>
                                        </p:tgtEl>
                                      </p:cBhvr>
                                    </p:animEffect>
                                  </p:childTnLst>
                                </p:cTn>
                              </p:par>
                              <p:par>
                                <p:cTn id="36" presetID="19" presetClass="emph" presetSubtype="0" fill="hold" nodeType="withEffect">
                                  <p:stCondLst>
                                    <p:cond delay="0"/>
                                  </p:stCondLst>
                                  <p:childTnLst>
                                    <p:animClr clrSpc="rgb" dir="cw">
                                      <p:cBhvr override="childStyle">
                                        <p:cTn id="37" dur="500" fill="hold"/>
                                        <p:tgtEl>
                                          <p:spTgt spid="8">
                                            <p:txEl>
                                              <p:pRg st="2" end="2"/>
                                            </p:txEl>
                                          </p:spTgt>
                                        </p:tgtEl>
                                        <p:attrNameLst>
                                          <p:attrName>style.color</p:attrName>
                                        </p:attrNameLst>
                                      </p:cBhvr>
                                      <p:to>
                                        <a:srgbClr val="7CAFE2"/>
                                      </p:to>
                                    </p:animClr>
                                    <p:animClr clrSpc="rgb" dir="cw">
                                      <p:cBhvr>
                                        <p:cTn id="38" dur="500" fill="hold"/>
                                        <p:tgtEl>
                                          <p:spTgt spid="8">
                                            <p:txEl>
                                              <p:pRg st="2" end="2"/>
                                            </p:txEl>
                                          </p:spTgt>
                                        </p:tgtEl>
                                        <p:attrNameLst>
                                          <p:attrName>fillcolor</p:attrName>
                                        </p:attrNameLst>
                                      </p:cBhvr>
                                      <p:to>
                                        <a:srgbClr val="7CAFE2"/>
                                      </p:to>
                                    </p:animClr>
                                    <p:set>
                                      <p:cBhvr>
                                        <p:cTn id="39" dur="500" fill="hold"/>
                                        <p:tgtEl>
                                          <p:spTgt spid="8">
                                            <p:txEl>
                                              <p:pRg st="2" end="2"/>
                                            </p:txEl>
                                          </p:spTgt>
                                        </p:tgtEl>
                                        <p:attrNameLst>
                                          <p:attrName>fill.type</p:attrName>
                                        </p:attrNameLst>
                                      </p:cBhvr>
                                      <p:to>
                                        <p:strVal val="solid"/>
                                      </p:to>
                                    </p:set>
                                    <p:set>
                                      <p:cBhvr>
                                        <p:cTn id="40" dur="500" fill="hold"/>
                                        <p:tgtEl>
                                          <p:spTgt spid="8">
                                            <p:txEl>
                                              <p:pRg st="2" end="2"/>
                                            </p:txEl>
                                          </p:spTgt>
                                        </p:tgtEl>
                                        <p:attrNameLst>
                                          <p:attrName>fill.on</p:attrName>
                                        </p:attrNameLst>
                                      </p:cBhvr>
                                      <p:to>
                                        <p:strVal val="tru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8">
                                            <p:txEl>
                                              <p:pRg st="4" end="4"/>
                                            </p:txEl>
                                          </p:spTgt>
                                        </p:tgtEl>
                                        <p:attrNameLst>
                                          <p:attrName>style.visibility</p:attrName>
                                        </p:attrNameLst>
                                      </p:cBhvr>
                                      <p:to>
                                        <p:strVal val="visible"/>
                                      </p:to>
                                    </p:set>
                                    <p:animEffect transition="in" filter="fade">
                                      <p:cBhvr>
                                        <p:cTn id="45" dur="500"/>
                                        <p:tgtEl>
                                          <p:spTgt spid="8">
                                            <p:txEl>
                                              <p:pRg st="4" end="4"/>
                                            </p:txEl>
                                          </p:spTgt>
                                        </p:tgtEl>
                                      </p:cBhvr>
                                    </p:animEffect>
                                  </p:childTnLst>
                                </p:cTn>
                              </p:par>
                              <p:par>
                                <p:cTn id="46" presetID="19" presetClass="emph" presetSubtype="0" fill="hold" nodeType="withEffect">
                                  <p:stCondLst>
                                    <p:cond delay="0"/>
                                  </p:stCondLst>
                                  <p:childTnLst>
                                    <p:animClr clrSpc="rgb" dir="cw">
                                      <p:cBhvr override="childStyle">
                                        <p:cTn id="47" dur="500" fill="hold"/>
                                        <p:tgtEl>
                                          <p:spTgt spid="8">
                                            <p:txEl>
                                              <p:pRg st="3" end="3"/>
                                            </p:txEl>
                                          </p:spTgt>
                                        </p:tgtEl>
                                        <p:attrNameLst>
                                          <p:attrName>style.color</p:attrName>
                                        </p:attrNameLst>
                                      </p:cBhvr>
                                      <p:to>
                                        <a:srgbClr val="7CAFE2"/>
                                      </p:to>
                                    </p:animClr>
                                    <p:animClr clrSpc="rgb" dir="cw">
                                      <p:cBhvr>
                                        <p:cTn id="48" dur="500" fill="hold"/>
                                        <p:tgtEl>
                                          <p:spTgt spid="8">
                                            <p:txEl>
                                              <p:pRg st="3" end="3"/>
                                            </p:txEl>
                                          </p:spTgt>
                                        </p:tgtEl>
                                        <p:attrNameLst>
                                          <p:attrName>fillcolor</p:attrName>
                                        </p:attrNameLst>
                                      </p:cBhvr>
                                      <p:to>
                                        <a:srgbClr val="7CAFE2"/>
                                      </p:to>
                                    </p:animClr>
                                    <p:set>
                                      <p:cBhvr>
                                        <p:cTn id="49" dur="500" fill="hold"/>
                                        <p:tgtEl>
                                          <p:spTgt spid="8">
                                            <p:txEl>
                                              <p:pRg st="3" end="3"/>
                                            </p:txEl>
                                          </p:spTgt>
                                        </p:tgtEl>
                                        <p:attrNameLst>
                                          <p:attrName>fill.type</p:attrName>
                                        </p:attrNameLst>
                                      </p:cBhvr>
                                      <p:to>
                                        <p:strVal val="solid"/>
                                      </p:to>
                                    </p:set>
                                    <p:set>
                                      <p:cBhvr>
                                        <p:cTn id="50" dur="500" fill="hold"/>
                                        <p:tgtEl>
                                          <p:spTgt spid="8">
                                            <p:txEl>
                                              <p:pRg st="3" end="3"/>
                                            </p:txEl>
                                          </p:spTgt>
                                        </p:tgtEl>
                                        <p:attrNameLst>
                                          <p:attrName>fill.on</p:attrName>
                                        </p:attrNameLst>
                                      </p:cBhvr>
                                      <p:to>
                                        <p:strVal val="tru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8">
                                            <p:txEl>
                                              <p:pRg st="5" end="5"/>
                                            </p:txEl>
                                          </p:spTgt>
                                        </p:tgtEl>
                                        <p:attrNameLst>
                                          <p:attrName>style.visibility</p:attrName>
                                        </p:attrNameLst>
                                      </p:cBhvr>
                                      <p:to>
                                        <p:strVal val="visible"/>
                                      </p:to>
                                    </p:set>
                                    <p:animEffect transition="in" filter="fade">
                                      <p:cBhvr>
                                        <p:cTn id="55" dur="500"/>
                                        <p:tgtEl>
                                          <p:spTgt spid="8">
                                            <p:txEl>
                                              <p:pRg st="5" end="5"/>
                                            </p:txEl>
                                          </p:spTgt>
                                        </p:tgtEl>
                                      </p:cBhvr>
                                    </p:animEffect>
                                  </p:childTnLst>
                                </p:cTn>
                              </p:par>
                              <p:par>
                                <p:cTn id="56" presetID="19" presetClass="emph" presetSubtype="0" fill="hold" nodeType="withEffect">
                                  <p:stCondLst>
                                    <p:cond delay="0"/>
                                  </p:stCondLst>
                                  <p:childTnLst>
                                    <p:animClr clrSpc="rgb" dir="cw">
                                      <p:cBhvr override="childStyle">
                                        <p:cTn id="57" dur="500" fill="hold"/>
                                        <p:tgtEl>
                                          <p:spTgt spid="8">
                                            <p:txEl>
                                              <p:pRg st="4" end="4"/>
                                            </p:txEl>
                                          </p:spTgt>
                                        </p:tgtEl>
                                        <p:attrNameLst>
                                          <p:attrName>style.color</p:attrName>
                                        </p:attrNameLst>
                                      </p:cBhvr>
                                      <p:to>
                                        <a:srgbClr val="7CAFE2"/>
                                      </p:to>
                                    </p:animClr>
                                    <p:animClr clrSpc="rgb" dir="cw">
                                      <p:cBhvr>
                                        <p:cTn id="58" dur="500" fill="hold"/>
                                        <p:tgtEl>
                                          <p:spTgt spid="8">
                                            <p:txEl>
                                              <p:pRg st="4" end="4"/>
                                            </p:txEl>
                                          </p:spTgt>
                                        </p:tgtEl>
                                        <p:attrNameLst>
                                          <p:attrName>fillcolor</p:attrName>
                                        </p:attrNameLst>
                                      </p:cBhvr>
                                      <p:to>
                                        <a:srgbClr val="7CAFE2"/>
                                      </p:to>
                                    </p:animClr>
                                    <p:set>
                                      <p:cBhvr>
                                        <p:cTn id="59" dur="500" fill="hold"/>
                                        <p:tgtEl>
                                          <p:spTgt spid="8">
                                            <p:txEl>
                                              <p:pRg st="4" end="4"/>
                                            </p:txEl>
                                          </p:spTgt>
                                        </p:tgtEl>
                                        <p:attrNameLst>
                                          <p:attrName>fill.type</p:attrName>
                                        </p:attrNameLst>
                                      </p:cBhvr>
                                      <p:to>
                                        <p:strVal val="solid"/>
                                      </p:to>
                                    </p:set>
                                    <p:set>
                                      <p:cBhvr>
                                        <p:cTn id="60" dur="500" fill="hold"/>
                                        <p:tgtEl>
                                          <p:spTgt spid="8">
                                            <p:txEl>
                                              <p:pRg st="4" end="4"/>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1C921-2922-BE23-8C94-1233CD6D7FF7}"/>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EABD2D9F-D582-C5E5-6520-3D766AB6AE33}"/>
              </a:ext>
            </a:extLst>
          </p:cNvPr>
          <p:cNvGrpSpPr/>
          <p:nvPr/>
        </p:nvGrpSpPr>
        <p:grpSpPr>
          <a:xfrm>
            <a:off x="331871" y="1982044"/>
            <a:ext cx="2878053" cy="1897867"/>
            <a:chOff x="331871" y="1982044"/>
            <a:chExt cx="2878053" cy="1897867"/>
          </a:xfrm>
        </p:grpSpPr>
        <p:sp>
          <p:nvSpPr>
            <p:cNvPr id="12" name="Rectangle: Rounded Corners 11">
              <a:extLst>
                <a:ext uri="{FF2B5EF4-FFF2-40B4-BE49-F238E27FC236}">
                  <a16:creationId xmlns:a16="http://schemas.microsoft.com/office/drawing/2014/main" id="{605F40F9-6A50-B1AA-6FBF-2CF56792E491}"/>
                </a:ext>
              </a:extLst>
            </p:cNvPr>
            <p:cNvSpPr/>
            <p:nvPr/>
          </p:nvSpPr>
          <p:spPr>
            <a:xfrm>
              <a:off x="331871" y="2282082"/>
              <a:ext cx="2878053"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9" name="Rectangle: Rounded Corners 18">
              <a:extLst>
                <a:ext uri="{FF2B5EF4-FFF2-40B4-BE49-F238E27FC236}">
                  <a16:creationId xmlns:a16="http://schemas.microsoft.com/office/drawing/2014/main" id="{A3A086A8-319C-7CA8-C41D-78D47E1C5605}"/>
                </a:ext>
              </a:extLst>
            </p:cNvPr>
            <p:cNvSpPr/>
            <p:nvPr/>
          </p:nvSpPr>
          <p:spPr>
            <a:xfrm>
              <a:off x="331871" y="2865497"/>
              <a:ext cx="2878053"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nvGrpSpPr>
            <p:cNvPr id="13" name="Group 12">
              <a:extLst>
                <a:ext uri="{FF2B5EF4-FFF2-40B4-BE49-F238E27FC236}">
                  <a16:creationId xmlns:a16="http://schemas.microsoft.com/office/drawing/2014/main" id="{0A8A49B7-D0FD-921B-A559-CBF55F11C1BE}"/>
                </a:ext>
              </a:extLst>
            </p:cNvPr>
            <p:cNvGrpSpPr/>
            <p:nvPr/>
          </p:nvGrpSpPr>
          <p:grpSpPr>
            <a:xfrm>
              <a:off x="2703596" y="3579873"/>
              <a:ext cx="300037" cy="300038"/>
              <a:chOff x="1234558" y="4788693"/>
              <a:chExt cx="300037" cy="300038"/>
            </a:xfrm>
          </p:grpSpPr>
          <p:sp>
            <p:nvSpPr>
              <p:cNvPr id="14" name="Rectangle 13">
                <a:extLst>
                  <a:ext uri="{FF2B5EF4-FFF2-40B4-BE49-F238E27FC236}">
                    <a16:creationId xmlns:a16="http://schemas.microsoft.com/office/drawing/2014/main" id="{1F45A6C0-1313-89F0-C287-947DF4D424D6}"/>
                  </a:ext>
                </a:extLst>
              </p:cNvPr>
              <p:cNvSpPr/>
              <p:nvPr/>
            </p:nvSpPr>
            <p:spPr>
              <a:xfrm>
                <a:off x="1234558" y="4788694"/>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5" name="Oval 14">
                <a:extLst>
                  <a:ext uri="{FF2B5EF4-FFF2-40B4-BE49-F238E27FC236}">
                    <a16:creationId xmlns:a16="http://schemas.microsoft.com/office/drawing/2014/main" id="{63C4BFCD-A94F-3060-8040-AE4F24CB4C75}"/>
                  </a:ext>
                </a:extLst>
              </p:cNvPr>
              <p:cNvSpPr/>
              <p:nvPr/>
            </p:nvSpPr>
            <p:spPr>
              <a:xfrm>
                <a:off x="1234559" y="4788693"/>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16" name="Group 15">
              <a:extLst>
                <a:ext uri="{FF2B5EF4-FFF2-40B4-BE49-F238E27FC236}">
                  <a16:creationId xmlns:a16="http://schemas.microsoft.com/office/drawing/2014/main" id="{9F73D6A7-CF27-F09A-8AC6-091AC25186EA}"/>
                </a:ext>
              </a:extLst>
            </p:cNvPr>
            <p:cNvGrpSpPr/>
            <p:nvPr/>
          </p:nvGrpSpPr>
          <p:grpSpPr>
            <a:xfrm rot="5400000">
              <a:off x="2703597" y="1982044"/>
              <a:ext cx="300037" cy="300038"/>
              <a:chOff x="1201626" y="4745841"/>
              <a:chExt cx="300037" cy="300038"/>
            </a:xfrm>
          </p:grpSpPr>
          <p:sp>
            <p:nvSpPr>
              <p:cNvPr id="17" name="Rectangle 16">
                <a:extLst>
                  <a:ext uri="{FF2B5EF4-FFF2-40B4-BE49-F238E27FC236}">
                    <a16:creationId xmlns:a16="http://schemas.microsoft.com/office/drawing/2014/main" id="{3D802358-4C0C-3E72-F4F8-4897F120630D}"/>
                  </a:ext>
                </a:extLst>
              </p:cNvPr>
              <p:cNvSpPr/>
              <p:nvPr/>
            </p:nvSpPr>
            <p:spPr>
              <a:xfrm>
                <a:off x="1201626" y="4745841"/>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8" name="Oval 17">
                <a:extLst>
                  <a:ext uri="{FF2B5EF4-FFF2-40B4-BE49-F238E27FC236}">
                    <a16:creationId xmlns:a16="http://schemas.microsoft.com/office/drawing/2014/main" id="{1B0A0C13-C1E3-7320-15BE-24AB6E8162B5}"/>
                  </a:ext>
                </a:extLst>
              </p:cNvPr>
              <p:cNvSpPr/>
              <p:nvPr/>
            </p:nvSpPr>
            <p:spPr>
              <a:xfrm>
                <a:off x="1201627" y="4745842"/>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sp>
        <p:nvSpPr>
          <p:cNvPr id="11" name="Rectangle: Rounded Corners 10">
            <a:extLst>
              <a:ext uri="{FF2B5EF4-FFF2-40B4-BE49-F238E27FC236}">
                <a16:creationId xmlns:a16="http://schemas.microsoft.com/office/drawing/2014/main" id="{ADC40320-BBD4-1BEA-0945-A71D72D1FC05}"/>
              </a:ext>
            </a:extLst>
          </p:cNvPr>
          <p:cNvSpPr/>
          <p:nvPr/>
        </p:nvSpPr>
        <p:spPr>
          <a:xfrm>
            <a:off x="3003634" y="585785"/>
            <a:ext cx="8559716" cy="5686427"/>
          </a:xfrm>
          <a:prstGeom prst="roundRect">
            <a:avLst>
              <a:gd name="adj" fmla="val 2513"/>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Box 3">
            <a:extLst>
              <a:ext uri="{FF2B5EF4-FFF2-40B4-BE49-F238E27FC236}">
                <a16:creationId xmlns:a16="http://schemas.microsoft.com/office/drawing/2014/main" id="{42765858-AB49-C69A-CA41-8F00663B3404}"/>
              </a:ext>
            </a:extLst>
          </p:cNvPr>
          <p:cNvSpPr txBox="1"/>
          <p:nvPr/>
        </p:nvSpPr>
        <p:spPr>
          <a:xfrm>
            <a:off x="440111" y="376344"/>
            <a:ext cx="2563522" cy="5997476"/>
          </a:xfrm>
          <a:prstGeom prst="rect">
            <a:avLst/>
          </a:prstGeom>
          <a:noFill/>
        </p:spPr>
        <p:txBody>
          <a:bodyPr wrap="none" rtlCol="0">
            <a:spAutoFit/>
          </a:bodyPr>
          <a:lstStyle/>
          <a:p>
            <a:pPr>
              <a:lnSpc>
                <a:spcPct val="200000"/>
              </a:lnSpc>
            </a:pPr>
            <a:r>
              <a:rPr lang="en-CA" sz="2800" dirty="0">
                <a:solidFill>
                  <a:schemeClr val="tx1">
                    <a:lumMod val="25000"/>
                    <a:lumOff val="75000"/>
                  </a:schemeClr>
                </a:solidFill>
                <a:latin typeface="Kumbh Sans" pitchFamily="2" charset="0"/>
                <a:cs typeface="Kumbh Sans" pitchFamily="2" charset="0"/>
              </a:rPr>
              <a:t>Adestria</a:t>
            </a:r>
          </a:p>
          <a:p>
            <a:pPr>
              <a:lnSpc>
                <a:spcPct val="200000"/>
              </a:lnSpc>
            </a:pPr>
            <a:r>
              <a:rPr lang="en-CA" sz="2800" dirty="0">
                <a:latin typeface="Kumbh Sans" pitchFamily="2" charset="0"/>
                <a:cs typeface="Kumbh Sans" pitchFamily="2" charset="0"/>
              </a:rPr>
              <a:t>Project</a:t>
            </a:r>
          </a:p>
          <a:p>
            <a:pPr>
              <a:lnSpc>
                <a:spcPct val="200000"/>
              </a:lnSpc>
            </a:pPr>
            <a:r>
              <a:rPr lang="en-CA" sz="2800" dirty="0">
                <a:solidFill>
                  <a:schemeClr val="tx1">
                    <a:lumMod val="25000"/>
                    <a:lumOff val="75000"/>
                  </a:schemeClr>
                </a:solidFill>
                <a:latin typeface="Kumbh Sans" pitchFamily="2" charset="0"/>
                <a:cs typeface="Kumbh Sans" pitchFamily="2" charset="0"/>
              </a:rPr>
              <a:t>    </a:t>
            </a:r>
            <a:r>
              <a:rPr lang="en-CA" sz="2800" dirty="0">
                <a:latin typeface="Kumbh Sans" pitchFamily="2" charset="0"/>
                <a:cs typeface="Kumbh Sans" pitchFamily="2" charset="0"/>
              </a:rPr>
              <a:t>Existing </a:t>
            </a:r>
          </a:p>
          <a:p>
            <a:r>
              <a:rPr lang="en-CA" sz="2800" dirty="0">
                <a:latin typeface="Kumbh Sans" pitchFamily="2" charset="0"/>
                <a:cs typeface="Kumbh Sans" pitchFamily="2" charset="0"/>
              </a:rPr>
              <a:t>    Solutions</a:t>
            </a:r>
          </a:p>
          <a:p>
            <a:pPr>
              <a:lnSpc>
                <a:spcPct val="200000"/>
              </a:lnSpc>
            </a:pPr>
            <a:r>
              <a:rPr lang="en-CA" sz="2800" dirty="0">
                <a:solidFill>
                  <a:schemeClr val="tx1">
                    <a:lumMod val="25000"/>
                    <a:lumOff val="75000"/>
                  </a:schemeClr>
                </a:solidFill>
                <a:latin typeface="Kumbh Sans" pitchFamily="2" charset="0"/>
                <a:cs typeface="Kumbh Sans" pitchFamily="2" charset="0"/>
              </a:rPr>
              <a:t>    Custom</a:t>
            </a:r>
          </a:p>
          <a:p>
            <a:r>
              <a:rPr lang="en-CA" sz="2800" dirty="0">
                <a:solidFill>
                  <a:schemeClr val="tx1">
                    <a:lumMod val="25000"/>
                    <a:lumOff val="75000"/>
                  </a:schemeClr>
                </a:solidFill>
                <a:latin typeface="Kumbh Sans" pitchFamily="2" charset="0"/>
                <a:cs typeface="Kumbh Sans" pitchFamily="2" charset="0"/>
              </a:rPr>
              <a:t>    Solution</a:t>
            </a:r>
          </a:p>
          <a:p>
            <a:pPr>
              <a:lnSpc>
                <a:spcPct val="200000"/>
              </a:lnSpc>
            </a:pPr>
            <a:r>
              <a:rPr lang="en-CA" sz="2800" dirty="0">
                <a:solidFill>
                  <a:schemeClr val="tx1">
                    <a:lumMod val="25000"/>
                    <a:lumOff val="75000"/>
                  </a:schemeClr>
                </a:solidFill>
                <a:latin typeface="Kumbh Sans" pitchFamily="2" charset="0"/>
                <a:cs typeface="Kumbh Sans" pitchFamily="2" charset="0"/>
              </a:rPr>
              <a:t>    Comparison</a:t>
            </a:r>
          </a:p>
          <a:p>
            <a:pPr>
              <a:lnSpc>
                <a:spcPct val="200000"/>
              </a:lnSpc>
            </a:pPr>
            <a:r>
              <a:rPr lang="en-CA" sz="2800" dirty="0">
                <a:solidFill>
                  <a:schemeClr val="tx1">
                    <a:lumMod val="25000"/>
                    <a:lumOff val="75000"/>
                  </a:schemeClr>
                </a:solidFill>
                <a:latin typeface="Kumbh Sans" pitchFamily="2" charset="0"/>
                <a:cs typeface="Kumbh Sans" pitchFamily="2" charset="0"/>
              </a:rPr>
              <a:t>Q &amp; A</a:t>
            </a:r>
          </a:p>
        </p:txBody>
      </p:sp>
      <p:sp>
        <p:nvSpPr>
          <p:cNvPr id="3" name="TextBox 2">
            <a:extLst>
              <a:ext uri="{FF2B5EF4-FFF2-40B4-BE49-F238E27FC236}">
                <a16:creationId xmlns:a16="http://schemas.microsoft.com/office/drawing/2014/main" id="{5F97503A-9C72-47A2-2CA8-09144AD4223D}"/>
              </a:ext>
            </a:extLst>
          </p:cNvPr>
          <p:cNvSpPr txBox="1"/>
          <p:nvPr/>
        </p:nvSpPr>
        <p:spPr>
          <a:xfrm>
            <a:off x="4360384" y="1664912"/>
            <a:ext cx="3472425" cy="3694729"/>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Automated AI Training</a:t>
            </a:r>
          </a:p>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Strong AI Integration</a:t>
            </a:r>
          </a:p>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Aggressive Automations</a:t>
            </a:r>
          </a:p>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Stiff AI Integration</a:t>
            </a:r>
          </a:p>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Encrypted Data</a:t>
            </a:r>
          </a:p>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$1,728 /year</a:t>
            </a:r>
          </a:p>
        </p:txBody>
      </p:sp>
      <p:sp>
        <p:nvSpPr>
          <p:cNvPr id="5" name="TextBox 4">
            <a:extLst>
              <a:ext uri="{FF2B5EF4-FFF2-40B4-BE49-F238E27FC236}">
                <a16:creationId xmlns:a16="http://schemas.microsoft.com/office/drawing/2014/main" id="{E0D86D48-4A11-51EE-D37F-9B0D8E07F58B}"/>
              </a:ext>
            </a:extLst>
          </p:cNvPr>
          <p:cNvSpPr txBox="1"/>
          <p:nvPr/>
        </p:nvSpPr>
        <p:spPr>
          <a:xfrm>
            <a:off x="6861742" y="2865497"/>
            <a:ext cx="843501" cy="721929"/>
          </a:xfrm>
          <a:prstGeom prst="rect">
            <a:avLst/>
          </a:prstGeom>
          <a:noFill/>
        </p:spPr>
        <p:txBody>
          <a:bodyPr wrap="none" rtlCol="0">
            <a:spAutoFit/>
          </a:bodyPr>
          <a:lstStyle/>
          <a:p>
            <a:pPr algn="ctr">
              <a:lnSpc>
                <a:spcPct val="200000"/>
              </a:lnSpc>
            </a:pPr>
            <a:r>
              <a:rPr lang="en-CA" sz="2400" dirty="0" err="1">
                <a:latin typeface="Kumbh Sans" pitchFamily="2" charset="0"/>
                <a:cs typeface="Kumbh Sans" pitchFamily="2" charset="0"/>
              </a:rPr>
              <a:t>Mitti</a:t>
            </a:r>
            <a:endParaRPr lang="en-CA" sz="2400" dirty="0">
              <a:latin typeface="Kumbh Sans" pitchFamily="2" charset="0"/>
              <a:cs typeface="Kumbh Sans" pitchFamily="2" charset="0"/>
            </a:endParaRPr>
          </a:p>
        </p:txBody>
      </p:sp>
    </p:spTree>
    <p:extLst>
      <p:ext uri="{BB962C8B-B14F-4D97-AF65-F5344CB8AC3E}">
        <p14:creationId xmlns:p14="http://schemas.microsoft.com/office/powerpoint/2010/main" val="3444687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16667E-6 -3.7037E-7 L 4.16667E-6 -0.29074 " pathEditMode="relative" rAng="0" ptsTypes="AA">
                                      <p:cBhvr>
                                        <p:cTn id="6" dur="2000" fill="hold"/>
                                        <p:tgtEl>
                                          <p:spTgt spid="5"/>
                                        </p:tgtEl>
                                        <p:attrNameLst>
                                          <p:attrName>ppt_x</p:attrName>
                                          <p:attrName>ppt_y</p:attrName>
                                        </p:attrNameLst>
                                      </p:cBhvr>
                                      <p:rCtr x="0" y="-14537"/>
                                    </p:animMotion>
                                  </p:childTnLst>
                                </p:cTn>
                              </p:par>
                            </p:childTnLst>
                          </p:cTn>
                        </p:par>
                        <p:par>
                          <p:cTn id="7" fill="hold">
                            <p:stCondLst>
                              <p:cond delay="2000"/>
                            </p:stCondLst>
                            <p:childTnLst>
                              <p:par>
                                <p:cTn id="8" presetID="10" presetClass="entr" presetSubtype="0" fill="hold" nodeType="after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9" presetClass="emph" presetSubtype="0" fill="hold" nodeType="withEffect">
                                  <p:stCondLst>
                                    <p:cond delay="0"/>
                                  </p:stCondLst>
                                  <p:childTnLst>
                                    <p:animClr clrSpc="rgb" dir="cw">
                                      <p:cBhvr override="childStyle">
                                        <p:cTn id="17" dur="500" fill="hold"/>
                                        <p:tgtEl>
                                          <p:spTgt spid="3">
                                            <p:txEl>
                                              <p:pRg st="0" end="0"/>
                                            </p:txEl>
                                          </p:spTgt>
                                        </p:tgtEl>
                                        <p:attrNameLst>
                                          <p:attrName>style.color</p:attrName>
                                        </p:attrNameLst>
                                      </p:cBhvr>
                                      <p:to>
                                        <a:srgbClr val="7CAFE2"/>
                                      </p:to>
                                    </p:animClr>
                                    <p:animClr clrSpc="rgb" dir="cw">
                                      <p:cBhvr>
                                        <p:cTn id="18" dur="500" fill="hold"/>
                                        <p:tgtEl>
                                          <p:spTgt spid="3">
                                            <p:txEl>
                                              <p:pRg st="0" end="0"/>
                                            </p:txEl>
                                          </p:spTgt>
                                        </p:tgtEl>
                                        <p:attrNameLst>
                                          <p:attrName>fillcolor</p:attrName>
                                        </p:attrNameLst>
                                      </p:cBhvr>
                                      <p:to>
                                        <a:srgbClr val="7CAFE2"/>
                                      </p:to>
                                    </p:animClr>
                                    <p:set>
                                      <p:cBhvr>
                                        <p:cTn id="19" dur="500" fill="hold"/>
                                        <p:tgtEl>
                                          <p:spTgt spid="3">
                                            <p:txEl>
                                              <p:pRg st="0" end="0"/>
                                            </p:txEl>
                                          </p:spTgt>
                                        </p:tgtEl>
                                        <p:attrNameLst>
                                          <p:attrName>fill.type</p:attrName>
                                        </p:attrNameLst>
                                      </p:cBhvr>
                                      <p:to>
                                        <p:strVal val="solid"/>
                                      </p:to>
                                    </p:set>
                                    <p:set>
                                      <p:cBhvr>
                                        <p:cTn id="20" dur="500" fill="hold"/>
                                        <p:tgtEl>
                                          <p:spTgt spid="3">
                                            <p:txEl>
                                              <p:pRg st="0" end="0"/>
                                            </p:txEl>
                                          </p:spTgt>
                                        </p:tgtEl>
                                        <p:attrNameLst>
                                          <p:attrName>fill.on</p:attrName>
                                        </p:attrNameLst>
                                      </p:cBhvr>
                                      <p:to>
                                        <p:strVal val="tru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500"/>
                                        <p:tgtEl>
                                          <p:spTgt spid="3">
                                            <p:txEl>
                                              <p:pRg st="2" end="2"/>
                                            </p:txEl>
                                          </p:spTgt>
                                        </p:tgtEl>
                                      </p:cBhvr>
                                    </p:animEffect>
                                  </p:childTnLst>
                                </p:cTn>
                              </p:par>
                              <p:par>
                                <p:cTn id="26" presetID="19" presetClass="emph" presetSubtype="0" fill="hold" nodeType="withEffect">
                                  <p:stCondLst>
                                    <p:cond delay="0"/>
                                  </p:stCondLst>
                                  <p:childTnLst>
                                    <p:animClr clrSpc="rgb" dir="cw">
                                      <p:cBhvr override="childStyle">
                                        <p:cTn id="27" dur="500" fill="hold"/>
                                        <p:tgtEl>
                                          <p:spTgt spid="3">
                                            <p:txEl>
                                              <p:pRg st="1" end="1"/>
                                            </p:txEl>
                                          </p:spTgt>
                                        </p:tgtEl>
                                        <p:attrNameLst>
                                          <p:attrName>style.color</p:attrName>
                                        </p:attrNameLst>
                                      </p:cBhvr>
                                      <p:to>
                                        <a:srgbClr val="7CAFE2"/>
                                      </p:to>
                                    </p:animClr>
                                    <p:animClr clrSpc="rgb" dir="cw">
                                      <p:cBhvr>
                                        <p:cTn id="28" dur="500" fill="hold"/>
                                        <p:tgtEl>
                                          <p:spTgt spid="3">
                                            <p:txEl>
                                              <p:pRg st="1" end="1"/>
                                            </p:txEl>
                                          </p:spTgt>
                                        </p:tgtEl>
                                        <p:attrNameLst>
                                          <p:attrName>fillcolor</p:attrName>
                                        </p:attrNameLst>
                                      </p:cBhvr>
                                      <p:to>
                                        <a:srgbClr val="7CAFE2"/>
                                      </p:to>
                                    </p:animClr>
                                    <p:set>
                                      <p:cBhvr>
                                        <p:cTn id="29" dur="500" fill="hold"/>
                                        <p:tgtEl>
                                          <p:spTgt spid="3">
                                            <p:txEl>
                                              <p:pRg st="1" end="1"/>
                                            </p:txEl>
                                          </p:spTgt>
                                        </p:tgtEl>
                                        <p:attrNameLst>
                                          <p:attrName>fill.type</p:attrName>
                                        </p:attrNameLst>
                                      </p:cBhvr>
                                      <p:to>
                                        <p:strVal val="solid"/>
                                      </p:to>
                                    </p:set>
                                    <p:set>
                                      <p:cBhvr>
                                        <p:cTn id="30" dur="500" fill="hold"/>
                                        <p:tgtEl>
                                          <p:spTgt spid="3">
                                            <p:txEl>
                                              <p:pRg st="1" end="1"/>
                                            </p:txEl>
                                          </p:spTgt>
                                        </p:tgtEl>
                                        <p:attrNameLst>
                                          <p:attrName>fill.on</p:attrName>
                                        </p:attrNameLst>
                                      </p:cBhvr>
                                      <p:to>
                                        <p:strVal val="tru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500"/>
                                        <p:tgtEl>
                                          <p:spTgt spid="3">
                                            <p:txEl>
                                              <p:pRg st="3" end="3"/>
                                            </p:txEl>
                                          </p:spTgt>
                                        </p:tgtEl>
                                      </p:cBhvr>
                                    </p:animEffect>
                                  </p:childTnLst>
                                </p:cTn>
                              </p:par>
                              <p:par>
                                <p:cTn id="36" presetID="19" presetClass="emph" presetSubtype="0" fill="hold" nodeType="withEffect">
                                  <p:stCondLst>
                                    <p:cond delay="0"/>
                                  </p:stCondLst>
                                  <p:childTnLst>
                                    <p:animClr clrSpc="rgb" dir="cw">
                                      <p:cBhvr override="childStyle">
                                        <p:cTn id="37" dur="500" fill="hold"/>
                                        <p:tgtEl>
                                          <p:spTgt spid="3">
                                            <p:txEl>
                                              <p:pRg st="2" end="2"/>
                                            </p:txEl>
                                          </p:spTgt>
                                        </p:tgtEl>
                                        <p:attrNameLst>
                                          <p:attrName>style.color</p:attrName>
                                        </p:attrNameLst>
                                      </p:cBhvr>
                                      <p:to>
                                        <a:srgbClr val="7CAFE2"/>
                                      </p:to>
                                    </p:animClr>
                                    <p:animClr clrSpc="rgb" dir="cw">
                                      <p:cBhvr>
                                        <p:cTn id="38" dur="500" fill="hold"/>
                                        <p:tgtEl>
                                          <p:spTgt spid="3">
                                            <p:txEl>
                                              <p:pRg st="2" end="2"/>
                                            </p:txEl>
                                          </p:spTgt>
                                        </p:tgtEl>
                                        <p:attrNameLst>
                                          <p:attrName>fillcolor</p:attrName>
                                        </p:attrNameLst>
                                      </p:cBhvr>
                                      <p:to>
                                        <a:srgbClr val="7CAFE2"/>
                                      </p:to>
                                    </p:animClr>
                                    <p:set>
                                      <p:cBhvr>
                                        <p:cTn id="39" dur="500" fill="hold"/>
                                        <p:tgtEl>
                                          <p:spTgt spid="3">
                                            <p:txEl>
                                              <p:pRg st="2" end="2"/>
                                            </p:txEl>
                                          </p:spTgt>
                                        </p:tgtEl>
                                        <p:attrNameLst>
                                          <p:attrName>fill.type</p:attrName>
                                        </p:attrNameLst>
                                      </p:cBhvr>
                                      <p:to>
                                        <p:strVal val="solid"/>
                                      </p:to>
                                    </p:set>
                                    <p:set>
                                      <p:cBhvr>
                                        <p:cTn id="40" dur="500" fill="hold"/>
                                        <p:tgtEl>
                                          <p:spTgt spid="3">
                                            <p:txEl>
                                              <p:pRg st="2" end="2"/>
                                            </p:txEl>
                                          </p:spTgt>
                                        </p:tgtEl>
                                        <p:attrNameLst>
                                          <p:attrName>fill.on</p:attrName>
                                        </p:attrNameLst>
                                      </p:cBhvr>
                                      <p:to>
                                        <p:strVal val="tru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
                                            <p:txEl>
                                              <p:pRg st="4" end="4"/>
                                            </p:txEl>
                                          </p:spTgt>
                                        </p:tgtEl>
                                        <p:attrNameLst>
                                          <p:attrName>style.visibility</p:attrName>
                                        </p:attrNameLst>
                                      </p:cBhvr>
                                      <p:to>
                                        <p:strVal val="visible"/>
                                      </p:to>
                                    </p:set>
                                    <p:animEffect transition="in" filter="fade">
                                      <p:cBhvr>
                                        <p:cTn id="45" dur="500"/>
                                        <p:tgtEl>
                                          <p:spTgt spid="3">
                                            <p:txEl>
                                              <p:pRg st="4" end="4"/>
                                            </p:txEl>
                                          </p:spTgt>
                                        </p:tgtEl>
                                      </p:cBhvr>
                                    </p:animEffect>
                                  </p:childTnLst>
                                </p:cTn>
                              </p:par>
                              <p:par>
                                <p:cTn id="46" presetID="19" presetClass="emph" presetSubtype="0" fill="hold" nodeType="withEffect">
                                  <p:stCondLst>
                                    <p:cond delay="0"/>
                                  </p:stCondLst>
                                  <p:childTnLst>
                                    <p:animClr clrSpc="rgb" dir="cw">
                                      <p:cBhvr override="childStyle">
                                        <p:cTn id="47" dur="500" fill="hold"/>
                                        <p:tgtEl>
                                          <p:spTgt spid="3">
                                            <p:txEl>
                                              <p:pRg st="3" end="3"/>
                                            </p:txEl>
                                          </p:spTgt>
                                        </p:tgtEl>
                                        <p:attrNameLst>
                                          <p:attrName>style.color</p:attrName>
                                        </p:attrNameLst>
                                      </p:cBhvr>
                                      <p:to>
                                        <a:srgbClr val="7CAFE2"/>
                                      </p:to>
                                    </p:animClr>
                                    <p:animClr clrSpc="rgb" dir="cw">
                                      <p:cBhvr>
                                        <p:cTn id="48" dur="500" fill="hold"/>
                                        <p:tgtEl>
                                          <p:spTgt spid="3">
                                            <p:txEl>
                                              <p:pRg st="3" end="3"/>
                                            </p:txEl>
                                          </p:spTgt>
                                        </p:tgtEl>
                                        <p:attrNameLst>
                                          <p:attrName>fillcolor</p:attrName>
                                        </p:attrNameLst>
                                      </p:cBhvr>
                                      <p:to>
                                        <a:srgbClr val="7CAFE2"/>
                                      </p:to>
                                    </p:animClr>
                                    <p:set>
                                      <p:cBhvr>
                                        <p:cTn id="49" dur="500" fill="hold"/>
                                        <p:tgtEl>
                                          <p:spTgt spid="3">
                                            <p:txEl>
                                              <p:pRg st="3" end="3"/>
                                            </p:txEl>
                                          </p:spTgt>
                                        </p:tgtEl>
                                        <p:attrNameLst>
                                          <p:attrName>fill.type</p:attrName>
                                        </p:attrNameLst>
                                      </p:cBhvr>
                                      <p:to>
                                        <p:strVal val="solid"/>
                                      </p:to>
                                    </p:set>
                                    <p:set>
                                      <p:cBhvr>
                                        <p:cTn id="50" dur="500" fill="hold"/>
                                        <p:tgtEl>
                                          <p:spTgt spid="3">
                                            <p:txEl>
                                              <p:pRg st="3" end="3"/>
                                            </p:txEl>
                                          </p:spTgt>
                                        </p:tgtEl>
                                        <p:attrNameLst>
                                          <p:attrName>fill.on</p:attrName>
                                        </p:attrNameLst>
                                      </p:cBhvr>
                                      <p:to>
                                        <p:strVal val="tru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
                                            <p:txEl>
                                              <p:pRg st="5" end="5"/>
                                            </p:txEl>
                                          </p:spTgt>
                                        </p:tgtEl>
                                        <p:attrNameLst>
                                          <p:attrName>style.visibility</p:attrName>
                                        </p:attrNameLst>
                                      </p:cBhvr>
                                      <p:to>
                                        <p:strVal val="visible"/>
                                      </p:to>
                                    </p:set>
                                    <p:animEffect transition="in" filter="fade">
                                      <p:cBhvr>
                                        <p:cTn id="55" dur="500"/>
                                        <p:tgtEl>
                                          <p:spTgt spid="3">
                                            <p:txEl>
                                              <p:pRg st="5" end="5"/>
                                            </p:txEl>
                                          </p:spTgt>
                                        </p:tgtEl>
                                      </p:cBhvr>
                                    </p:animEffect>
                                  </p:childTnLst>
                                </p:cTn>
                              </p:par>
                              <p:par>
                                <p:cTn id="56" presetID="19" presetClass="emph" presetSubtype="0" fill="hold" nodeType="withEffect">
                                  <p:stCondLst>
                                    <p:cond delay="0"/>
                                  </p:stCondLst>
                                  <p:childTnLst>
                                    <p:animClr clrSpc="rgb" dir="cw">
                                      <p:cBhvr override="childStyle">
                                        <p:cTn id="57" dur="500" fill="hold"/>
                                        <p:tgtEl>
                                          <p:spTgt spid="3">
                                            <p:txEl>
                                              <p:pRg st="4" end="4"/>
                                            </p:txEl>
                                          </p:spTgt>
                                        </p:tgtEl>
                                        <p:attrNameLst>
                                          <p:attrName>style.color</p:attrName>
                                        </p:attrNameLst>
                                      </p:cBhvr>
                                      <p:to>
                                        <a:srgbClr val="7CAFE2"/>
                                      </p:to>
                                    </p:animClr>
                                    <p:animClr clrSpc="rgb" dir="cw">
                                      <p:cBhvr>
                                        <p:cTn id="58" dur="500" fill="hold"/>
                                        <p:tgtEl>
                                          <p:spTgt spid="3">
                                            <p:txEl>
                                              <p:pRg st="4" end="4"/>
                                            </p:txEl>
                                          </p:spTgt>
                                        </p:tgtEl>
                                        <p:attrNameLst>
                                          <p:attrName>fillcolor</p:attrName>
                                        </p:attrNameLst>
                                      </p:cBhvr>
                                      <p:to>
                                        <a:srgbClr val="7CAFE2"/>
                                      </p:to>
                                    </p:animClr>
                                    <p:set>
                                      <p:cBhvr>
                                        <p:cTn id="59" dur="500" fill="hold"/>
                                        <p:tgtEl>
                                          <p:spTgt spid="3">
                                            <p:txEl>
                                              <p:pRg st="4" end="4"/>
                                            </p:txEl>
                                          </p:spTgt>
                                        </p:tgtEl>
                                        <p:attrNameLst>
                                          <p:attrName>fill.type</p:attrName>
                                        </p:attrNameLst>
                                      </p:cBhvr>
                                      <p:to>
                                        <p:strVal val="solid"/>
                                      </p:to>
                                    </p:set>
                                    <p:set>
                                      <p:cBhvr>
                                        <p:cTn id="60" dur="500" fill="hold"/>
                                        <p:tgtEl>
                                          <p:spTgt spid="3">
                                            <p:txEl>
                                              <p:pRg st="4" end="4"/>
                                            </p:txEl>
                                          </p:spTgt>
                                        </p:tgtEl>
                                        <p:attrNameLst>
                                          <p:attrName>fill.on</p:attrName>
                                        </p:attrNameLst>
                                      </p:cBhvr>
                                      <p:to>
                                        <p:strVal val="true"/>
                                      </p:to>
                                    </p:set>
                                  </p:childTnLst>
                                </p:cTn>
                              </p:par>
                            </p:childTnLst>
                          </p:cTn>
                        </p:par>
                      </p:childTnLst>
                    </p:cTn>
                  </p:par>
                  <p:par>
                    <p:cTn id="61" fill="hold">
                      <p:stCondLst>
                        <p:cond delay="indefinite"/>
                      </p:stCondLst>
                      <p:childTnLst>
                        <p:par>
                          <p:cTn id="62" fill="hold">
                            <p:stCondLst>
                              <p:cond delay="0"/>
                            </p:stCondLst>
                            <p:childTnLst>
                              <p:par>
                                <p:cTn id="63" presetID="42" presetClass="path" presetSubtype="0" accel="50000" decel="50000" fill="hold" nodeType="clickEffect">
                                  <p:stCondLst>
                                    <p:cond delay="0"/>
                                  </p:stCondLst>
                                  <p:childTnLst>
                                    <p:animMotion origin="layout" path="M -2.29167E-6 -4.81481E-6 L -2.29167E-6 0.18612 " pathEditMode="relative" rAng="0" ptsTypes="AA">
                                      <p:cBhvr>
                                        <p:cTn id="64" dur="2000" fill="hold"/>
                                        <p:tgtEl>
                                          <p:spTgt spid="20"/>
                                        </p:tgtEl>
                                        <p:attrNameLst>
                                          <p:attrName>ppt_x</p:attrName>
                                          <p:attrName>ppt_y</p:attrName>
                                        </p:attrNameLst>
                                      </p:cBhvr>
                                      <p:rCtr x="0" y="9306"/>
                                    </p:animMotion>
                                  </p:childTnLst>
                                </p:cTn>
                              </p:par>
                              <p:par>
                                <p:cTn id="65" presetID="19" presetClass="emph" presetSubtype="0" fill="hold" nodeType="withEffect">
                                  <p:stCondLst>
                                    <p:cond delay="800"/>
                                  </p:stCondLst>
                                  <p:childTnLst>
                                    <p:animClr clrSpc="rgb" dir="cw">
                                      <p:cBhvr override="childStyle">
                                        <p:cTn id="66" dur="500" fill="hold"/>
                                        <p:tgtEl>
                                          <p:spTgt spid="4">
                                            <p:txEl>
                                              <p:pRg st="4" end="4"/>
                                            </p:txEl>
                                          </p:spTgt>
                                        </p:tgtEl>
                                        <p:attrNameLst>
                                          <p:attrName>style.color</p:attrName>
                                        </p:attrNameLst>
                                      </p:cBhvr>
                                      <p:to>
                                        <a:schemeClr val="accent2"/>
                                      </p:to>
                                    </p:animClr>
                                    <p:animClr clrSpc="rgb" dir="cw">
                                      <p:cBhvr>
                                        <p:cTn id="67" dur="500" fill="hold"/>
                                        <p:tgtEl>
                                          <p:spTgt spid="4">
                                            <p:txEl>
                                              <p:pRg st="4" end="4"/>
                                            </p:txEl>
                                          </p:spTgt>
                                        </p:tgtEl>
                                        <p:attrNameLst>
                                          <p:attrName>fillcolor</p:attrName>
                                        </p:attrNameLst>
                                      </p:cBhvr>
                                      <p:to>
                                        <a:schemeClr val="accent2"/>
                                      </p:to>
                                    </p:animClr>
                                    <p:set>
                                      <p:cBhvr>
                                        <p:cTn id="68" dur="500" fill="hold"/>
                                        <p:tgtEl>
                                          <p:spTgt spid="4">
                                            <p:txEl>
                                              <p:pRg st="4" end="4"/>
                                            </p:txEl>
                                          </p:spTgt>
                                        </p:tgtEl>
                                        <p:attrNameLst>
                                          <p:attrName>fill.type</p:attrName>
                                        </p:attrNameLst>
                                      </p:cBhvr>
                                      <p:to>
                                        <p:strVal val="solid"/>
                                      </p:to>
                                    </p:set>
                                    <p:set>
                                      <p:cBhvr>
                                        <p:cTn id="69" dur="500" fill="hold"/>
                                        <p:tgtEl>
                                          <p:spTgt spid="4">
                                            <p:txEl>
                                              <p:pRg st="4" end="4"/>
                                            </p:txEl>
                                          </p:spTgt>
                                        </p:tgtEl>
                                        <p:attrNameLst>
                                          <p:attrName>fill.on</p:attrName>
                                        </p:attrNameLst>
                                      </p:cBhvr>
                                      <p:to>
                                        <p:strVal val="true"/>
                                      </p:to>
                                    </p:set>
                                  </p:childTnLst>
                                </p:cTn>
                              </p:par>
                              <p:par>
                                <p:cTn id="70" presetID="19" presetClass="emph" presetSubtype="0" fill="hold" nodeType="withEffect">
                                  <p:stCondLst>
                                    <p:cond delay="800"/>
                                  </p:stCondLst>
                                  <p:childTnLst>
                                    <p:animClr clrSpc="rgb" dir="cw">
                                      <p:cBhvr override="childStyle">
                                        <p:cTn id="71" dur="500" fill="hold"/>
                                        <p:tgtEl>
                                          <p:spTgt spid="4">
                                            <p:txEl>
                                              <p:pRg st="5" end="5"/>
                                            </p:txEl>
                                          </p:spTgt>
                                        </p:tgtEl>
                                        <p:attrNameLst>
                                          <p:attrName>style.color</p:attrName>
                                        </p:attrNameLst>
                                      </p:cBhvr>
                                      <p:to>
                                        <a:schemeClr val="accent2"/>
                                      </p:to>
                                    </p:animClr>
                                    <p:animClr clrSpc="rgb" dir="cw">
                                      <p:cBhvr>
                                        <p:cTn id="72" dur="500" fill="hold"/>
                                        <p:tgtEl>
                                          <p:spTgt spid="4">
                                            <p:txEl>
                                              <p:pRg st="5" end="5"/>
                                            </p:txEl>
                                          </p:spTgt>
                                        </p:tgtEl>
                                        <p:attrNameLst>
                                          <p:attrName>fillcolor</p:attrName>
                                        </p:attrNameLst>
                                      </p:cBhvr>
                                      <p:to>
                                        <a:schemeClr val="accent2"/>
                                      </p:to>
                                    </p:animClr>
                                    <p:set>
                                      <p:cBhvr>
                                        <p:cTn id="73" dur="500" fill="hold"/>
                                        <p:tgtEl>
                                          <p:spTgt spid="4">
                                            <p:txEl>
                                              <p:pRg st="5" end="5"/>
                                            </p:txEl>
                                          </p:spTgt>
                                        </p:tgtEl>
                                        <p:attrNameLst>
                                          <p:attrName>fill.type</p:attrName>
                                        </p:attrNameLst>
                                      </p:cBhvr>
                                      <p:to>
                                        <p:strVal val="solid"/>
                                      </p:to>
                                    </p:set>
                                    <p:set>
                                      <p:cBhvr>
                                        <p:cTn id="74" dur="500" fill="hold"/>
                                        <p:tgtEl>
                                          <p:spTgt spid="4">
                                            <p:txEl>
                                              <p:pRg st="5" end="5"/>
                                            </p:txEl>
                                          </p:spTgt>
                                        </p:tgtEl>
                                        <p:attrNameLst>
                                          <p:attrName>fill.on</p:attrName>
                                        </p:attrNameLst>
                                      </p:cBhvr>
                                      <p:to>
                                        <p:strVal val="true"/>
                                      </p:to>
                                    </p:set>
                                  </p:childTnLst>
                                </p:cTn>
                              </p:par>
                              <p:par>
                                <p:cTn id="75" presetID="19" presetClass="emph" presetSubtype="0" fill="hold" nodeType="withEffect">
                                  <p:stCondLst>
                                    <p:cond delay="800"/>
                                  </p:stCondLst>
                                  <p:childTnLst>
                                    <p:animClr clrSpc="rgb" dir="cw">
                                      <p:cBhvr override="childStyle">
                                        <p:cTn id="76" dur="500" fill="hold"/>
                                        <p:tgtEl>
                                          <p:spTgt spid="4">
                                            <p:txEl>
                                              <p:pRg st="2" end="2"/>
                                            </p:txEl>
                                          </p:spTgt>
                                        </p:tgtEl>
                                        <p:attrNameLst>
                                          <p:attrName>style.color</p:attrName>
                                        </p:attrNameLst>
                                      </p:cBhvr>
                                      <p:to>
                                        <a:srgbClr val="96CDF8"/>
                                      </p:to>
                                    </p:animClr>
                                    <p:animClr clrSpc="rgb" dir="cw">
                                      <p:cBhvr>
                                        <p:cTn id="77" dur="500" fill="hold"/>
                                        <p:tgtEl>
                                          <p:spTgt spid="4">
                                            <p:txEl>
                                              <p:pRg st="2" end="2"/>
                                            </p:txEl>
                                          </p:spTgt>
                                        </p:tgtEl>
                                        <p:attrNameLst>
                                          <p:attrName>fillcolor</p:attrName>
                                        </p:attrNameLst>
                                      </p:cBhvr>
                                      <p:to>
                                        <a:srgbClr val="96CDF8"/>
                                      </p:to>
                                    </p:animClr>
                                    <p:set>
                                      <p:cBhvr>
                                        <p:cTn id="78" dur="500" fill="hold"/>
                                        <p:tgtEl>
                                          <p:spTgt spid="4">
                                            <p:txEl>
                                              <p:pRg st="2" end="2"/>
                                            </p:txEl>
                                          </p:spTgt>
                                        </p:tgtEl>
                                        <p:attrNameLst>
                                          <p:attrName>fill.type</p:attrName>
                                        </p:attrNameLst>
                                      </p:cBhvr>
                                      <p:to>
                                        <p:strVal val="solid"/>
                                      </p:to>
                                    </p:set>
                                    <p:set>
                                      <p:cBhvr>
                                        <p:cTn id="79" dur="500" fill="hold"/>
                                        <p:tgtEl>
                                          <p:spTgt spid="4">
                                            <p:txEl>
                                              <p:pRg st="2" end="2"/>
                                            </p:txEl>
                                          </p:spTgt>
                                        </p:tgtEl>
                                        <p:attrNameLst>
                                          <p:attrName>fill.on</p:attrName>
                                        </p:attrNameLst>
                                      </p:cBhvr>
                                      <p:to>
                                        <p:strVal val="true"/>
                                      </p:to>
                                    </p:set>
                                  </p:childTnLst>
                                </p:cTn>
                              </p:par>
                              <p:par>
                                <p:cTn id="80" presetID="19" presetClass="emph" presetSubtype="0" fill="hold" nodeType="withEffect">
                                  <p:stCondLst>
                                    <p:cond delay="800"/>
                                  </p:stCondLst>
                                  <p:childTnLst>
                                    <p:animClr clrSpc="rgb" dir="cw">
                                      <p:cBhvr override="childStyle">
                                        <p:cTn id="81" dur="500" fill="hold"/>
                                        <p:tgtEl>
                                          <p:spTgt spid="4">
                                            <p:txEl>
                                              <p:pRg st="3" end="3"/>
                                            </p:txEl>
                                          </p:spTgt>
                                        </p:tgtEl>
                                        <p:attrNameLst>
                                          <p:attrName>style.color</p:attrName>
                                        </p:attrNameLst>
                                      </p:cBhvr>
                                      <p:to>
                                        <a:srgbClr val="96CDF8"/>
                                      </p:to>
                                    </p:animClr>
                                    <p:animClr clrSpc="rgb" dir="cw">
                                      <p:cBhvr>
                                        <p:cTn id="82" dur="500" fill="hold"/>
                                        <p:tgtEl>
                                          <p:spTgt spid="4">
                                            <p:txEl>
                                              <p:pRg st="3" end="3"/>
                                            </p:txEl>
                                          </p:spTgt>
                                        </p:tgtEl>
                                        <p:attrNameLst>
                                          <p:attrName>fillcolor</p:attrName>
                                        </p:attrNameLst>
                                      </p:cBhvr>
                                      <p:to>
                                        <a:srgbClr val="96CDF8"/>
                                      </p:to>
                                    </p:animClr>
                                    <p:set>
                                      <p:cBhvr>
                                        <p:cTn id="83" dur="500" fill="hold"/>
                                        <p:tgtEl>
                                          <p:spTgt spid="4">
                                            <p:txEl>
                                              <p:pRg st="3" end="3"/>
                                            </p:txEl>
                                          </p:spTgt>
                                        </p:tgtEl>
                                        <p:attrNameLst>
                                          <p:attrName>fill.type</p:attrName>
                                        </p:attrNameLst>
                                      </p:cBhvr>
                                      <p:to>
                                        <p:strVal val="solid"/>
                                      </p:to>
                                    </p:set>
                                    <p:set>
                                      <p:cBhvr>
                                        <p:cTn id="84" dur="500" fill="hold"/>
                                        <p:tgtEl>
                                          <p:spTgt spid="4">
                                            <p:txEl>
                                              <p:pRg st="3" end="3"/>
                                            </p:txEl>
                                          </p:spTgt>
                                        </p:tgtEl>
                                        <p:attrNameLst>
                                          <p:attrName>fill.on</p:attrName>
                                        </p:attrNameLst>
                                      </p:cBhvr>
                                      <p:to>
                                        <p:strVal val="true"/>
                                      </p:to>
                                    </p:set>
                                  </p:childTnLst>
                                </p:cTn>
                              </p:par>
                              <p:par>
                                <p:cTn id="85" presetID="10" presetClass="exit" presetSubtype="0" fill="hold" grpId="1" nodeType="withEffect">
                                  <p:stCondLst>
                                    <p:cond delay="0"/>
                                  </p:stCondLst>
                                  <p:childTnLst>
                                    <p:animEffect transition="out" filter="fade">
                                      <p:cBhvr>
                                        <p:cTn id="86" dur="500"/>
                                        <p:tgtEl>
                                          <p:spTgt spid="5"/>
                                        </p:tgtEl>
                                      </p:cBhvr>
                                    </p:animEffect>
                                    <p:set>
                                      <p:cBhvr>
                                        <p:cTn id="87" dur="1" fill="hold">
                                          <p:stCondLst>
                                            <p:cond delay="499"/>
                                          </p:stCondLst>
                                        </p:cTn>
                                        <p:tgtEl>
                                          <p:spTgt spid="5"/>
                                        </p:tgtEl>
                                        <p:attrNameLst>
                                          <p:attrName>style.visibility</p:attrName>
                                        </p:attrNameLst>
                                      </p:cBhvr>
                                      <p:to>
                                        <p:strVal val="hidden"/>
                                      </p:to>
                                    </p:set>
                                  </p:childTnLst>
                                </p:cTn>
                              </p:par>
                              <p:par>
                                <p:cTn id="88" presetID="10" presetClass="exit" presetSubtype="0" fill="hold" grpId="0" nodeType="withEffect">
                                  <p:stCondLst>
                                    <p:cond delay="0"/>
                                  </p:stCondLst>
                                  <p:childTnLst>
                                    <p:animEffect transition="out" filter="fade">
                                      <p:cBhvr>
                                        <p:cTn id="89" dur="500"/>
                                        <p:tgtEl>
                                          <p:spTgt spid="3">
                                            <p:txEl>
                                              <p:pRg st="0" end="0"/>
                                            </p:txEl>
                                          </p:spTgt>
                                        </p:tgtEl>
                                      </p:cBhvr>
                                    </p:animEffect>
                                    <p:set>
                                      <p:cBhvr>
                                        <p:cTn id="90" dur="1" fill="hold">
                                          <p:stCondLst>
                                            <p:cond delay="499"/>
                                          </p:stCondLst>
                                        </p:cTn>
                                        <p:tgtEl>
                                          <p:spTgt spid="3">
                                            <p:txEl>
                                              <p:pRg st="0" end="0"/>
                                            </p:txEl>
                                          </p:spTgt>
                                        </p:tgtEl>
                                        <p:attrNameLst>
                                          <p:attrName>style.visibility</p:attrName>
                                        </p:attrNameLst>
                                      </p:cBhvr>
                                      <p:to>
                                        <p:strVal val="hidden"/>
                                      </p:to>
                                    </p:set>
                                  </p:childTnLst>
                                </p:cTn>
                              </p:par>
                              <p:par>
                                <p:cTn id="91" presetID="10" presetClass="exit" presetSubtype="0" fill="hold" grpId="0" nodeType="withEffect">
                                  <p:stCondLst>
                                    <p:cond delay="0"/>
                                  </p:stCondLst>
                                  <p:childTnLst>
                                    <p:animEffect transition="out" filter="fade">
                                      <p:cBhvr>
                                        <p:cTn id="92" dur="500"/>
                                        <p:tgtEl>
                                          <p:spTgt spid="3">
                                            <p:txEl>
                                              <p:pRg st="1" end="1"/>
                                            </p:txEl>
                                          </p:spTgt>
                                        </p:tgtEl>
                                      </p:cBhvr>
                                    </p:animEffect>
                                    <p:set>
                                      <p:cBhvr>
                                        <p:cTn id="93" dur="1" fill="hold">
                                          <p:stCondLst>
                                            <p:cond delay="499"/>
                                          </p:stCondLst>
                                        </p:cTn>
                                        <p:tgtEl>
                                          <p:spTgt spid="3">
                                            <p:txEl>
                                              <p:pRg st="1" end="1"/>
                                            </p:txEl>
                                          </p:spTgt>
                                        </p:tgtEl>
                                        <p:attrNameLst>
                                          <p:attrName>style.visibility</p:attrName>
                                        </p:attrNameLst>
                                      </p:cBhvr>
                                      <p:to>
                                        <p:strVal val="hidden"/>
                                      </p:to>
                                    </p:set>
                                  </p:childTnLst>
                                </p:cTn>
                              </p:par>
                              <p:par>
                                <p:cTn id="94" presetID="10" presetClass="exit" presetSubtype="0" fill="hold" grpId="0" nodeType="withEffect">
                                  <p:stCondLst>
                                    <p:cond delay="0"/>
                                  </p:stCondLst>
                                  <p:childTnLst>
                                    <p:animEffect transition="out" filter="fade">
                                      <p:cBhvr>
                                        <p:cTn id="95" dur="500"/>
                                        <p:tgtEl>
                                          <p:spTgt spid="3">
                                            <p:txEl>
                                              <p:pRg st="2" end="2"/>
                                            </p:txEl>
                                          </p:spTgt>
                                        </p:tgtEl>
                                      </p:cBhvr>
                                    </p:animEffect>
                                    <p:set>
                                      <p:cBhvr>
                                        <p:cTn id="96" dur="1" fill="hold">
                                          <p:stCondLst>
                                            <p:cond delay="499"/>
                                          </p:stCondLst>
                                        </p:cTn>
                                        <p:tgtEl>
                                          <p:spTgt spid="3">
                                            <p:txEl>
                                              <p:pRg st="2" end="2"/>
                                            </p:txEl>
                                          </p:spTgt>
                                        </p:tgtEl>
                                        <p:attrNameLst>
                                          <p:attrName>style.visibility</p:attrName>
                                        </p:attrNameLst>
                                      </p:cBhvr>
                                      <p:to>
                                        <p:strVal val="hidden"/>
                                      </p:to>
                                    </p:set>
                                  </p:childTnLst>
                                </p:cTn>
                              </p:par>
                              <p:par>
                                <p:cTn id="97" presetID="10" presetClass="exit" presetSubtype="0" fill="hold" grpId="0" nodeType="withEffect">
                                  <p:stCondLst>
                                    <p:cond delay="0"/>
                                  </p:stCondLst>
                                  <p:childTnLst>
                                    <p:animEffect transition="out" filter="fade">
                                      <p:cBhvr>
                                        <p:cTn id="98" dur="500"/>
                                        <p:tgtEl>
                                          <p:spTgt spid="3">
                                            <p:txEl>
                                              <p:pRg st="3" end="3"/>
                                            </p:txEl>
                                          </p:spTgt>
                                        </p:tgtEl>
                                      </p:cBhvr>
                                    </p:animEffect>
                                    <p:set>
                                      <p:cBhvr>
                                        <p:cTn id="99" dur="1" fill="hold">
                                          <p:stCondLst>
                                            <p:cond delay="499"/>
                                          </p:stCondLst>
                                        </p:cTn>
                                        <p:tgtEl>
                                          <p:spTgt spid="3">
                                            <p:txEl>
                                              <p:pRg st="3" end="3"/>
                                            </p:txEl>
                                          </p:spTgt>
                                        </p:tgtEl>
                                        <p:attrNameLst>
                                          <p:attrName>style.visibility</p:attrName>
                                        </p:attrNameLst>
                                      </p:cBhvr>
                                      <p:to>
                                        <p:strVal val="hidden"/>
                                      </p:to>
                                    </p:set>
                                  </p:childTnLst>
                                </p:cTn>
                              </p:par>
                              <p:par>
                                <p:cTn id="100" presetID="10" presetClass="exit" presetSubtype="0" fill="hold" grpId="0" nodeType="withEffect">
                                  <p:stCondLst>
                                    <p:cond delay="0"/>
                                  </p:stCondLst>
                                  <p:childTnLst>
                                    <p:animEffect transition="out" filter="fade">
                                      <p:cBhvr>
                                        <p:cTn id="101" dur="500"/>
                                        <p:tgtEl>
                                          <p:spTgt spid="3">
                                            <p:txEl>
                                              <p:pRg st="4" end="4"/>
                                            </p:txEl>
                                          </p:spTgt>
                                        </p:tgtEl>
                                      </p:cBhvr>
                                    </p:animEffect>
                                    <p:set>
                                      <p:cBhvr>
                                        <p:cTn id="102" dur="1" fill="hold">
                                          <p:stCondLst>
                                            <p:cond delay="499"/>
                                          </p:stCondLst>
                                        </p:cTn>
                                        <p:tgtEl>
                                          <p:spTgt spid="3">
                                            <p:txEl>
                                              <p:pRg st="4" end="4"/>
                                            </p:txEl>
                                          </p:spTgt>
                                        </p:tgtEl>
                                        <p:attrNameLst>
                                          <p:attrName>style.visibility</p:attrName>
                                        </p:attrNameLst>
                                      </p:cBhvr>
                                      <p:to>
                                        <p:strVal val="hidden"/>
                                      </p:to>
                                    </p:set>
                                  </p:childTnLst>
                                </p:cTn>
                              </p:par>
                              <p:par>
                                <p:cTn id="103" presetID="10" presetClass="exit" presetSubtype="0" fill="hold" grpId="0" nodeType="withEffect">
                                  <p:stCondLst>
                                    <p:cond delay="0"/>
                                  </p:stCondLst>
                                  <p:childTnLst>
                                    <p:animEffect transition="out" filter="fade">
                                      <p:cBhvr>
                                        <p:cTn id="104" dur="500"/>
                                        <p:tgtEl>
                                          <p:spTgt spid="3">
                                            <p:txEl>
                                              <p:pRg st="5" end="5"/>
                                            </p:txEl>
                                          </p:spTgt>
                                        </p:tgtEl>
                                      </p:cBhvr>
                                    </p:animEffect>
                                    <p:set>
                                      <p:cBhvr>
                                        <p:cTn id="105" dur="1" fill="hold">
                                          <p:stCondLst>
                                            <p:cond delay="499"/>
                                          </p:stCondLst>
                                        </p:cTn>
                                        <p:tgtEl>
                                          <p:spTgt spid="3">
                                            <p:txEl>
                                              <p:pRg st="5" end="5"/>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P spid="5" grpId="0"/>
      <p:bldP spid="5"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D6C67-6AEA-DF04-D877-7C3783B69146}"/>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438161AD-CA47-3406-2F94-B3346270BA1B}"/>
              </a:ext>
            </a:extLst>
          </p:cNvPr>
          <p:cNvGrpSpPr/>
          <p:nvPr/>
        </p:nvGrpSpPr>
        <p:grpSpPr>
          <a:xfrm>
            <a:off x="331871" y="3259018"/>
            <a:ext cx="2878053" cy="1897867"/>
            <a:chOff x="331871" y="1982044"/>
            <a:chExt cx="2878053" cy="1897867"/>
          </a:xfrm>
        </p:grpSpPr>
        <p:sp>
          <p:nvSpPr>
            <p:cNvPr id="4" name="Rectangle: Rounded Corners 3">
              <a:extLst>
                <a:ext uri="{FF2B5EF4-FFF2-40B4-BE49-F238E27FC236}">
                  <a16:creationId xmlns:a16="http://schemas.microsoft.com/office/drawing/2014/main" id="{735D9B34-4651-6565-0C6C-56E9BB9931B9}"/>
                </a:ext>
              </a:extLst>
            </p:cNvPr>
            <p:cNvSpPr/>
            <p:nvPr/>
          </p:nvSpPr>
          <p:spPr>
            <a:xfrm>
              <a:off x="331871" y="2282082"/>
              <a:ext cx="2878053"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5" name="Rectangle: Rounded Corners 4">
              <a:extLst>
                <a:ext uri="{FF2B5EF4-FFF2-40B4-BE49-F238E27FC236}">
                  <a16:creationId xmlns:a16="http://schemas.microsoft.com/office/drawing/2014/main" id="{B9566D6B-C04D-EE75-157E-8F369B87D1F0}"/>
                </a:ext>
              </a:extLst>
            </p:cNvPr>
            <p:cNvSpPr/>
            <p:nvPr/>
          </p:nvSpPr>
          <p:spPr>
            <a:xfrm>
              <a:off x="331871" y="2865497"/>
              <a:ext cx="2878053"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grpSp>
          <p:nvGrpSpPr>
            <p:cNvPr id="7" name="Group 6">
              <a:extLst>
                <a:ext uri="{FF2B5EF4-FFF2-40B4-BE49-F238E27FC236}">
                  <a16:creationId xmlns:a16="http://schemas.microsoft.com/office/drawing/2014/main" id="{D414CC43-384B-9A8C-4D8A-84F9CDDD1869}"/>
                </a:ext>
              </a:extLst>
            </p:cNvPr>
            <p:cNvGrpSpPr/>
            <p:nvPr/>
          </p:nvGrpSpPr>
          <p:grpSpPr>
            <a:xfrm>
              <a:off x="2703596" y="3579873"/>
              <a:ext cx="300037" cy="300038"/>
              <a:chOff x="1234558" y="4788693"/>
              <a:chExt cx="300037" cy="300038"/>
            </a:xfrm>
          </p:grpSpPr>
          <p:sp>
            <p:nvSpPr>
              <p:cNvPr id="11" name="Rectangle 10">
                <a:extLst>
                  <a:ext uri="{FF2B5EF4-FFF2-40B4-BE49-F238E27FC236}">
                    <a16:creationId xmlns:a16="http://schemas.microsoft.com/office/drawing/2014/main" id="{590E3820-54BF-618A-5153-2D5A17E8708E}"/>
                  </a:ext>
                </a:extLst>
              </p:cNvPr>
              <p:cNvSpPr/>
              <p:nvPr/>
            </p:nvSpPr>
            <p:spPr>
              <a:xfrm>
                <a:off x="1234558" y="4788694"/>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2" name="Oval 11">
                <a:extLst>
                  <a:ext uri="{FF2B5EF4-FFF2-40B4-BE49-F238E27FC236}">
                    <a16:creationId xmlns:a16="http://schemas.microsoft.com/office/drawing/2014/main" id="{9532AE0A-1E39-1E4F-C755-1CA4E41A390F}"/>
                  </a:ext>
                </a:extLst>
              </p:cNvPr>
              <p:cNvSpPr/>
              <p:nvPr/>
            </p:nvSpPr>
            <p:spPr>
              <a:xfrm>
                <a:off x="1234559" y="4788693"/>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8" name="Group 7">
              <a:extLst>
                <a:ext uri="{FF2B5EF4-FFF2-40B4-BE49-F238E27FC236}">
                  <a16:creationId xmlns:a16="http://schemas.microsoft.com/office/drawing/2014/main" id="{127D9313-D6BE-B805-FACD-68348D4159AF}"/>
                </a:ext>
              </a:extLst>
            </p:cNvPr>
            <p:cNvGrpSpPr/>
            <p:nvPr/>
          </p:nvGrpSpPr>
          <p:grpSpPr>
            <a:xfrm rot="5400000">
              <a:off x="2703597" y="1982044"/>
              <a:ext cx="300037" cy="300038"/>
              <a:chOff x="1201626" y="4745841"/>
              <a:chExt cx="300037" cy="300038"/>
            </a:xfrm>
          </p:grpSpPr>
          <p:sp>
            <p:nvSpPr>
              <p:cNvPr id="9" name="Rectangle 8">
                <a:extLst>
                  <a:ext uri="{FF2B5EF4-FFF2-40B4-BE49-F238E27FC236}">
                    <a16:creationId xmlns:a16="http://schemas.microsoft.com/office/drawing/2014/main" id="{CD224E53-1F8A-D7E0-4565-265E77F91BAD}"/>
                  </a:ext>
                </a:extLst>
              </p:cNvPr>
              <p:cNvSpPr/>
              <p:nvPr/>
            </p:nvSpPr>
            <p:spPr>
              <a:xfrm>
                <a:off x="1201626" y="4745841"/>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0" name="Oval 9">
                <a:extLst>
                  <a:ext uri="{FF2B5EF4-FFF2-40B4-BE49-F238E27FC236}">
                    <a16:creationId xmlns:a16="http://schemas.microsoft.com/office/drawing/2014/main" id="{F977E8AC-831C-29B7-5832-9F2A3C5CF408}"/>
                  </a:ext>
                </a:extLst>
              </p:cNvPr>
              <p:cNvSpPr/>
              <p:nvPr/>
            </p:nvSpPr>
            <p:spPr>
              <a:xfrm>
                <a:off x="1201627" y="4745842"/>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sp>
        <p:nvSpPr>
          <p:cNvPr id="23" name="Rectangle: Rounded Corners 22">
            <a:extLst>
              <a:ext uri="{FF2B5EF4-FFF2-40B4-BE49-F238E27FC236}">
                <a16:creationId xmlns:a16="http://schemas.microsoft.com/office/drawing/2014/main" id="{DD334EF5-260F-138E-22F8-EF64B00F0E1E}"/>
              </a:ext>
            </a:extLst>
          </p:cNvPr>
          <p:cNvSpPr/>
          <p:nvPr/>
        </p:nvSpPr>
        <p:spPr>
          <a:xfrm>
            <a:off x="331868" y="3560842"/>
            <a:ext cx="2878053"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3" name="Rectangle: Rounded Corners 12">
            <a:extLst>
              <a:ext uri="{FF2B5EF4-FFF2-40B4-BE49-F238E27FC236}">
                <a16:creationId xmlns:a16="http://schemas.microsoft.com/office/drawing/2014/main" id="{0070E029-2B86-B996-6EB8-CD5753CD883D}"/>
              </a:ext>
            </a:extLst>
          </p:cNvPr>
          <p:cNvSpPr/>
          <p:nvPr/>
        </p:nvSpPr>
        <p:spPr>
          <a:xfrm>
            <a:off x="3003634" y="585785"/>
            <a:ext cx="8559716" cy="5686427"/>
          </a:xfrm>
          <a:prstGeom prst="roundRect">
            <a:avLst>
              <a:gd name="adj" fmla="val 2513"/>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5" name="Rectangle: Rounded Corners 24">
            <a:extLst>
              <a:ext uri="{FF2B5EF4-FFF2-40B4-BE49-F238E27FC236}">
                <a16:creationId xmlns:a16="http://schemas.microsoft.com/office/drawing/2014/main" id="{7F159C50-BEFF-EDDD-BE62-361226C23324}"/>
              </a:ext>
            </a:extLst>
          </p:cNvPr>
          <p:cNvSpPr/>
          <p:nvPr/>
        </p:nvSpPr>
        <p:spPr>
          <a:xfrm>
            <a:off x="331865" y="4142891"/>
            <a:ext cx="2878053"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grpSp>
        <p:nvGrpSpPr>
          <p:cNvPr id="35" name="Group 34">
            <a:extLst>
              <a:ext uri="{FF2B5EF4-FFF2-40B4-BE49-F238E27FC236}">
                <a16:creationId xmlns:a16="http://schemas.microsoft.com/office/drawing/2014/main" id="{8B10FBDF-C811-040B-13B0-1846F41DBB6B}"/>
              </a:ext>
            </a:extLst>
          </p:cNvPr>
          <p:cNvGrpSpPr/>
          <p:nvPr/>
        </p:nvGrpSpPr>
        <p:grpSpPr>
          <a:xfrm>
            <a:off x="2703587" y="4858611"/>
            <a:ext cx="300037" cy="300038"/>
            <a:chOff x="2703595" y="4869547"/>
            <a:chExt cx="300037" cy="300038"/>
          </a:xfrm>
        </p:grpSpPr>
        <p:sp>
          <p:nvSpPr>
            <p:cNvPr id="27" name="Rectangle 26">
              <a:extLst>
                <a:ext uri="{FF2B5EF4-FFF2-40B4-BE49-F238E27FC236}">
                  <a16:creationId xmlns:a16="http://schemas.microsoft.com/office/drawing/2014/main" id="{319BECCA-4794-51D3-BFE7-8E062AFB8320}"/>
                </a:ext>
              </a:extLst>
            </p:cNvPr>
            <p:cNvSpPr/>
            <p:nvPr/>
          </p:nvSpPr>
          <p:spPr>
            <a:xfrm>
              <a:off x="2703595" y="4869548"/>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9" name="Oval 28">
              <a:extLst>
                <a:ext uri="{FF2B5EF4-FFF2-40B4-BE49-F238E27FC236}">
                  <a16:creationId xmlns:a16="http://schemas.microsoft.com/office/drawing/2014/main" id="{CE55BFF9-6E32-7079-1EA2-E0293E236821}"/>
                </a:ext>
              </a:extLst>
            </p:cNvPr>
            <p:cNvSpPr/>
            <p:nvPr/>
          </p:nvSpPr>
          <p:spPr>
            <a:xfrm>
              <a:off x="2703596" y="4869547"/>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34" name="Group 33">
            <a:extLst>
              <a:ext uri="{FF2B5EF4-FFF2-40B4-BE49-F238E27FC236}">
                <a16:creationId xmlns:a16="http://schemas.microsoft.com/office/drawing/2014/main" id="{CCDD6DAB-A0DC-AC92-B300-E4D2DEF51FBE}"/>
              </a:ext>
            </a:extLst>
          </p:cNvPr>
          <p:cNvGrpSpPr/>
          <p:nvPr/>
        </p:nvGrpSpPr>
        <p:grpSpPr>
          <a:xfrm>
            <a:off x="2703595" y="3263292"/>
            <a:ext cx="300039" cy="300037"/>
            <a:chOff x="2703595" y="3271719"/>
            <a:chExt cx="300039" cy="300037"/>
          </a:xfrm>
        </p:grpSpPr>
        <p:sp>
          <p:nvSpPr>
            <p:cNvPr id="31" name="Rectangle 30">
              <a:extLst>
                <a:ext uri="{FF2B5EF4-FFF2-40B4-BE49-F238E27FC236}">
                  <a16:creationId xmlns:a16="http://schemas.microsoft.com/office/drawing/2014/main" id="{0071D8A2-19DB-D1A1-E47B-477B7E6FB428}"/>
                </a:ext>
              </a:extLst>
            </p:cNvPr>
            <p:cNvSpPr/>
            <p:nvPr/>
          </p:nvSpPr>
          <p:spPr>
            <a:xfrm rot="5400000">
              <a:off x="2703597" y="3271719"/>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3" name="Oval 32">
              <a:extLst>
                <a:ext uri="{FF2B5EF4-FFF2-40B4-BE49-F238E27FC236}">
                  <a16:creationId xmlns:a16="http://schemas.microsoft.com/office/drawing/2014/main" id="{6C5C6259-5325-E828-09C1-8FFCEA42A03C}"/>
                </a:ext>
              </a:extLst>
            </p:cNvPr>
            <p:cNvSpPr/>
            <p:nvPr/>
          </p:nvSpPr>
          <p:spPr>
            <a:xfrm rot="5400000">
              <a:off x="2703596" y="3271719"/>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2" name="TextBox 1">
            <a:extLst>
              <a:ext uri="{FF2B5EF4-FFF2-40B4-BE49-F238E27FC236}">
                <a16:creationId xmlns:a16="http://schemas.microsoft.com/office/drawing/2014/main" id="{0290BF14-CAAF-9C4C-36DD-A3AD390B6BE4}"/>
              </a:ext>
            </a:extLst>
          </p:cNvPr>
          <p:cNvSpPr txBox="1"/>
          <p:nvPr/>
        </p:nvSpPr>
        <p:spPr>
          <a:xfrm>
            <a:off x="440111" y="376344"/>
            <a:ext cx="2563522" cy="5997476"/>
          </a:xfrm>
          <a:prstGeom prst="rect">
            <a:avLst/>
          </a:prstGeom>
          <a:noFill/>
        </p:spPr>
        <p:txBody>
          <a:bodyPr wrap="none" rtlCol="0">
            <a:spAutoFit/>
          </a:bodyPr>
          <a:lstStyle/>
          <a:p>
            <a:pPr>
              <a:lnSpc>
                <a:spcPct val="200000"/>
              </a:lnSpc>
            </a:pPr>
            <a:r>
              <a:rPr lang="en-CA" sz="2800" dirty="0">
                <a:solidFill>
                  <a:schemeClr val="tx1">
                    <a:lumMod val="25000"/>
                    <a:lumOff val="75000"/>
                  </a:schemeClr>
                </a:solidFill>
                <a:latin typeface="Kumbh Sans" pitchFamily="2" charset="0"/>
                <a:cs typeface="Kumbh Sans" pitchFamily="2" charset="0"/>
              </a:rPr>
              <a:t>Adestria</a:t>
            </a:r>
          </a:p>
          <a:p>
            <a:pPr>
              <a:lnSpc>
                <a:spcPct val="200000"/>
              </a:lnSpc>
            </a:pPr>
            <a:r>
              <a:rPr lang="en-CA" sz="2800" dirty="0">
                <a:latin typeface="Kumbh Sans" pitchFamily="2" charset="0"/>
                <a:cs typeface="Kumbh Sans" pitchFamily="2" charset="0"/>
              </a:rPr>
              <a:t>Project</a:t>
            </a:r>
          </a:p>
          <a:p>
            <a:pPr>
              <a:lnSpc>
                <a:spcPct val="200000"/>
              </a:lnSpc>
            </a:pPr>
            <a:r>
              <a:rPr lang="en-CA" sz="2800" dirty="0">
                <a:solidFill>
                  <a:schemeClr val="tx1">
                    <a:lumMod val="25000"/>
                    <a:lumOff val="75000"/>
                  </a:schemeClr>
                </a:solidFill>
                <a:latin typeface="Kumbh Sans" pitchFamily="2" charset="0"/>
                <a:cs typeface="Kumbh Sans" pitchFamily="2" charset="0"/>
              </a:rPr>
              <a:t>    Existing </a:t>
            </a:r>
          </a:p>
          <a:p>
            <a:r>
              <a:rPr lang="en-CA" sz="2800" dirty="0">
                <a:solidFill>
                  <a:schemeClr val="tx1">
                    <a:lumMod val="25000"/>
                    <a:lumOff val="75000"/>
                  </a:schemeClr>
                </a:solidFill>
                <a:latin typeface="Kumbh Sans" pitchFamily="2" charset="0"/>
                <a:cs typeface="Kumbh Sans" pitchFamily="2" charset="0"/>
              </a:rPr>
              <a:t>    Solutions</a:t>
            </a:r>
          </a:p>
          <a:p>
            <a:pPr>
              <a:lnSpc>
                <a:spcPct val="200000"/>
              </a:lnSpc>
            </a:pPr>
            <a:r>
              <a:rPr lang="en-CA" sz="2800" dirty="0">
                <a:solidFill>
                  <a:schemeClr val="tx1">
                    <a:lumMod val="25000"/>
                    <a:lumOff val="75000"/>
                  </a:schemeClr>
                </a:solidFill>
                <a:latin typeface="Kumbh Sans" pitchFamily="2" charset="0"/>
                <a:cs typeface="Kumbh Sans" pitchFamily="2" charset="0"/>
              </a:rPr>
              <a:t>    </a:t>
            </a:r>
            <a:r>
              <a:rPr lang="en-CA" sz="2800" dirty="0">
                <a:latin typeface="Kumbh Sans" pitchFamily="2" charset="0"/>
                <a:cs typeface="Kumbh Sans" pitchFamily="2" charset="0"/>
              </a:rPr>
              <a:t>Custom</a:t>
            </a:r>
          </a:p>
          <a:p>
            <a:r>
              <a:rPr lang="en-CA" sz="2800" dirty="0">
                <a:latin typeface="Kumbh Sans" pitchFamily="2" charset="0"/>
                <a:cs typeface="Kumbh Sans" pitchFamily="2" charset="0"/>
              </a:rPr>
              <a:t>    Solution</a:t>
            </a:r>
          </a:p>
          <a:p>
            <a:pPr>
              <a:lnSpc>
                <a:spcPct val="200000"/>
              </a:lnSpc>
            </a:pPr>
            <a:r>
              <a:rPr lang="en-CA" sz="2800" dirty="0">
                <a:solidFill>
                  <a:schemeClr val="tx1">
                    <a:lumMod val="25000"/>
                    <a:lumOff val="75000"/>
                  </a:schemeClr>
                </a:solidFill>
                <a:latin typeface="Kumbh Sans" pitchFamily="2" charset="0"/>
                <a:cs typeface="Kumbh Sans" pitchFamily="2" charset="0"/>
              </a:rPr>
              <a:t>    Comparison</a:t>
            </a:r>
          </a:p>
          <a:p>
            <a:pPr>
              <a:lnSpc>
                <a:spcPct val="200000"/>
              </a:lnSpc>
            </a:pPr>
            <a:r>
              <a:rPr lang="en-CA" sz="2800" dirty="0">
                <a:solidFill>
                  <a:schemeClr val="tx1">
                    <a:lumMod val="25000"/>
                    <a:lumOff val="75000"/>
                  </a:schemeClr>
                </a:solidFill>
                <a:latin typeface="Kumbh Sans" pitchFamily="2" charset="0"/>
                <a:cs typeface="Kumbh Sans" pitchFamily="2" charset="0"/>
              </a:rPr>
              <a:t>Q &amp; A</a:t>
            </a:r>
          </a:p>
        </p:txBody>
      </p:sp>
      <p:sp>
        <p:nvSpPr>
          <p:cNvPr id="6" name="TextBox 5">
            <a:extLst>
              <a:ext uri="{FF2B5EF4-FFF2-40B4-BE49-F238E27FC236}">
                <a16:creationId xmlns:a16="http://schemas.microsoft.com/office/drawing/2014/main" id="{76D68362-0CCA-0BAA-D074-09AD1EB32474}"/>
              </a:ext>
            </a:extLst>
          </p:cNvPr>
          <p:cNvSpPr txBox="1"/>
          <p:nvPr/>
        </p:nvSpPr>
        <p:spPr>
          <a:xfrm>
            <a:off x="4360384" y="1664912"/>
            <a:ext cx="4700326" cy="3694729"/>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Highly Optimized</a:t>
            </a:r>
          </a:p>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Optional AI</a:t>
            </a:r>
          </a:p>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Free Training</a:t>
            </a:r>
          </a:p>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Your Data, Your Choice</a:t>
            </a:r>
          </a:p>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Unlimited Storage, Auto-Compress</a:t>
            </a:r>
          </a:p>
          <a:p>
            <a:pPr marL="285750" indent="-285750">
              <a:lnSpc>
                <a:spcPct val="200000"/>
              </a:lnSpc>
              <a:buFont typeface="Arial" panose="020B0604020202020204" pitchFamily="34" charset="0"/>
              <a:buChar char="•"/>
            </a:pPr>
            <a:r>
              <a:rPr lang="en-CA" sz="2000" dirty="0">
                <a:latin typeface="Kumbh Sans" pitchFamily="2" charset="0"/>
                <a:cs typeface="Kumbh Sans" pitchFamily="2" charset="0"/>
              </a:rPr>
              <a:t>$500 /year</a:t>
            </a:r>
          </a:p>
        </p:txBody>
      </p:sp>
      <p:sp>
        <p:nvSpPr>
          <p:cNvPr id="14" name="TextBox 13">
            <a:extLst>
              <a:ext uri="{FF2B5EF4-FFF2-40B4-BE49-F238E27FC236}">
                <a16:creationId xmlns:a16="http://schemas.microsoft.com/office/drawing/2014/main" id="{522C4567-BFDC-142E-9934-AA95548A232B}"/>
              </a:ext>
            </a:extLst>
          </p:cNvPr>
          <p:cNvSpPr txBox="1"/>
          <p:nvPr/>
        </p:nvSpPr>
        <p:spPr>
          <a:xfrm>
            <a:off x="6178865" y="2865497"/>
            <a:ext cx="2209259" cy="721929"/>
          </a:xfrm>
          <a:prstGeom prst="rect">
            <a:avLst/>
          </a:prstGeom>
          <a:noFill/>
        </p:spPr>
        <p:txBody>
          <a:bodyPr wrap="none" rtlCol="0">
            <a:spAutoFit/>
          </a:bodyPr>
          <a:lstStyle/>
          <a:p>
            <a:pPr algn="ctr">
              <a:lnSpc>
                <a:spcPct val="200000"/>
              </a:lnSpc>
            </a:pPr>
            <a:r>
              <a:rPr lang="en-CA" sz="2400" dirty="0">
                <a:latin typeface="Kumbh Sans" pitchFamily="2" charset="0"/>
                <a:cs typeface="Kumbh Sans" pitchFamily="2" charset="0"/>
              </a:rPr>
              <a:t>NCR Manager</a:t>
            </a:r>
          </a:p>
        </p:txBody>
      </p:sp>
    </p:spTree>
    <p:extLst>
      <p:ext uri="{BB962C8B-B14F-4D97-AF65-F5344CB8AC3E}">
        <p14:creationId xmlns:p14="http://schemas.microsoft.com/office/powerpoint/2010/main" val="1400023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16667E-6 -3.7037E-7 L 4.16667E-6 -0.29074 " pathEditMode="relative" rAng="0" ptsTypes="AA">
                                      <p:cBhvr>
                                        <p:cTn id="6" dur="2000" fill="hold"/>
                                        <p:tgtEl>
                                          <p:spTgt spid="14"/>
                                        </p:tgtEl>
                                        <p:attrNameLst>
                                          <p:attrName>ppt_x</p:attrName>
                                          <p:attrName>ppt_y</p:attrName>
                                        </p:attrNameLst>
                                      </p:cBhvr>
                                      <p:rCtr x="0" y="-14537"/>
                                    </p:animMotion>
                                  </p:childTnLst>
                                </p:cTn>
                              </p:par>
                            </p:childTnLst>
                          </p:cTn>
                        </p:par>
                        <p:par>
                          <p:cTn id="7" fill="hold">
                            <p:stCondLst>
                              <p:cond delay="2000"/>
                            </p:stCondLst>
                            <p:childTnLst>
                              <p:par>
                                <p:cTn id="8" presetID="10" presetClass="entr" presetSubtype="0" fill="hold" nodeType="after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fade">
                                      <p:cBhvr>
                                        <p:cTn id="15" dur="500"/>
                                        <p:tgtEl>
                                          <p:spTgt spid="6">
                                            <p:txEl>
                                              <p:pRg st="1" end="1"/>
                                            </p:txEl>
                                          </p:spTgt>
                                        </p:tgtEl>
                                      </p:cBhvr>
                                    </p:animEffect>
                                  </p:childTnLst>
                                </p:cTn>
                              </p:par>
                              <p:par>
                                <p:cTn id="16" presetID="19" presetClass="emph" presetSubtype="0" fill="hold" nodeType="withEffect">
                                  <p:stCondLst>
                                    <p:cond delay="0"/>
                                  </p:stCondLst>
                                  <p:childTnLst>
                                    <p:animClr clrSpc="rgb" dir="cw">
                                      <p:cBhvr override="childStyle">
                                        <p:cTn id="17" dur="500" fill="hold"/>
                                        <p:tgtEl>
                                          <p:spTgt spid="6">
                                            <p:txEl>
                                              <p:pRg st="0" end="0"/>
                                            </p:txEl>
                                          </p:spTgt>
                                        </p:tgtEl>
                                        <p:attrNameLst>
                                          <p:attrName>style.color</p:attrName>
                                        </p:attrNameLst>
                                      </p:cBhvr>
                                      <p:to>
                                        <a:srgbClr val="7CAFE2"/>
                                      </p:to>
                                    </p:animClr>
                                    <p:animClr clrSpc="rgb" dir="cw">
                                      <p:cBhvr>
                                        <p:cTn id="18" dur="500" fill="hold"/>
                                        <p:tgtEl>
                                          <p:spTgt spid="6">
                                            <p:txEl>
                                              <p:pRg st="0" end="0"/>
                                            </p:txEl>
                                          </p:spTgt>
                                        </p:tgtEl>
                                        <p:attrNameLst>
                                          <p:attrName>fillcolor</p:attrName>
                                        </p:attrNameLst>
                                      </p:cBhvr>
                                      <p:to>
                                        <a:srgbClr val="7CAFE2"/>
                                      </p:to>
                                    </p:animClr>
                                    <p:set>
                                      <p:cBhvr>
                                        <p:cTn id="19" dur="500" fill="hold"/>
                                        <p:tgtEl>
                                          <p:spTgt spid="6">
                                            <p:txEl>
                                              <p:pRg st="0" end="0"/>
                                            </p:txEl>
                                          </p:spTgt>
                                        </p:tgtEl>
                                        <p:attrNameLst>
                                          <p:attrName>fill.type</p:attrName>
                                        </p:attrNameLst>
                                      </p:cBhvr>
                                      <p:to>
                                        <p:strVal val="solid"/>
                                      </p:to>
                                    </p:set>
                                    <p:set>
                                      <p:cBhvr>
                                        <p:cTn id="20" dur="500" fill="hold"/>
                                        <p:tgtEl>
                                          <p:spTgt spid="6">
                                            <p:txEl>
                                              <p:pRg st="0" end="0"/>
                                            </p:txEl>
                                          </p:spTgt>
                                        </p:tgtEl>
                                        <p:attrNameLst>
                                          <p:attrName>fill.on</p:attrName>
                                        </p:attrNameLst>
                                      </p:cBhvr>
                                      <p:to>
                                        <p:strVal val="tru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
                                            <p:txEl>
                                              <p:pRg st="2" end="2"/>
                                            </p:txEl>
                                          </p:spTgt>
                                        </p:tgtEl>
                                        <p:attrNameLst>
                                          <p:attrName>style.visibility</p:attrName>
                                        </p:attrNameLst>
                                      </p:cBhvr>
                                      <p:to>
                                        <p:strVal val="visible"/>
                                      </p:to>
                                    </p:set>
                                    <p:animEffect transition="in" filter="fade">
                                      <p:cBhvr>
                                        <p:cTn id="25" dur="500"/>
                                        <p:tgtEl>
                                          <p:spTgt spid="6">
                                            <p:txEl>
                                              <p:pRg st="2" end="2"/>
                                            </p:txEl>
                                          </p:spTgt>
                                        </p:tgtEl>
                                      </p:cBhvr>
                                    </p:animEffect>
                                  </p:childTnLst>
                                </p:cTn>
                              </p:par>
                              <p:par>
                                <p:cTn id="26" presetID="19" presetClass="emph" presetSubtype="0" fill="hold" nodeType="withEffect">
                                  <p:stCondLst>
                                    <p:cond delay="0"/>
                                  </p:stCondLst>
                                  <p:childTnLst>
                                    <p:animClr clrSpc="rgb" dir="cw">
                                      <p:cBhvr override="childStyle">
                                        <p:cTn id="27" dur="500" fill="hold"/>
                                        <p:tgtEl>
                                          <p:spTgt spid="6">
                                            <p:txEl>
                                              <p:pRg st="1" end="1"/>
                                            </p:txEl>
                                          </p:spTgt>
                                        </p:tgtEl>
                                        <p:attrNameLst>
                                          <p:attrName>style.color</p:attrName>
                                        </p:attrNameLst>
                                      </p:cBhvr>
                                      <p:to>
                                        <a:srgbClr val="7CAFE2"/>
                                      </p:to>
                                    </p:animClr>
                                    <p:animClr clrSpc="rgb" dir="cw">
                                      <p:cBhvr>
                                        <p:cTn id="28" dur="500" fill="hold"/>
                                        <p:tgtEl>
                                          <p:spTgt spid="6">
                                            <p:txEl>
                                              <p:pRg st="1" end="1"/>
                                            </p:txEl>
                                          </p:spTgt>
                                        </p:tgtEl>
                                        <p:attrNameLst>
                                          <p:attrName>fillcolor</p:attrName>
                                        </p:attrNameLst>
                                      </p:cBhvr>
                                      <p:to>
                                        <a:srgbClr val="7CAFE2"/>
                                      </p:to>
                                    </p:animClr>
                                    <p:set>
                                      <p:cBhvr>
                                        <p:cTn id="29" dur="500" fill="hold"/>
                                        <p:tgtEl>
                                          <p:spTgt spid="6">
                                            <p:txEl>
                                              <p:pRg st="1" end="1"/>
                                            </p:txEl>
                                          </p:spTgt>
                                        </p:tgtEl>
                                        <p:attrNameLst>
                                          <p:attrName>fill.type</p:attrName>
                                        </p:attrNameLst>
                                      </p:cBhvr>
                                      <p:to>
                                        <p:strVal val="solid"/>
                                      </p:to>
                                    </p:set>
                                    <p:set>
                                      <p:cBhvr>
                                        <p:cTn id="30" dur="500" fill="hold"/>
                                        <p:tgtEl>
                                          <p:spTgt spid="6">
                                            <p:txEl>
                                              <p:pRg st="1" end="1"/>
                                            </p:txEl>
                                          </p:spTgt>
                                        </p:tgtEl>
                                        <p:attrNameLst>
                                          <p:attrName>fill.on</p:attrName>
                                        </p:attrNameLst>
                                      </p:cBhvr>
                                      <p:to>
                                        <p:strVal val="tru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6">
                                            <p:txEl>
                                              <p:pRg st="3" end="3"/>
                                            </p:txEl>
                                          </p:spTgt>
                                        </p:tgtEl>
                                        <p:attrNameLst>
                                          <p:attrName>style.visibility</p:attrName>
                                        </p:attrNameLst>
                                      </p:cBhvr>
                                      <p:to>
                                        <p:strVal val="visible"/>
                                      </p:to>
                                    </p:set>
                                    <p:animEffect transition="in" filter="fade">
                                      <p:cBhvr>
                                        <p:cTn id="35" dur="500"/>
                                        <p:tgtEl>
                                          <p:spTgt spid="6">
                                            <p:txEl>
                                              <p:pRg st="3" end="3"/>
                                            </p:txEl>
                                          </p:spTgt>
                                        </p:tgtEl>
                                      </p:cBhvr>
                                    </p:animEffect>
                                  </p:childTnLst>
                                </p:cTn>
                              </p:par>
                              <p:par>
                                <p:cTn id="36" presetID="19" presetClass="emph" presetSubtype="0" fill="hold" nodeType="withEffect">
                                  <p:stCondLst>
                                    <p:cond delay="0"/>
                                  </p:stCondLst>
                                  <p:childTnLst>
                                    <p:animClr clrSpc="rgb" dir="cw">
                                      <p:cBhvr override="childStyle">
                                        <p:cTn id="37" dur="500" fill="hold"/>
                                        <p:tgtEl>
                                          <p:spTgt spid="6">
                                            <p:txEl>
                                              <p:pRg st="2" end="2"/>
                                            </p:txEl>
                                          </p:spTgt>
                                        </p:tgtEl>
                                        <p:attrNameLst>
                                          <p:attrName>style.color</p:attrName>
                                        </p:attrNameLst>
                                      </p:cBhvr>
                                      <p:to>
                                        <a:srgbClr val="7CAFE2"/>
                                      </p:to>
                                    </p:animClr>
                                    <p:animClr clrSpc="rgb" dir="cw">
                                      <p:cBhvr>
                                        <p:cTn id="38" dur="500" fill="hold"/>
                                        <p:tgtEl>
                                          <p:spTgt spid="6">
                                            <p:txEl>
                                              <p:pRg st="2" end="2"/>
                                            </p:txEl>
                                          </p:spTgt>
                                        </p:tgtEl>
                                        <p:attrNameLst>
                                          <p:attrName>fillcolor</p:attrName>
                                        </p:attrNameLst>
                                      </p:cBhvr>
                                      <p:to>
                                        <a:srgbClr val="7CAFE2"/>
                                      </p:to>
                                    </p:animClr>
                                    <p:set>
                                      <p:cBhvr>
                                        <p:cTn id="39" dur="500" fill="hold"/>
                                        <p:tgtEl>
                                          <p:spTgt spid="6">
                                            <p:txEl>
                                              <p:pRg st="2" end="2"/>
                                            </p:txEl>
                                          </p:spTgt>
                                        </p:tgtEl>
                                        <p:attrNameLst>
                                          <p:attrName>fill.type</p:attrName>
                                        </p:attrNameLst>
                                      </p:cBhvr>
                                      <p:to>
                                        <p:strVal val="solid"/>
                                      </p:to>
                                    </p:set>
                                    <p:set>
                                      <p:cBhvr>
                                        <p:cTn id="40" dur="500" fill="hold"/>
                                        <p:tgtEl>
                                          <p:spTgt spid="6">
                                            <p:txEl>
                                              <p:pRg st="2" end="2"/>
                                            </p:txEl>
                                          </p:spTgt>
                                        </p:tgtEl>
                                        <p:attrNameLst>
                                          <p:attrName>fill.on</p:attrName>
                                        </p:attrNameLst>
                                      </p:cBhvr>
                                      <p:to>
                                        <p:strVal val="tru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6">
                                            <p:txEl>
                                              <p:pRg st="4" end="4"/>
                                            </p:txEl>
                                          </p:spTgt>
                                        </p:tgtEl>
                                        <p:attrNameLst>
                                          <p:attrName>style.visibility</p:attrName>
                                        </p:attrNameLst>
                                      </p:cBhvr>
                                      <p:to>
                                        <p:strVal val="visible"/>
                                      </p:to>
                                    </p:set>
                                    <p:animEffect transition="in" filter="fade">
                                      <p:cBhvr>
                                        <p:cTn id="45" dur="500"/>
                                        <p:tgtEl>
                                          <p:spTgt spid="6">
                                            <p:txEl>
                                              <p:pRg st="4" end="4"/>
                                            </p:txEl>
                                          </p:spTgt>
                                        </p:tgtEl>
                                      </p:cBhvr>
                                    </p:animEffect>
                                  </p:childTnLst>
                                </p:cTn>
                              </p:par>
                              <p:par>
                                <p:cTn id="46" presetID="19" presetClass="emph" presetSubtype="0" fill="hold" nodeType="withEffect">
                                  <p:stCondLst>
                                    <p:cond delay="0"/>
                                  </p:stCondLst>
                                  <p:childTnLst>
                                    <p:animClr clrSpc="rgb" dir="cw">
                                      <p:cBhvr override="childStyle">
                                        <p:cTn id="47" dur="500" fill="hold"/>
                                        <p:tgtEl>
                                          <p:spTgt spid="6">
                                            <p:txEl>
                                              <p:pRg st="3" end="3"/>
                                            </p:txEl>
                                          </p:spTgt>
                                        </p:tgtEl>
                                        <p:attrNameLst>
                                          <p:attrName>style.color</p:attrName>
                                        </p:attrNameLst>
                                      </p:cBhvr>
                                      <p:to>
                                        <a:srgbClr val="7CAFE2"/>
                                      </p:to>
                                    </p:animClr>
                                    <p:animClr clrSpc="rgb" dir="cw">
                                      <p:cBhvr>
                                        <p:cTn id="48" dur="500" fill="hold"/>
                                        <p:tgtEl>
                                          <p:spTgt spid="6">
                                            <p:txEl>
                                              <p:pRg st="3" end="3"/>
                                            </p:txEl>
                                          </p:spTgt>
                                        </p:tgtEl>
                                        <p:attrNameLst>
                                          <p:attrName>fillcolor</p:attrName>
                                        </p:attrNameLst>
                                      </p:cBhvr>
                                      <p:to>
                                        <a:srgbClr val="7CAFE2"/>
                                      </p:to>
                                    </p:animClr>
                                    <p:set>
                                      <p:cBhvr>
                                        <p:cTn id="49" dur="500" fill="hold"/>
                                        <p:tgtEl>
                                          <p:spTgt spid="6">
                                            <p:txEl>
                                              <p:pRg st="3" end="3"/>
                                            </p:txEl>
                                          </p:spTgt>
                                        </p:tgtEl>
                                        <p:attrNameLst>
                                          <p:attrName>fill.type</p:attrName>
                                        </p:attrNameLst>
                                      </p:cBhvr>
                                      <p:to>
                                        <p:strVal val="solid"/>
                                      </p:to>
                                    </p:set>
                                    <p:set>
                                      <p:cBhvr>
                                        <p:cTn id="50" dur="500" fill="hold"/>
                                        <p:tgtEl>
                                          <p:spTgt spid="6">
                                            <p:txEl>
                                              <p:pRg st="3" end="3"/>
                                            </p:txEl>
                                          </p:spTgt>
                                        </p:tgtEl>
                                        <p:attrNameLst>
                                          <p:attrName>fill.on</p:attrName>
                                        </p:attrNameLst>
                                      </p:cBhvr>
                                      <p:to>
                                        <p:strVal val="tru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6">
                                            <p:txEl>
                                              <p:pRg st="5" end="5"/>
                                            </p:txEl>
                                          </p:spTgt>
                                        </p:tgtEl>
                                        <p:attrNameLst>
                                          <p:attrName>style.visibility</p:attrName>
                                        </p:attrNameLst>
                                      </p:cBhvr>
                                      <p:to>
                                        <p:strVal val="visible"/>
                                      </p:to>
                                    </p:set>
                                    <p:animEffect transition="in" filter="fade">
                                      <p:cBhvr>
                                        <p:cTn id="55" dur="500"/>
                                        <p:tgtEl>
                                          <p:spTgt spid="6">
                                            <p:txEl>
                                              <p:pRg st="5" end="5"/>
                                            </p:txEl>
                                          </p:spTgt>
                                        </p:tgtEl>
                                      </p:cBhvr>
                                    </p:animEffect>
                                  </p:childTnLst>
                                </p:cTn>
                              </p:par>
                              <p:par>
                                <p:cTn id="56" presetID="19" presetClass="emph" presetSubtype="0" fill="hold" nodeType="withEffect">
                                  <p:stCondLst>
                                    <p:cond delay="0"/>
                                  </p:stCondLst>
                                  <p:childTnLst>
                                    <p:animClr clrSpc="rgb" dir="cw">
                                      <p:cBhvr override="childStyle">
                                        <p:cTn id="57" dur="500" fill="hold"/>
                                        <p:tgtEl>
                                          <p:spTgt spid="6">
                                            <p:txEl>
                                              <p:pRg st="4" end="4"/>
                                            </p:txEl>
                                          </p:spTgt>
                                        </p:tgtEl>
                                        <p:attrNameLst>
                                          <p:attrName>style.color</p:attrName>
                                        </p:attrNameLst>
                                      </p:cBhvr>
                                      <p:to>
                                        <a:srgbClr val="7CAFE2"/>
                                      </p:to>
                                    </p:animClr>
                                    <p:animClr clrSpc="rgb" dir="cw">
                                      <p:cBhvr>
                                        <p:cTn id="58" dur="500" fill="hold"/>
                                        <p:tgtEl>
                                          <p:spTgt spid="6">
                                            <p:txEl>
                                              <p:pRg st="4" end="4"/>
                                            </p:txEl>
                                          </p:spTgt>
                                        </p:tgtEl>
                                        <p:attrNameLst>
                                          <p:attrName>fillcolor</p:attrName>
                                        </p:attrNameLst>
                                      </p:cBhvr>
                                      <p:to>
                                        <a:srgbClr val="7CAFE2"/>
                                      </p:to>
                                    </p:animClr>
                                    <p:set>
                                      <p:cBhvr>
                                        <p:cTn id="59" dur="500" fill="hold"/>
                                        <p:tgtEl>
                                          <p:spTgt spid="6">
                                            <p:txEl>
                                              <p:pRg st="4" end="4"/>
                                            </p:txEl>
                                          </p:spTgt>
                                        </p:tgtEl>
                                        <p:attrNameLst>
                                          <p:attrName>fill.type</p:attrName>
                                        </p:attrNameLst>
                                      </p:cBhvr>
                                      <p:to>
                                        <p:strVal val="solid"/>
                                      </p:to>
                                    </p:set>
                                    <p:set>
                                      <p:cBhvr>
                                        <p:cTn id="60" dur="500" fill="hold"/>
                                        <p:tgtEl>
                                          <p:spTgt spid="6">
                                            <p:txEl>
                                              <p:pRg st="4" end="4"/>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78032-0C9A-7338-75C4-3A981F48951F}"/>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522AFCC8-0B59-1495-E82B-CC3DDE9CFD47}"/>
              </a:ext>
            </a:extLst>
          </p:cNvPr>
          <p:cNvGrpSpPr/>
          <p:nvPr/>
        </p:nvGrpSpPr>
        <p:grpSpPr>
          <a:xfrm>
            <a:off x="331871" y="3259018"/>
            <a:ext cx="2878053" cy="1897867"/>
            <a:chOff x="331871" y="1982044"/>
            <a:chExt cx="2878053" cy="1897867"/>
          </a:xfrm>
        </p:grpSpPr>
        <p:sp>
          <p:nvSpPr>
            <p:cNvPr id="4" name="Rectangle: Rounded Corners 3">
              <a:extLst>
                <a:ext uri="{FF2B5EF4-FFF2-40B4-BE49-F238E27FC236}">
                  <a16:creationId xmlns:a16="http://schemas.microsoft.com/office/drawing/2014/main" id="{64A2287E-B2C1-FB3E-1734-1B1DDDD4AFB5}"/>
                </a:ext>
              </a:extLst>
            </p:cNvPr>
            <p:cNvSpPr/>
            <p:nvPr/>
          </p:nvSpPr>
          <p:spPr>
            <a:xfrm>
              <a:off x="331871" y="2282082"/>
              <a:ext cx="2878053"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5" name="Rectangle: Rounded Corners 4">
              <a:extLst>
                <a:ext uri="{FF2B5EF4-FFF2-40B4-BE49-F238E27FC236}">
                  <a16:creationId xmlns:a16="http://schemas.microsoft.com/office/drawing/2014/main" id="{2DDA9094-A605-CBC0-4948-76D8615752C1}"/>
                </a:ext>
              </a:extLst>
            </p:cNvPr>
            <p:cNvSpPr/>
            <p:nvPr/>
          </p:nvSpPr>
          <p:spPr>
            <a:xfrm>
              <a:off x="331871" y="2865497"/>
              <a:ext cx="2878053"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grpSp>
          <p:nvGrpSpPr>
            <p:cNvPr id="7" name="Group 6">
              <a:extLst>
                <a:ext uri="{FF2B5EF4-FFF2-40B4-BE49-F238E27FC236}">
                  <a16:creationId xmlns:a16="http://schemas.microsoft.com/office/drawing/2014/main" id="{614C7479-BC43-902F-4742-E8BB20240BCA}"/>
                </a:ext>
              </a:extLst>
            </p:cNvPr>
            <p:cNvGrpSpPr/>
            <p:nvPr/>
          </p:nvGrpSpPr>
          <p:grpSpPr>
            <a:xfrm>
              <a:off x="2703596" y="3579873"/>
              <a:ext cx="300037" cy="300038"/>
              <a:chOff x="1234558" y="4788693"/>
              <a:chExt cx="300037" cy="300038"/>
            </a:xfrm>
          </p:grpSpPr>
          <p:sp>
            <p:nvSpPr>
              <p:cNvPr id="11" name="Rectangle 10">
                <a:extLst>
                  <a:ext uri="{FF2B5EF4-FFF2-40B4-BE49-F238E27FC236}">
                    <a16:creationId xmlns:a16="http://schemas.microsoft.com/office/drawing/2014/main" id="{8A1B976E-DF31-344C-B646-5528F2D0D02B}"/>
                  </a:ext>
                </a:extLst>
              </p:cNvPr>
              <p:cNvSpPr/>
              <p:nvPr/>
            </p:nvSpPr>
            <p:spPr>
              <a:xfrm>
                <a:off x="1234558" y="4788694"/>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2" name="Oval 11">
                <a:extLst>
                  <a:ext uri="{FF2B5EF4-FFF2-40B4-BE49-F238E27FC236}">
                    <a16:creationId xmlns:a16="http://schemas.microsoft.com/office/drawing/2014/main" id="{9E167E88-6E13-99D9-D001-56873C40C347}"/>
                  </a:ext>
                </a:extLst>
              </p:cNvPr>
              <p:cNvSpPr/>
              <p:nvPr/>
            </p:nvSpPr>
            <p:spPr>
              <a:xfrm>
                <a:off x="1234559" y="4788693"/>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8" name="Group 7">
              <a:extLst>
                <a:ext uri="{FF2B5EF4-FFF2-40B4-BE49-F238E27FC236}">
                  <a16:creationId xmlns:a16="http://schemas.microsoft.com/office/drawing/2014/main" id="{2A9180EB-BFB6-EF24-29F8-EFE0D1EC933A}"/>
                </a:ext>
              </a:extLst>
            </p:cNvPr>
            <p:cNvGrpSpPr/>
            <p:nvPr/>
          </p:nvGrpSpPr>
          <p:grpSpPr>
            <a:xfrm rot="5400000">
              <a:off x="2703597" y="1982044"/>
              <a:ext cx="300037" cy="300038"/>
              <a:chOff x="1201626" y="4745841"/>
              <a:chExt cx="300037" cy="300038"/>
            </a:xfrm>
          </p:grpSpPr>
          <p:sp>
            <p:nvSpPr>
              <p:cNvPr id="9" name="Rectangle 8">
                <a:extLst>
                  <a:ext uri="{FF2B5EF4-FFF2-40B4-BE49-F238E27FC236}">
                    <a16:creationId xmlns:a16="http://schemas.microsoft.com/office/drawing/2014/main" id="{1D6C900D-0158-E089-A31D-EE58E62F2DB4}"/>
                  </a:ext>
                </a:extLst>
              </p:cNvPr>
              <p:cNvSpPr/>
              <p:nvPr/>
            </p:nvSpPr>
            <p:spPr>
              <a:xfrm>
                <a:off x="1201626" y="4745841"/>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0" name="Oval 9">
                <a:extLst>
                  <a:ext uri="{FF2B5EF4-FFF2-40B4-BE49-F238E27FC236}">
                    <a16:creationId xmlns:a16="http://schemas.microsoft.com/office/drawing/2014/main" id="{9A7FDA7D-F231-4BE3-352D-6B0AC6F164ED}"/>
                  </a:ext>
                </a:extLst>
              </p:cNvPr>
              <p:cNvSpPr/>
              <p:nvPr/>
            </p:nvSpPr>
            <p:spPr>
              <a:xfrm>
                <a:off x="1201627" y="4745842"/>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sp>
        <p:nvSpPr>
          <p:cNvPr id="23" name="Rectangle: Rounded Corners 22">
            <a:extLst>
              <a:ext uri="{FF2B5EF4-FFF2-40B4-BE49-F238E27FC236}">
                <a16:creationId xmlns:a16="http://schemas.microsoft.com/office/drawing/2014/main" id="{76AA97E3-B3D1-DCEC-CEC1-0A521FD3F5DC}"/>
              </a:ext>
            </a:extLst>
          </p:cNvPr>
          <p:cNvSpPr/>
          <p:nvPr/>
        </p:nvSpPr>
        <p:spPr>
          <a:xfrm>
            <a:off x="331868" y="3560842"/>
            <a:ext cx="2878053"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3" name="Rectangle: Rounded Corners 12">
            <a:extLst>
              <a:ext uri="{FF2B5EF4-FFF2-40B4-BE49-F238E27FC236}">
                <a16:creationId xmlns:a16="http://schemas.microsoft.com/office/drawing/2014/main" id="{D215D108-DE09-DD98-B693-86573D2B5F59}"/>
              </a:ext>
            </a:extLst>
          </p:cNvPr>
          <p:cNvSpPr/>
          <p:nvPr/>
        </p:nvSpPr>
        <p:spPr>
          <a:xfrm>
            <a:off x="3003634" y="585785"/>
            <a:ext cx="8559716" cy="5686427"/>
          </a:xfrm>
          <a:prstGeom prst="roundRect">
            <a:avLst>
              <a:gd name="adj" fmla="val 2513"/>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5" name="Rectangle: Rounded Corners 24">
            <a:extLst>
              <a:ext uri="{FF2B5EF4-FFF2-40B4-BE49-F238E27FC236}">
                <a16:creationId xmlns:a16="http://schemas.microsoft.com/office/drawing/2014/main" id="{27D89968-F1FB-DF3F-0F2A-F4F94E4F322A}"/>
              </a:ext>
            </a:extLst>
          </p:cNvPr>
          <p:cNvSpPr/>
          <p:nvPr/>
        </p:nvSpPr>
        <p:spPr>
          <a:xfrm>
            <a:off x="331865" y="4142891"/>
            <a:ext cx="2878053"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grpSp>
        <p:nvGrpSpPr>
          <p:cNvPr id="35" name="Group 34">
            <a:extLst>
              <a:ext uri="{FF2B5EF4-FFF2-40B4-BE49-F238E27FC236}">
                <a16:creationId xmlns:a16="http://schemas.microsoft.com/office/drawing/2014/main" id="{02C07118-8895-9FC1-B116-BC0E252E5B47}"/>
              </a:ext>
            </a:extLst>
          </p:cNvPr>
          <p:cNvGrpSpPr/>
          <p:nvPr/>
        </p:nvGrpSpPr>
        <p:grpSpPr>
          <a:xfrm>
            <a:off x="2703587" y="4858611"/>
            <a:ext cx="300037" cy="300038"/>
            <a:chOff x="2703595" y="4869547"/>
            <a:chExt cx="300037" cy="300038"/>
          </a:xfrm>
        </p:grpSpPr>
        <p:sp>
          <p:nvSpPr>
            <p:cNvPr id="27" name="Rectangle 26">
              <a:extLst>
                <a:ext uri="{FF2B5EF4-FFF2-40B4-BE49-F238E27FC236}">
                  <a16:creationId xmlns:a16="http://schemas.microsoft.com/office/drawing/2014/main" id="{3C3A7E03-382A-C7E7-9C4D-18B1AB798910}"/>
                </a:ext>
              </a:extLst>
            </p:cNvPr>
            <p:cNvSpPr/>
            <p:nvPr/>
          </p:nvSpPr>
          <p:spPr>
            <a:xfrm>
              <a:off x="2703595" y="4869548"/>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9" name="Oval 28">
              <a:extLst>
                <a:ext uri="{FF2B5EF4-FFF2-40B4-BE49-F238E27FC236}">
                  <a16:creationId xmlns:a16="http://schemas.microsoft.com/office/drawing/2014/main" id="{A414EBCC-219D-07E8-F173-E68A2E767048}"/>
                </a:ext>
              </a:extLst>
            </p:cNvPr>
            <p:cNvSpPr/>
            <p:nvPr/>
          </p:nvSpPr>
          <p:spPr>
            <a:xfrm>
              <a:off x="2703596" y="4869547"/>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34" name="Group 33">
            <a:extLst>
              <a:ext uri="{FF2B5EF4-FFF2-40B4-BE49-F238E27FC236}">
                <a16:creationId xmlns:a16="http://schemas.microsoft.com/office/drawing/2014/main" id="{52B28B1D-115B-0E76-9946-847BC10BED73}"/>
              </a:ext>
            </a:extLst>
          </p:cNvPr>
          <p:cNvGrpSpPr/>
          <p:nvPr/>
        </p:nvGrpSpPr>
        <p:grpSpPr>
          <a:xfrm>
            <a:off x="2703595" y="3263292"/>
            <a:ext cx="300039" cy="300037"/>
            <a:chOff x="2703595" y="3271719"/>
            <a:chExt cx="300039" cy="300037"/>
          </a:xfrm>
        </p:grpSpPr>
        <p:sp>
          <p:nvSpPr>
            <p:cNvPr id="31" name="Rectangle 30">
              <a:extLst>
                <a:ext uri="{FF2B5EF4-FFF2-40B4-BE49-F238E27FC236}">
                  <a16:creationId xmlns:a16="http://schemas.microsoft.com/office/drawing/2014/main" id="{CA5258AE-48EE-0725-37D2-9B3DE5B42AF5}"/>
                </a:ext>
              </a:extLst>
            </p:cNvPr>
            <p:cNvSpPr/>
            <p:nvPr/>
          </p:nvSpPr>
          <p:spPr>
            <a:xfrm rot="5400000">
              <a:off x="2703597" y="3271719"/>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3" name="Oval 32">
              <a:extLst>
                <a:ext uri="{FF2B5EF4-FFF2-40B4-BE49-F238E27FC236}">
                  <a16:creationId xmlns:a16="http://schemas.microsoft.com/office/drawing/2014/main" id="{4B152BFB-E6B2-11F8-DBCF-BD54BFF33630}"/>
                </a:ext>
              </a:extLst>
            </p:cNvPr>
            <p:cNvSpPr/>
            <p:nvPr/>
          </p:nvSpPr>
          <p:spPr>
            <a:xfrm rot="5400000">
              <a:off x="2703596" y="3271719"/>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2" name="TextBox 1">
            <a:extLst>
              <a:ext uri="{FF2B5EF4-FFF2-40B4-BE49-F238E27FC236}">
                <a16:creationId xmlns:a16="http://schemas.microsoft.com/office/drawing/2014/main" id="{097F8CB8-172B-C3E2-E664-5B2BAC96AAEF}"/>
              </a:ext>
            </a:extLst>
          </p:cNvPr>
          <p:cNvSpPr txBox="1"/>
          <p:nvPr/>
        </p:nvSpPr>
        <p:spPr>
          <a:xfrm>
            <a:off x="440111" y="376344"/>
            <a:ext cx="2563522" cy="5997476"/>
          </a:xfrm>
          <a:prstGeom prst="rect">
            <a:avLst/>
          </a:prstGeom>
          <a:noFill/>
        </p:spPr>
        <p:txBody>
          <a:bodyPr wrap="none" rtlCol="0">
            <a:spAutoFit/>
          </a:bodyPr>
          <a:lstStyle/>
          <a:p>
            <a:pPr>
              <a:lnSpc>
                <a:spcPct val="200000"/>
              </a:lnSpc>
            </a:pPr>
            <a:r>
              <a:rPr lang="en-CA" sz="2800" dirty="0">
                <a:solidFill>
                  <a:schemeClr val="tx1">
                    <a:lumMod val="25000"/>
                    <a:lumOff val="75000"/>
                  </a:schemeClr>
                </a:solidFill>
                <a:latin typeface="Kumbh Sans" pitchFamily="2" charset="0"/>
                <a:cs typeface="Kumbh Sans" pitchFamily="2" charset="0"/>
              </a:rPr>
              <a:t>Adestria</a:t>
            </a:r>
          </a:p>
          <a:p>
            <a:pPr>
              <a:lnSpc>
                <a:spcPct val="200000"/>
              </a:lnSpc>
            </a:pPr>
            <a:r>
              <a:rPr lang="en-CA" sz="2800" dirty="0">
                <a:latin typeface="Kumbh Sans" pitchFamily="2" charset="0"/>
                <a:cs typeface="Kumbh Sans" pitchFamily="2" charset="0"/>
              </a:rPr>
              <a:t>Project</a:t>
            </a:r>
          </a:p>
          <a:p>
            <a:pPr>
              <a:lnSpc>
                <a:spcPct val="200000"/>
              </a:lnSpc>
            </a:pPr>
            <a:r>
              <a:rPr lang="en-CA" sz="2800" dirty="0">
                <a:solidFill>
                  <a:schemeClr val="tx1">
                    <a:lumMod val="25000"/>
                    <a:lumOff val="75000"/>
                  </a:schemeClr>
                </a:solidFill>
                <a:latin typeface="Kumbh Sans" pitchFamily="2" charset="0"/>
                <a:cs typeface="Kumbh Sans" pitchFamily="2" charset="0"/>
              </a:rPr>
              <a:t>    Existing </a:t>
            </a:r>
          </a:p>
          <a:p>
            <a:r>
              <a:rPr lang="en-CA" sz="2800" dirty="0">
                <a:solidFill>
                  <a:schemeClr val="tx1">
                    <a:lumMod val="25000"/>
                    <a:lumOff val="75000"/>
                  </a:schemeClr>
                </a:solidFill>
                <a:latin typeface="Kumbh Sans" pitchFamily="2" charset="0"/>
                <a:cs typeface="Kumbh Sans" pitchFamily="2" charset="0"/>
              </a:rPr>
              <a:t>    Solutions</a:t>
            </a:r>
          </a:p>
          <a:p>
            <a:pPr>
              <a:lnSpc>
                <a:spcPct val="200000"/>
              </a:lnSpc>
            </a:pPr>
            <a:r>
              <a:rPr lang="en-CA" sz="2800" dirty="0">
                <a:solidFill>
                  <a:schemeClr val="tx1">
                    <a:lumMod val="25000"/>
                    <a:lumOff val="75000"/>
                  </a:schemeClr>
                </a:solidFill>
                <a:latin typeface="Kumbh Sans" pitchFamily="2" charset="0"/>
                <a:cs typeface="Kumbh Sans" pitchFamily="2" charset="0"/>
              </a:rPr>
              <a:t>    </a:t>
            </a:r>
            <a:r>
              <a:rPr lang="en-CA" sz="2800" dirty="0">
                <a:latin typeface="Kumbh Sans" pitchFamily="2" charset="0"/>
                <a:cs typeface="Kumbh Sans" pitchFamily="2" charset="0"/>
              </a:rPr>
              <a:t>Custom</a:t>
            </a:r>
          </a:p>
          <a:p>
            <a:r>
              <a:rPr lang="en-CA" sz="2800" dirty="0">
                <a:latin typeface="Kumbh Sans" pitchFamily="2" charset="0"/>
                <a:cs typeface="Kumbh Sans" pitchFamily="2" charset="0"/>
              </a:rPr>
              <a:t>    Solution</a:t>
            </a:r>
          </a:p>
          <a:p>
            <a:pPr>
              <a:lnSpc>
                <a:spcPct val="200000"/>
              </a:lnSpc>
            </a:pPr>
            <a:r>
              <a:rPr lang="en-CA" sz="2800" dirty="0">
                <a:solidFill>
                  <a:schemeClr val="tx1">
                    <a:lumMod val="25000"/>
                    <a:lumOff val="75000"/>
                  </a:schemeClr>
                </a:solidFill>
                <a:latin typeface="Kumbh Sans" pitchFamily="2" charset="0"/>
                <a:cs typeface="Kumbh Sans" pitchFamily="2" charset="0"/>
              </a:rPr>
              <a:t>    Comparison</a:t>
            </a:r>
          </a:p>
          <a:p>
            <a:pPr>
              <a:lnSpc>
                <a:spcPct val="200000"/>
              </a:lnSpc>
            </a:pPr>
            <a:r>
              <a:rPr lang="en-CA" sz="2800" dirty="0">
                <a:solidFill>
                  <a:schemeClr val="tx1">
                    <a:lumMod val="25000"/>
                    <a:lumOff val="75000"/>
                  </a:schemeClr>
                </a:solidFill>
                <a:latin typeface="Kumbh Sans" pitchFamily="2" charset="0"/>
                <a:cs typeface="Kumbh Sans" pitchFamily="2" charset="0"/>
              </a:rPr>
              <a:t>Q &amp; A</a:t>
            </a:r>
          </a:p>
        </p:txBody>
      </p:sp>
      <p:pic>
        <p:nvPicPr>
          <p:cNvPr id="14" name="Picture 13">
            <a:extLst>
              <a:ext uri="{FF2B5EF4-FFF2-40B4-BE49-F238E27FC236}">
                <a16:creationId xmlns:a16="http://schemas.microsoft.com/office/drawing/2014/main" id="{387C92B2-EE40-6CBB-BD04-2055150745E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514723" y="1771869"/>
            <a:ext cx="7743816" cy="3206424"/>
          </a:xfrm>
          <a:prstGeom prst="rect">
            <a:avLst/>
          </a:prstGeom>
        </p:spPr>
      </p:pic>
      <p:sp>
        <p:nvSpPr>
          <p:cNvPr id="15" name="TextBox 14">
            <a:extLst>
              <a:ext uri="{FF2B5EF4-FFF2-40B4-BE49-F238E27FC236}">
                <a16:creationId xmlns:a16="http://schemas.microsoft.com/office/drawing/2014/main" id="{371B18D3-D66D-246F-ADDA-BEA5981F37AE}"/>
              </a:ext>
            </a:extLst>
          </p:cNvPr>
          <p:cNvSpPr txBox="1"/>
          <p:nvPr/>
        </p:nvSpPr>
        <p:spPr>
          <a:xfrm>
            <a:off x="6178865" y="868422"/>
            <a:ext cx="2209259" cy="721929"/>
          </a:xfrm>
          <a:prstGeom prst="rect">
            <a:avLst/>
          </a:prstGeom>
          <a:noFill/>
        </p:spPr>
        <p:txBody>
          <a:bodyPr wrap="none" rtlCol="0">
            <a:spAutoFit/>
          </a:bodyPr>
          <a:lstStyle/>
          <a:p>
            <a:pPr algn="ctr">
              <a:lnSpc>
                <a:spcPct val="200000"/>
              </a:lnSpc>
            </a:pPr>
            <a:r>
              <a:rPr lang="en-CA" sz="2400" dirty="0">
                <a:latin typeface="Kumbh Sans" pitchFamily="2" charset="0"/>
                <a:cs typeface="Kumbh Sans" pitchFamily="2" charset="0"/>
              </a:rPr>
              <a:t>NCR Manager</a:t>
            </a:r>
          </a:p>
        </p:txBody>
      </p:sp>
    </p:spTree>
    <p:extLst>
      <p:ext uri="{BB962C8B-B14F-4D97-AF65-F5344CB8AC3E}">
        <p14:creationId xmlns:p14="http://schemas.microsoft.com/office/powerpoint/2010/main" val="4190029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CA761-6332-D697-45A9-6414A625114B}"/>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C437E05A-9B5D-9A0A-9596-4DFCACD3936E}"/>
              </a:ext>
            </a:extLst>
          </p:cNvPr>
          <p:cNvGrpSpPr/>
          <p:nvPr/>
        </p:nvGrpSpPr>
        <p:grpSpPr>
          <a:xfrm>
            <a:off x="331871" y="3259018"/>
            <a:ext cx="2878053" cy="1897867"/>
            <a:chOff x="331871" y="1982044"/>
            <a:chExt cx="2878053" cy="1897867"/>
          </a:xfrm>
        </p:grpSpPr>
        <p:sp>
          <p:nvSpPr>
            <p:cNvPr id="4" name="Rectangle: Rounded Corners 3">
              <a:extLst>
                <a:ext uri="{FF2B5EF4-FFF2-40B4-BE49-F238E27FC236}">
                  <a16:creationId xmlns:a16="http://schemas.microsoft.com/office/drawing/2014/main" id="{E6190A6E-05CE-0C02-43CF-92C5A2E9D605}"/>
                </a:ext>
              </a:extLst>
            </p:cNvPr>
            <p:cNvSpPr/>
            <p:nvPr/>
          </p:nvSpPr>
          <p:spPr>
            <a:xfrm>
              <a:off x="331871" y="2282082"/>
              <a:ext cx="2878053"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5" name="Rectangle: Rounded Corners 4">
              <a:extLst>
                <a:ext uri="{FF2B5EF4-FFF2-40B4-BE49-F238E27FC236}">
                  <a16:creationId xmlns:a16="http://schemas.microsoft.com/office/drawing/2014/main" id="{D4EB98AC-9A0C-C6EE-A76E-0053BAF40C86}"/>
                </a:ext>
              </a:extLst>
            </p:cNvPr>
            <p:cNvSpPr/>
            <p:nvPr/>
          </p:nvSpPr>
          <p:spPr>
            <a:xfrm>
              <a:off x="331871" y="2865497"/>
              <a:ext cx="2878053"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grpSp>
          <p:nvGrpSpPr>
            <p:cNvPr id="7" name="Group 6">
              <a:extLst>
                <a:ext uri="{FF2B5EF4-FFF2-40B4-BE49-F238E27FC236}">
                  <a16:creationId xmlns:a16="http://schemas.microsoft.com/office/drawing/2014/main" id="{1994C13D-BA22-2099-B531-02FDA2170AAA}"/>
                </a:ext>
              </a:extLst>
            </p:cNvPr>
            <p:cNvGrpSpPr/>
            <p:nvPr/>
          </p:nvGrpSpPr>
          <p:grpSpPr>
            <a:xfrm>
              <a:off x="2703596" y="3579873"/>
              <a:ext cx="300037" cy="300038"/>
              <a:chOff x="1234558" y="4788693"/>
              <a:chExt cx="300037" cy="300038"/>
            </a:xfrm>
          </p:grpSpPr>
          <p:sp>
            <p:nvSpPr>
              <p:cNvPr id="11" name="Rectangle 10">
                <a:extLst>
                  <a:ext uri="{FF2B5EF4-FFF2-40B4-BE49-F238E27FC236}">
                    <a16:creationId xmlns:a16="http://schemas.microsoft.com/office/drawing/2014/main" id="{5FD3CDB5-BF54-3F1B-1B68-1249BEFD53BA}"/>
                  </a:ext>
                </a:extLst>
              </p:cNvPr>
              <p:cNvSpPr/>
              <p:nvPr/>
            </p:nvSpPr>
            <p:spPr>
              <a:xfrm>
                <a:off x="1234558" y="4788694"/>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2" name="Oval 11">
                <a:extLst>
                  <a:ext uri="{FF2B5EF4-FFF2-40B4-BE49-F238E27FC236}">
                    <a16:creationId xmlns:a16="http://schemas.microsoft.com/office/drawing/2014/main" id="{E53C9ED4-605A-11F8-51F7-CC37011F52E7}"/>
                  </a:ext>
                </a:extLst>
              </p:cNvPr>
              <p:cNvSpPr/>
              <p:nvPr/>
            </p:nvSpPr>
            <p:spPr>
              <a:xfrm>
                <a:off x="1234559" y="4788693"/>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8" name="Group 7">
              <a:extLst>
                <a:ext uri="{FF2B5EF4-FFF2-40B4-BE49-F238E27FC236}">
                  <a16:creationId xmlns:a16="http://schemas.microsoft.com/office/drawing/2014/main" id="{4D824D53-F9E6-8A93-6317-C5BC120DC7A0}"/>
                </a:ext>
              </a:extLst>
            </p:cNvPr>
            <p:cNvGrpSpPr/>
            <p:nvPr/>
          </p:nvGrpSpPr>
          <p:grpSpPr>
            <a:xfrm rot="5400000">
              <a:off x="2703597" y="1982044"/>
              <a:ext cx="300037" cy="300038"/>
              <a:chOff x="1201626" y="4745841"/>
              <a:chExt cx="300037" cy="300038"/>
            </a:xfrm>
          </p:grpSpPr>
          <p:sp>
            <p:nvSpPr>
              <p:cNvPr id="9" name="Rectangle 8">
                <a:extLst>
                  <a:ext uri="{FF2B5EF4-FFF2-40B4-BE49-F238E27FC236}">
                    <a16:creationId xmlns:a16="http://schemas.microsoft.com/office/drawing/2014/main" id="{E6A3102D-C6FF-E455-6F6F-56BBB38980F0}"/>
                  </a:ext>
                </a:extLst>
              </p:cNvPr>
              <p:cNvSpPr/>
              <p:nvPr/>
            </p:nvSpPr>
            <p:spPr>
              <a:xfrm>
                <a:off x="1201626" y="4745841"/>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0" name="Oval 9">
                <a:extLst>
                  <a:ext uri="{FF2B5EF4-FFF2-40B4-BE49-F238E27FC236}">
                    <a16:creationId xmlns:a16="http://schemas.microsoft.com/office/drawing/2014/main" id="{C318BAF6-5024-EAF3-331D-0262AD486266}"/>
                  </a:ext>
                </a:extLst>
              </p:cNvPr>
              <p:cNvSpPr/>
              <p:nvPr/>
            </p:nvSpPr>
            <p:spPr>
              <a:xfrm>
                <a:off x="1201627" y="4745842"/>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grpSp>
        <p:nvGrpSpPr>
          <p:cNvPr id="36" name="Group 35">
            <a:extLst>
              <a:ext uri="{FF2B5EF4-FFF2-40B4-BE49-F238E27FC236}">
                <a16:creationId xmlns:a16="http://schemas.microsoft.com/office/drawing/2014/main" id="{31B6E62A-7559-F139-3E9B-0DE93838FC5B}"/>
              </a:ext>
            </a:extLst>
          </p:cNvPr>
          <p:cNvGrpSpPr/>
          <p:nvPr/>
        </p:nvGrpSpPr>
        <p:grpSpPr>
          <a:xfrm>
            <a:off x="331869" y="4552224"/>
            <a:ext cx="2878053" cy="1317253"/>
            <a:chOff x="331871" y="1155279"/>
            <a:chExt cx="2878053" cy="1317253"/>
          </a:xfrm>
        </p:grpSpPr>
        <p:sp>
          <p:nvSpPr>
            <p:cNvPr id="37" name="Rectangle: Rounded Corners 36">
              <a:extLst>
                <a:ext uri="{FF2B5EF4-FFF2-40B4-BE49-F238E27FC236}">
                  <a16:creationId xmlns:a16="http://schemas.microsoft.com/office/drawing/2014/main" id="{531FA97E-1B77-B909-0436-8F3DD59EEE03}"/>
                </a:ext>
              </a:extLst>
            </p:cNvPr>
            <p:cNvSpPr/>
            <p:nvPr/>
          </p:nvSpPr>
          <p:spPr>
            <a:xfrm>
              <a:off x="331871" y="1458117"/>
              <a:ext cx="2878053"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nvGrpSpPr>
            <p:cNvPr id="38" name="Group 37">
              <a:extLst>
                <a:ext uri="{FF2B5EF4-FFF2-40B4-BE49-F238E27FC236}">
                  <a16:creationId xmlns:a16="http://schemas.microsoft.com/office/drawing/2014/main" id="{99EA239F-292B-763B-4097-DD65C398CF37}"/>
                </a:ext>
              </a:extLst>
            </p:cNvPr>
            <p:cNvGrpSpPr/>
            <p:nvPr/>
          </p:nvGrpSpPr>
          <p:grpSpPr>
            <a:xfrm>
              <a:off x="2703597" y="2172494"/>
              <a:ext cx="300037" cy="300038"/>
              <a:chOff x="1234559" y="4745831"/>
              <a:chExt cx="300037" cy="300038"/>
            </a:xfrm>
          </p:grpSpPr>
          <p:sp>
            <p:nvSpPr>
              <p:cNvPr id="42" name="Rectangle 41">
                <a:extLst>
                  <a:ext uri="{FF2B5EF4-FFF2-40B4-BE49-F238E27FC236}">
                    <a16:creationId xmlns:a16="http://schemas.microsoft.com/office/drawing/2014/main" id="{82162502-06A8-C58C-4B15-616BDDC86496}"/>
                  </a:ext>
                </a:extLst>
              </p:cNvPr>
              <p:cNvSpPr/>
              <p:nvPr/>
            </p:nvSpPr>
            <p:spPr>
              <a:xfrm>
                <a:off x="1234559" y="4745832"/>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3" name="Oval 42">
                <a:extLst>
                  <a:ext uri="{FF2B5EF4-FFF2-40B4-BE49-F238E27FC236}">
                    <a16:creationId xmlns:a16="http://schemas.microsoft.com/office/drawing/2014/main" id="{D4EC82CD-5565-5BC3-6F58-64776960EA3C}"/>
                  </a:ext>
                </a:extLst>
              </p:cNvPr>
              <p:cNvSpPr/>
              <p:nvPr/>
            </p:nvSpPr>
            <p:spPr>
              <a:xfrm>
                <a:off x="1234559" y="4745831"/>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39" name="Group 38">
              <a:extLst>
                <a:ext uri="{FF2B5EF4-FFF2-40B4-BE49-F238E27FC236}">
                  <a16:creationId xmlns:a16="http://schemas.microsoft.com/office/drawing/2014/main" id="{21E00D15-5933-5DD6-D41E-C987D088AAE8}"/>
                </a:ext>
              </a:extLst>
            </p:cNvPr>
            <p:cNvGrpSpPr/>
            <p:nvPr/>
          </p:nvGrpSpPr>
          <p:grpSpPr>
            <a:xfrm rot="5400000">
              <a:off x="2702405" y="1156469"/>
              <a:ext cx="302418" cy="300038"/>
              <a:chOff x="1232178" y="4745831"/>
              <a:chExt cx="302418" cy="300038"/>
            </a:xfrm>
          </p:grpSpPr>
          <p:sp>
            <p:nvSpPr>
              <p:cNvPr id="40" name="Rectangle 39">
                <a:extLst>
                  <a:ext uri="{FF2B5EF4-FFF2-40B4-BE49-F238E27FC236}">
                    <a16:creationId xmlns:a16="http://schemas.microsoft.com/office/drawing/2014/main" id="{DA346C77-6E08-01CD-D3B1-57F57C7A32AE}"/>
                  </a:ext>
                </a:extLst>
              </p:cNvPr>
              <p:cNvSpPr/>
              <p:nvPr/>
            </p:nvSpPr>
            <p:spPr>
              <a:xfrm>
                <a:off x="1234559" y="4745832"/>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1" name="Oval 40">
                <a:extLst>
                  <a:ext uri="{FF2B5EF4-FFF2-40B4-BE49-F238E27FC236}">
                    <a16:creationId xmlns:a16="http://schemas.microsoft.com/office/drawing/2014/main" id="{77F9D16A-5F06-EF1F-CB57-C4C72767B597}"/>
                  </a:ext>
                </a:extLst>
              </p:cNvPr>
              <p:cNvSpPr/>
              <p:nvPr/>
            </p:nvSpPr>
            <p:spPr>
              <a:xfrm>
                <a:off x="1232178" y="4745831"/>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grpSp>
      </p:grpSp>
      <p:sp>
        <p:nvSpPr>
          <p:cNvPr id="23" name="Rectangle: Rounded Corners 22">
            <a:extLst>
              <a:ext uri="{FF2B5EF4-FFF2-40B4-BE49-F238E27FC236}">
                <a16:creationId xmlns:a16="http://schemas.microsoft.com/office/drawing/2014/main" id="{F9D74AA4-4607-9A9B-FC87-368CA06C835C}"/>
              </a:ext>
            </a:extLst>
          </p:cNvPr>
          <p:cNvSpPr/>
          <p:nvPr/>
        </p:nvSpPr>
        <p:spPr>
          <a:xfrm>
            <a:off x="331868" y="3560842"/>
            <a:ext cx="2878053"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3" name="Rectangle: Rounded Corners 12">
            <a:extLst>
              <a:ext uri="{FF2B5EF4-FFF2-40B4-BE49-F238E27FC236}">
                <a16:creationId xmlns:a16="http://schemas.microsoft.com/office/drawing/2014/main" id="{E6E07665-7409-0299-D2C7-08CB2B17259B}"/>
              </a:ext>
            </a:extLst>
          </p:cNvPr>
          <p:cNvSpPr/>
          <p:nvPr/>
        </p:nvSpPr>
        <p:spPr>
          <a:xfrm>
            <a:off x="3003634" y="585785"/>
            <a:ext cx="8559716" cy="5686427"/>
          </a:xfrm>
          <a:prstGeom prst="roundRect">
            <a:avLst>
              <a:gd name="adj" fmla="val 2513"/>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5" name="Rectangle: Rounded Corners 24">
            <a:extLst>
              <a:ext uri="{FF2B5EF4-FFF2-40B4-BE49-F238E27FC236}">
                <a16:creationId xmlns:a16="http://schemas.microsoft.com/office/drawing/2014/main" id="{51998040-9F67-F5D5-B3BE-3768259C3986}"/>
              </a:ext>
            </a:extLst>
          </p:cNvPr>
          <p:cNvSpPr/>
          <p:nvPr/>
        </p:nvSpPr>
        <p:spPr>
          <a:xfrm>
            <a:off x="331865" y="4142891"/>
            <a:ext cx="2878053"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grpSp>
        <p:nvGrpSpPr>
          <p:cNvPr id="35" name="Group 34">
            <a:extLst>
              <a:ext uri="{FF2B5EF4-FFF2-40B4-BE49-F238E27FC236}">
                <a16:creationId xmlns:a16="http://schemas.microsoft.com/office/drawing/2014/main" id="{463DC4A3-A39B-4E5B-6690-CCEBAB13C8DA}"/>
              </a:ext>
            </a:extLst>
          </p:cNvPr>
          <p:cNvGrpSpPr/>
          <p:nvPr/>
        </p:nvGrpSpPr>
        <p:grpSpPr>
          <a:xfrm>
            <a:off x="2703587" y="4858611"/>
            <a:ext cx="300037" cy="300038"/>
            <a:chOff x="2703595" y="4869547"/>
            <a:chExt cx="300037" cy="300038"/>
          </a:xfrm>
        </p:grpSpPr>
        <p:sp>
          <p:nvSpPr>
            <p:cNvPr id="27" name="Rectangle 26">
              <a:extLst>
                <a:ext uri="{FF2B5EF4-FFF2-40B4-BE49-F238E27FC236}">
                  <a16:creationId xmlns:a16="http://schemas.microsoft.com/office/drawing/2014/main" id="{0CF1DFEC-2DBA-9208-2482-4D6A1C9EE649}"/>
                </a:ext>
              </a:extLst>
            </p:cNvPr>
            <p:cNvSpPr/>
            <p:nvPr/>
          </p:nvSpPr>
          <p:spPr>
            <a:xfrm>
              <a:off x="2703595" y="4869548"/>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9" name="Oval 28">
              <a:extLst>
                <a:ext uri="{FF2B5EF4-FFF2-40B4-BE49-F238E27FC236}">
                  <a16:creationId xmlns:a16="http://schemas.microsoft.com/office/drawing/2014/main" id="{66DFE403-1C7C-C8F3-9877-A80D20C114FF}"/>
                </a:ext>
              </a:extLst>
            </p:cNvPr>
            <p:cNvSpPr/>
            <p:nvPr/>
          </p:nvSpPr>
          <p:spPr>
            <a:xfrm>
              <a:off x="2703596" y="4869547"/>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34" name="Group 33">
            <a:extLst>
              <a:ext uri="{FF2B5EF4-FFF2-40B4-BE49-F238E27FC236}">
                <a16:creationId xmlns:a16="http://schemas.microsoft.com/office/drawing/2014/main" id="{14B38CD1-EE2E-950A-9DA5-54F3E61632D3}"/>
              </a:ext>
            </a:extLst>
          </p:cNvPr>
          <p:cNvGrpSpPr/>
          <p:nvPr/>
        </p:nvGrpSpPr>
        <p:grpSpPr>
          <a:xfrm>
            <a:off x="2703595" y="3263292"/>
            <a:ext cx="300039" cy="300037"/>
            <a:chOff x="2703595" y="3271719"/>
            <a:chExt cx="300039" cy="300037"/>
          </a:xfrm>
        </p:grpSpPr>
        <p:sp>
          <p:nvSpPr>
            <p:cNvPr id="31" name="Rectangle 30">
              <a:extLst>
                <a:ext uri="{FF2B5EF4-FFF2-40B4-BE49-F238E27FC236}">
                  <a16:creationId xmlns:a16="http://schemas.microsoft.com/office/drawing/2014/main" id="{C4B82AEB-6F05-FFA7-A11F-2DC293FAA675}"/>
                </a:ext>
              </a:extLst>
            </p:cNvPr>
            <p:cNvSpPr/>
            <p:nvPr/>
          </p:nvSpPr>
          <p:spPr>
            <a:xfrm rot="5400000">
              <a:off x="2703597" y="3271719"/>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3" name="Oval 32">
              <a:extLst>
                <a:ext uri="{FF2B5EF4-FFF2-40B4-BE49-F238E27FC236}">
                  <a16:creationId xmlns:a16="http://schemas.microsoft.com/office/drawing/2014/main" id="{4F3A035A-B9C1-EBA1-906E-B743932C3145}"/>
                </a:ext>
              </a:extLst>
            </p:cNvPr>
            <p:cNvSpPr/>
            <p:nvPr/>
          </p:nvSpPr>
          <p:spPr>
            <a:xfrm rot="5400000">
              <a:off x="2703596" y="3271719"/>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2" name="TextBox 1">
            <a:extLst>
              <a:ext uri="{FF2B5EF4-FFF2-40B4-BE49-F238E27FC236}">
                <a16:creationId xmlns:a16="http://schemas.microsoft.com/office/drawing/2014/main" id="{BE62EA9C-DB1F-1B50-8801-ADDC7A45F796}"/>
              </a:ext>
            </a:extLst>
          </p:cNvPr>
          <p:cNvSpPr txBox="1"/>
          <p:nvPr/>
        </p:nvSpPr>
        <p:spPr>
          <a:xfrm>
            <a:off x="440111" y="376344"/>
            <a:ext cx="2563522" cy="5997476"/>
          </a:xfrm>
          <a:prstGeom prst="rect">
            <a:avLst/>
          </a:prstGeom>
          <a:noFill/>
        </p:spPr>
        <p:txBody>
          <a:bodyPr wrap="none" rtlCol="0">
            <a:spAutoFit/>
          </a:bodyPr>
          <a:lstStyle/>
          <a:p>
            <a:pPr>
              <a:lnSpc>
                <a:spcPct val="200000"/>
              </a:lnSpc>
            </a:pPr>
            <a:r>
              <a:rPr lang="en-CA" sz="2800" dirty="0">
                <a:solidFill>
                  <a:schemeClr val="tx1">
                    <a:lumMod val="25000"/>
                    <a:lumOff val="75000"/>
                  </a:schemeClr>
                </a:solidFill>
                <a:latin typeface="Kumbh Sans" pitchFamily="2" charset="0"/>
                <a:cs typeface="Kumbh Sans" pitchFamily="2" charset="0"/>
              </a:rPr>
              <a:t>Adestria</a:t>
            </a:r>
          </a:p>
          <a:p>
            <a:pPr>
              <a:lnSpc>
                <a:spcPct val="200000"/>
              </a:lnSpc>
            </a:pPr>
            <a:r>
              <a:rPr lang="en-CA" sz="2800" dirty="0">
                <a:latin typeface="Kumbh Sans" pitchFamily="2" charset="0"/>
                <a:cs typeface="Kumbh Sans" pitchFamily="2" charset="0"/>
              </a:rPr>
              <a:t>Project</a:t>
            </a:r>
          </a:p>
          <a:p>
            <a:pPr>
              <a:lnSpc>
                <a:spcPct val="200000"/>
              </a:lnSpc>
            </a:pPr>
            <a:r>
              <a:rPr lang="en-CA" sz="2800" dirty="0">
                <a:solidFill>
                  <a:schemeClr val="tx1">
                    <a:lumMod val="25000"/>
                    <a:lumOff val="75000"/>
                  </a:schemeClr>
                </a:solidFill>
                <a:latin typeface="Kumbh Sans" pitchFamily="2" charset="0"/>
                <a:cs typeface="Kumbh Sans" pitchFamily="2" charset="0"/>
              </a:rPr>
              <a:t>    Existing </a:t>
            </a:r>
          </a:p>
          <a:p>
            <a:r>
              <a:rPr lang="en-CA" sz="2800" dirty="0">
                <a:solidFill>
                  <a:schemeClr val="tx1">
                    <a:lumMod val="25000"/>
                    <a:lumOff val="75000"/>
                  </a:schemeClr>
                </a:solidFill>
                <a:latin typeface="Kumbh Sans" pitchFamily="2" charset="0"/>
                <a:cs typeface="Kumbh Sans" pitchFamily="2" charset="0"/>
              </a:rPr>
              <a:t>    Solutions</a:t>
            </a:r>
          </a:p>
          <a:p>
            <a:pPr>
              <a:lnSpc>
                <a:spcPct val="200000"/>
              </a:lnSpc>
            </a:pPr>
            <a:r>
              <a:rPr lang="en-CA" sz="2800" dirty="0">
                <a:solidFill>
                  <a:schemeClr val="tx1">
                    <a:lumMod val="25000"/>
                    <a:lumOff val="75000"/>
                  </a:schemeClr>
                </a:solidFill>
                <a:latin typeface="Kumbh Sans" pitchFamily="2" charset="0"/>
                <a:cs typeface="Kumbh Sans" pitchFamily="2" charset="0"/>
              </a:rPr>
              <a:t>    </a:t>
            </a:r>
            <a:r>
              <a:rPr lang="en-CA" sz="2800" dirty="0">
                <a:latin typeface="Kumbh Sans" pitchFamily="2" charset="0"/>
                <a:cs typeface="Kumbh Sans" pitchFamily="2" charset="0"/>
              </a:rPr>
              <a:t>Custom</a:t>
            </a:r>
          </a:p>
          <a:p>
            <a:r>
              <a:rPr lang="en-CA" sz="2800" dirty="0">
                <a:latin typeface="Kumbh Sans" pitchFamily="2" charset="0"/>
                <a:cs typeface="Kumbh Sans" pitchFamily="2" charset="0"/>
              </a:rPr>
              <a:t>    Solution</a:t>
            </a:r>
          </a:p>
          <a:p>
            <a:pPr>
              <a:lnSpc>
                <a:spcPct val="200000"/>
              </a:lnSpc>
            </a:pPr>
            <a:r>
              <a:rPr lang="en-CA" sz="2800" dirty="0">
                <a:solidFill>
                  <a:schemeClr val="tx1">
                    <a:lumMod val="25000"/>
                    <a:lumOff val="75000"/>
                  </a:schemeClr>
                </a:solidFill>
                <a:latin typeface="Kumbh Sans" pitchFamily="2" charset="0"/>
                <a:cs typeface="Kumbh Sans" pitchFamily="2" charset="0"/>
              </a:rPr>
              <a:t>    Comparison</a:t>
            </a:r>
          </a:p>
          <a:p>
            <a:pPr>
              <a:lnSpc>
                <a:spcPct val="200000"/>
              </a:lnSpc>
            </a:pPr>
            <a:r>
              <a:rPr lang="en-CA" sz="2800" dirty="0">
                <a:solidFill>
                  <a:schemeClr val="tx1">
                    <a:lumMod val="25000"/>
                    <a:lumOff val="75000"/>
                  </a:schemeClr>
                </a:solidFill>
                <a:latin typeface="Kumbh Sans" pitchFamily="2" charset="0"/>
                <a:cs typeface="Kumbh Sans" pitchFamily="2" charset="0"/>
              </a:rPr>
              <a:t>Q &amp; A</a:t>
            </a:r>
          </a:p>
        </p:txBody>
      </p:sp>
      <p:pic>
        <p:nvPicPr>
          <p:cNvPr id="14" name="Picture 13">
            <a:extLst>
              <a:ext uri="{FF2B5EF4-FFF2-40B4-BE49-F238E27FC236}">
                <a16:creationId xmlns:a16="http://schemas.microsoft.com/office/drawing/2014/main" id="{21B69710-7364-55BB-57A9-EA2F37650EA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526972" y="787500"/>
            <a:ext cx="7527886" cy="5516214"/>
          </a:xfrm>
          <a:prstGeom prst="rect">
            <a:avLst/>
          </a:prstGeom>
        </p:spPr>
      </p:pic>
      <p:sp>
        <p:nvSpPr>
          <p:cNvPr id="15" name="TextBox 14">
            <a:extLst>
              <a:ext uri="{FF2B5EF4-FFF2-40B4-BE49-F238E27FC236}">
                <a16:creationId xmlns:a16="http://schemas.microsoft.com/office/drawing/2014/main" id="{0CF5D8F1-B91A-3455-E4EC-2D0833ACFAF5}"/>
              </a:ext>
            </a:extLst>
          </p:cNvPr>
          <p:cNvSpPr txBox="1"/>
          <p:nvPr/>
        </p:nvSpPr>
        <p:spPr>
          <a:xfrm>
            <a:off x="6178865" y="868422"/>
            <a:ext cx="2209259" cy="721929"/>
          </a:xfrm>
          <a:prstGeom prst="rect">
            <a:avLst/>
          </a:prstGeom>
          <a:noFill/>
        </p:spPr>
        <p:txBody>
          <a:bodyPr wrap="none" rtlCol="0">
            <a:spAutoFit/>
          </a:bodyPr>
          <a:lstStyle/>
          <a:p>
            <a:pPr algn="ctr">
              <a:lnSpc>
                <a:spcPct val="200000"/>
              </a:lnSpc>
            </a:pPr>
            <a:r>
              <a:rPr lang="en-CA" sz="2400" dirty="0">
                <a:latin typeface="Kumbh Sans" pitchFamily="2" charset="0"/>
                <a:cs typeface="Kumbh Sans" pitchFamily="2" charset="0"/>
              </a:rPr>
              <a:t>NCR Manager</a:t>
            </a:r>
          </a:p>
        </p:txBody>
      </p:sp>
    </p:spTree>
    <p:extLst>
      <p:ext uri="{BB962C8B-B14F-4D97-AF65-F5344CB8AC3E}">
        <p14:creationId xmlns:p14="http://schemas.microsoft.com/office/powerpoint/2010/main" val="2234467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800"/>
                                  </p:stCondLst>
                                  <p:childTnLst>
                                    <p:animClr clrSpc="rgb" dir="cw">
                                      <p:cBhvr override="childStyle">
                                        <p:cTn id="6" dur="500" fill="hold"/>
                                        <p:tgtEl>
                                          <p:spTgt spid="2">
                                            <p:txEl>
                                              <p:pRg st="4" end="4"/>
                                            </p:txEl>
                                          </p:spTgt>
                                        </p:tgtEl>
                                        <p:attrNameLst>
                                          <p:attrName>style.color</p:attrName>
                                        </p:attrNameLst>
                                      </p:cBhvr>
                                      <p:to>
                                        <a:srgbClr val="96CDF8"/>
                                      </p:to>
                                    </p:animClr>
                                    <p:animClr clrSpc="rgb" dir="cw">
                                      <p:cBhvr>
                                        <p:cTn id="7" dur="500" fill="hold"/>
                                        <p:tgtEl>
                                          <p:spTgt spid="2">
                                            <p:txEl>
                                              <p:pRg st="4" end="4"/>
                                            </p:txEl>
                                          </p:spTgt>
                                        </p:tgtEl>
                                        <p:attrNameLst>
                                          <p:attrName>fillcolor</p:attrName>
                                        </p:attrNameLst>
                                      </p:cBhvr>
                                      <p:to>
                                        <a:srgbClr val="96CDF8"/>
                                      </p:to>
                                    </p:animClr>
                                    <p:set>
                                      <p:cBhvr>
                                        <p:cTn id="8" dur="500" fill="hold"/>
                                        <p:tgtEl>
                                          <p:spTgt spid="2">
                                            <p:txEl>
                                              <p:pRg st="4" end="4"/>
                                            </p:txEl>
                                          </p:spTgt>
                                        </p:tgtEl>
                                        <p:attrNameLst>
                                          <p:attrName>fill.type</p:attrName>
                                        </p:attrNameLst>
                                      </p:cBhvr>
                                      <p:to>
                                        <p:strVal val="solid"/>
                                      </p:to>
                                    </p:set>
                                    <p:set>
                                      <p:cBhvr>
                                        <p:cTn id="9" dur="500" fill="hold"/>
                                        <p:tgtEl>
                                          <p:spTgt spid="2">
                                            <p:txEl>
                                              <p:pRg st="4" end="4"/>
                                            </p:txEl>
                                          </p:spTgt>
                                        </p:tgtEl>
                                        <p:attrNameLst>
                                          <p:attrName>fill.on</p:attrName>
                                        </p:attrNameLst>
                                      </p:cBhvr>
                                      <p:to>
                                        <p:strVal val="true"/>
                                      </p:to>
                                    </p:set>
                                  </p:childTnLst>
                                </p:cTn>
                              </p:par>
                              <p:par>
                                <p:cTn id="10" presetID="19" presetClass="emph" presetSubtype="0" fill="hold" nodeType="withEffect">
                                  <p:stCondLst>
                                    <p:cond delay="800"/>
                                  </p:stCondLst>
                                  <p:childTnLst>
                                    <p:animClr clrSpc="rgb" dir="cw">
                                      <p:cBhvr override="childStyle">
                                        <p:cTn id="11" dur="500" fill="hold"/>
                                        <p:tgtEl>
                                          <p:spTgt spid="2">
                                            <p:txEl>
                                              <p:pRg st="5" end="5"/>
                                            </p:txEl>
                                          </p:spTgt>
                                        </p:tgtEl>
                                        <p:attrNameLst>
                                          <p:attrName>style.color</p:attrName>
                                        </p:attrNameLst>
                                      </p:cBhvr>
                                      <p:to>
                                        <a:srgbClr val="96CDF8"/>
                                      </p:to>
                                    </p:animClr>
                                    <p:animClr clrSpc="rgb" dir="cw">
                                      <p:cBhvr>
                                        <p:cTn id="12" dur="500" fill="hold"/>
                                        <p:tgtEl>
                                          <p:spTgt spid="2">
                                            <p:txEl>
                                              <p:pRg st="5" end="5"/>
                                            </p:txEl>
                                          </p:spTgt>
                                        </p:tgtEl>
                                        <p:attrNameLst>
                                          <p:attrName>fillcolor</p:attrName>
                                        </p:attrNameLst>
                                      </p:cBhvr>
                                      <p:to>
                                        <a:srgbClr val="96CDF8"/>
                                      </p:to>
                                    </p:animClr>
                                    <p:set>
                                      <p:cBhvr>
                                        <p:cTn id="13" dur="500" fill="hold"/>
                                        <p:tgtEl>
                                          <p:spTgt spid="2">
                                            <p:txEl>
                                              <p:pRg st="5" end="5"/>
                                            </p:txEl>
                                          </p:spTgt>
                                        </p:tgtEl>
                                        <p:attrNameLst>
                                          <p:attrName>fill.type</p:attrName>
                                        </p:attrNameLst>
                                      </p:cBhvr>
                                      <p:to>
                                        <p:strVal val="solid"/>
                                      </p:to>
                                    </p:set>
                                    <p:set>
                                      <p:cBhvr>
                                        <p:cTn id="14" dur="500" fill="hold"/>
                                        <p:tgtEl>
                                          <p:spTgt spid="2">
                                            <p:txEl>
                                              <p:pRg st="5" end="5"/>
                                            </p:txEl>
                                          </p:spTgt>
                                        </p:tgtEl>
                                        <p:attrNameLst>
                                          <p:attrName>fill.on</p:attrName>
                                        </p:attrNameLst>
                                      </p:cBhvr>
                                      <p:to>
                                        <p:strVal val="true"/>
                                      </p:to>
                                    </p:set>
                                  </p:childTnLst>
                                </p:cTn>
                              </p:par>
                              <p:par>
                                <p:cTn id="15" presetID="19" presetClass="emph" presetSubtype="0" fill="hold" nodeType="withEffect">
                                  <p:stCondLst>
                                    <p:cond delay="800"/>
                                  </p:stCondLst>
                                  <p:childTnLst>
                                    <p:animClr clrSpc="rgb" dir="cw">
                                      <p:cBhvr override="childStyle">
                                        <p:cTn id="16" dur="500" fill="hold"/>
                                        <p:tgtEl>
                                          <p:spTgt spid="2">
                                            <p:txEl>
                                              <p:pRg st="6" end="6"/>
                                            </p:txEl>
                                          </p:spTgt>
                                        </p:tgtEl>
                                        <p:attrNameLst>
                                          <p:attrName>style.color</p:attrName>
                                        </p:attrNameLst>
                                      </p:cBhvr>
                                      <p:to>
                                        <a:schemeClr val="accent2"/>
                                      </p:to>
                                    </p:animClr>
                                    <p:animClr clrSpc="rgb" dir="cw">
                                      <p:cBhvr>
                                        <p:cTn id="17" dur="500" fill="hold"/>
                                        <p:tgtEl>
                                          <p:spTgt spid="2">
                                            <p:txEl>
                                              <p:pRg st="6" end="6"/>
                                            </p:txEl>
                                          </p:spTgt>
                                        </p:tgtEl>
                                        <p:attrNameLst>
                                          <p:attrName>fillcolor</p:attrName>
                                        </p:attrNameLst>
                                      </p:cBhvr>
                                      <p:to>
                                        <a:schemeClr val="accent2"/>
                                      </p:to>
                                    </p:animClr>
                                    <p:set>
                                      <p:cBhvr>
                                        <p:cTn id="18" dur="500" fill="hold"/>
                                        <p:tgtEl>
                                          <p:spTgt spid="2">
                                            <p:txEl>
                                              <p:pRg st="6" end="6"/>
                                            </p:txEl>
                                          </p:spTgt>
                                        </p:tgtEl>
                                        <p:attrNameLst>
                                          <p:attrName>fill.type</p:attrName>
                                        </p:attrNameLst>
                                      </p:cBhvr>
                                      <p:to>
                                        <p:strVal val="solid"/>
                                      </p:to>
                                    </p:set>
                                    <p:set>
                                      <p:cBhvr>
                                        <p:cTn id="19" dur="500" fill="hold"/>
                                        <p:tgtEl>
                                          <p:spTgt spid="2">
                                            <p:txEl>
                                              <p:pRg st="6" end="6"/>
                                            </p:txEl>
                                          </p:spTgt>
                                        </p:tgtEl>
                                        <p:attrNameLst>
                                          <p:attrName>fill.on</p:attrName>
                                        </p:attrNameLst>
                                      </p:cBhvr>
                                      <p:to>
                                        <p:strVal val="true"/>
                                      </p:to>
                                    </p:set>
                                  </p:childTnLst>
                                </p:cTn>
                              </p:par>
                              <p:par>
                                <p:cTn id="20" presetID="1" presetClass="exit" presetSubtype="0" fill="hold" nodeType="withEffect">
                                  <p:stCondLst>
                                    <p:cond delay="0"/>
                                  </p:stCondLst>
                                  <p:childTnLst>
                                    <p:set>
                                      <p:cBhvr>
                                        <p:cTn id="21" dur="1" fill="hold">
                                          <p:stCondLst>
                                            <p:cond delay="0"/>
                                          </p:stCondLst>
                                        </p:cTn>
                                        <p:tgtEl>
                                          <p:spTgt spid="3"/>
                                        </p:tgtEl>
                                        <p:attrNameLst>
                                          <p:attrName>style.visibility</p:attrName>
                                        </p:attrNameLst>
                                      </p:cBhvr>
                                      <p:to>
                                        <p:strVal val="hidden"/>
                                      </p:to>
                                    </p:set>
                                  </p:childTnLst>
                                </p:cTn>
                              </p:par>
                              <p:par>
                                <p:cTn id="22" presetID="10" presetClass="exit" presetSubtype="0" fill="hold" nodeType="withEffect">
                                  <p:stCondLst>
                                    <p:cond delay="0"/>
                                  </p:stCondLst>
                                  <p:childTnLst>
                                    <p:animEffect transition="out" filter="fade">
                                      <p:cBhvr>
                                        <p:cTn id="23" dur="500"/>
                                        <p:tgtEl>
                                          <p:spTgt spid="14"/>
                                        </p:tgtEl>
                                      </p:cBhvr>
                                    </p:animEffect>
                                    <p:set>
                                      <p:cBhvr>
                                        <p:cTn id="24" dur="1" fill="hold">
                                          <p:stCondLst>
                                            <p:cond delay="499"/>
                                          </p:stCondLst>
                                        </p:cTn>
                                        <p:tgtEl>
                                          <p:spTgt spid="14"/>
                                        </p:tgtEl>
                                        <p:attrNameLst>
                                          <p:attrName>style.visibility</p:attrName>
                                        </p:attrNameLst>
                                      </p:cBhvr>
                                      <p:to>
                                        <p:strVal val="hidden"/>
                                      </p:to>
                                    </p:set>
                                  </p:childTnLst>
                                </p:cTn>
                              </p:par>
                              <p:par>
                                <p:cTn id="25" presetID="10" presetClass="exit" presetSubtype="0" fill="hold" grpId="0" nodeType="withEffect">
                                  <p:stCondLst>
                                    <p:cond delay="0"/>
                                  </p:stCondLst>
                                  <p:childTnLst>
                                    <p:animEffect transition="out" filter="fade">
                                      <p:cBhvr>
                                        <p:cTn id="26" dur="500"/>
                                        <p:tgtEl>
                                          <p:spTgt spid="15"/>
                                        </p:tgtEl>
                                      </p:cBhvr>
                                    </p:animEffect>
                                    <p:set>
                                      <p:cBhvr>
                                        <p:cTn id="27" dur="1" fill="hold">
                                          <p:stCondLst>
                                            <p:cond delay="499"/>
                                          </p:stCondLst>
                                        </p:cTn>
                                        <p:tgtEl>
                                          <p:spTgt spid="15"/>
                                        </p:tgtEl>
                                        <p:attrNameLst>
                                          <p:attrName>style.visibility</p:attrName>
                                        </p:attrNameLst>
                                      </p:cBhvr>
                                      <p:to>
                                        <p:strVal val="hidden"/>
                                      </p:to>
                                    </p:set>
                                  </p:childTnLst>
                                </p:cTn>
                              </p:par>
                              <p:par>
                                <p:cTn id="28" presetID="1" presetClass="entr" presetSubtype="0" fill="hold" grpId="0" nodeType="withEffect">
                                  <p:stCondLst>
                                    <p:cond delay="0"/>
                                  </p:stCondLst>
                                  <p:childTnLst>
                                    <p:set>
                                      <p:cBhvr>
                                        <p:cTn id="29" dur="1" fill="hold">
                                          <p:stCondLst>
                                            <p:cond delay="0"/>
                                          </p:stCondLst>
                                        </p:cTn>
                                        <p:tgtEl>
                                          <p:spTgt spid="25"/>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3"/>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34"/>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35"/>
                                        </p:tgtEl>
                                        <p:attrNameLst>
                                          <p:attrName>style.visibility</p:attrName>
                                        </p:attrNameLst>
                                      </p:cBhvr>
                                      <p:to>
                                        <p:strVal val="visible"/>
                                      </p:to>
                                    </p:set>
                                  </p:childTnLst>
                                </p:cTn>
                              </p:par>
                              <p:par>
                                <p:cTn id="36" presetID="42" presetClass="path" presetSubtype="0" accel="50000" decel="50000" fill="hold" grpId="1" nodeType="withEffect">
                                  <p:stCondLst>
                                    <p:cond delay="0"/>
                                  </p:stCondLst>
                                  <p:childTnLst>
                                    <p:animMotion origin="layout" path="M -2.29167E-6 1.11022E-16 L -2.29167E-6 0.10278 " pathEditMode="relative" rAng="0" ptsTypes="AA">
                                      <p:cBhvr>
                                        <p:cTn id="37" dur="2000" fill="hold"/>
                                        <p:tgtEl>
                                          <p:spTgt spid="25"/>
                                        </p:tgtEl>
                                        <p:attrNameLst>
                                          <p:attrName>ppt_x</p:attrName>
                                          <p:attrName>ppt_y</p:attrName>
                                        </p:attrNameLst>
                                      </p:cBhvr>
                                      <p:rCtr x="0" y="5139"/>
                                    </p:animMotion>
                                  </p:childTnLst>
                                </p:cTn>
                              </p:par>
                              <p:par>
                                <p:cTn id="38" presetID="42" presetClass="path" presetSubtype="0" accel="50000" decel="50000" fill="hold" grpId="1" nodeType="withEffect">
                                  <p:stCondLst>
                                    <p:cond delay="0"/>
                                  </p:stCondLst>
                                  <p:childTnLst>
                                    <p:animMotion origin="layout" path="M -2.29167E-6 3.7037E-6 L -2.29167E-6 0.18726 " pathEditMode="relative" rAng="0" ptsTypes="AA">
                                      <p:cBhvr>
                                        <p:cTn id="39" dur="2000" fill="hold"/>
                                        <p:tgtEl>
                                          <p:spTgt spid="23"/>
                                        </p:tgtEl>
                                        <p:attrNameLst>
                                          <p:attrName>ppt_x</p:attrName>
                                          <p:attrName>ppt_y</p:attrName>
                                        </p:attrNameLst>
                                      </p:cBhvr>
                                      <p:rCtr x="0" y="9352"/>
                                    </p:animMotion>
                                  </p:childTnLst>
                                </p:cTn>
                              </p:par>
                              <p:par>
                                <p:cTn id="40" presetID="42" presetClass="path" presetSubtype="0" accel="50000" decel="50000" fill="hold" nodeType="withEffect">
                                  <p:stCondLst>
                                    <p:cond delay="0"/>
                                  </p:stCondLst>
                                  <p:childTnLst>
                                    <p:animMotion origin="layout" path="M -4.375E-6 4.81481E-6 L -4.375E-6 0.18773 " pathEditMode="relative" rAng="0" ptsTypes="AA">
                                      <p:cBhvr>
                                        <p:cTn id="41" dur="2000" fill="hold"/>
                                        <p:tgtEl>
                                          <p:spTgt spid="34"/>
                                        </p:tgtEl>
                                        <p:attrNameLst>
                                          <p:attrName>ppt_x</p:attrName>
                                          <p:attrName>ppt_y</p:attrName>
                                        </p:attrNameLst>
                                      </p:cBhvr>
                                      <p:rCtr x="0" y="9375"/>
                                    </p:animMotion>
                                  </p:childTnLst>
                                </p:cTn>
                              </p:par>
                              <p:par>
                                <p:cTn id="42" presetID="42" presetClass="path" presetSubtype="0" accel="50000" decel="50000" fill="hold" nodeType="withEffect">
                                  <p:stCondLst>
                                    <p:cond delay="0"/>
                                  </p:stCondLst>
                                  <p:childTnLst>
                                    <p:animMotion origin="layout" path="M -4.375E-6 -4.07407E-6 L -4.375E-6 0.10232 " pathEditMode="relative" rAng="0" ptsTypes="AA">
                                      <p:cBhvr>
                                        <p:cTn id="43" dur="2000" fill="hold"/>
                                        <p:tgtEl>
                                          <p:spTgt spid="35"/>
                                        </p:tgtEl>
                                        <p:attrNameLst>
                                          <p:attrName>ppt_x</p:attrName>
                                          <p:attrName>ppt_y</p:attrName>
                                        </p:attrNameLst>
                                      </p:cBhvr>
                                      <p:rCtr x="0" y="5116"/>
                                    </p:animMotion>
                                  </p:childTnLst>
                                </p:cTn>
                              </p:par>
                            </p:childTnLst>
                          </p:cTn>
                        </p:par>
                        <p:par>
                          <p:cTn id="44" fill="hold">
                            <p:stCondLst>
                              <p:cond delay="2000"/>
                            </p:stCondLst>
                            <p:childTnLst>
                              <p:par>
                                <p:cTn id="45" presetID="1" presetClass="exit" presetSubtype="0" fill="hold" grpId="2" nodeType="afterEffect">
                                  <p:stCondLst>
                                    <p:cond delay="0"/>
                                  </p:stCondLst>
                                  <p:childTnLst>
                                    <p:set>
                                      <p:cBhvr>
                                        <p:cTn id="46" dur="1" fill="hold">
                                          <p:stCondLst>
                                            <p:cond delay="0"/>
                                          </p:stCondLst>
                                        </p:cTn>
                                        <p:tgtEl>
                                          <p:spTgt spid="25"/>
                                        </p:tgtEl>
                                        <p:attrNameLst>
                                          <p:attrName>style.visibility</p:attrName>
                                        </p:attrNameLst>
                                      </p:cBhvr>
                                      <p:to>
                                        <p:strVal val="hidden"/>
                                      </p:to>
                                    </p:set>
                                  </p:childTnLst>
                                </p:cTn>
                              </p:par>
                            </p:childTnLst>
                          </p:cTn>
                        </p:par>
                        <p:par>
                          <p:cTn id="47" fill="hold">
                            <p:stCondLst>
                              <p:cond delay="2000"/>
                            </p:stCondLst>
                            <p:childTnLst>
                              <p:par>
                                <p:cTn id="48" presetID="1" presetClass="exit" presetSubtype="0" fill="hold" grpId="2" nodeType="afterEffect">
                                  <p:stCondLst>
                                    <p:cond delay="0"/>
                                  </p:stCondLst>
                                  <p:childTnLst>
                                    <p:set>
                                      <p:cBhvr>
                                        <p:cTn id="49" dur="1" fill="hold">
                                          <p:stCondLst>
                                            <p:cond delay="0"/>
                                          </p:stCondLst>
                                        </p:cTn>
                                        <p:tgtEl>
                                          <p:spTgt spid="23"/>
                                        </p:tgtEl>
                                        <p:attrNameLst>
                                          <p:attrName>style.visibility</p:attrName>
                                        </p:attrNameLst>
                                      </p:cBhvr>
                                      <p:to>
                                        <p:strVal val="hidden"/>
                                      </p:to>
                                    </p:set>
                                  </p:childTnLst>
                                </p:cTn>
                              </p:par>
                            </p:childTnLst>
                          </p:cTn>
                        </p:par>
                        <p:par>
                          <p:cTn id="50" fill="hold">
                            <p:stCondLst>
                              <p:cond delay="2000"/>
                            </p:stCondLst>
                            <p:childTnLst>
                              <p:par>
                                <p:cTn id="51" presetID="1" presetClass="exit" presetSubtype="0" fill="hold" nodeType="afterEffect">
                                  <p:stCondLst>
                                    <p:cond delay="0"/>
                                  </p:stCondLst>
                                  <p:childTnLst>
                                    <p:set>
                                      <p:cBhvr>
                                        <p:cTn id="52" dur="1" fill="hold">
                                          <p:stCondLst>
                                            <p:cond delay="0"/>
                                          </p:stCondLst>
                                        </p:cTn>
                                        <p:tgtEl>
                                          <p:spTgt spid="34"/>
                                        </p:tgtEl>
                                        <p:attrNameLst>
                                          <p:attrName>style.visibility</p:attrName>
                                        </p:attrNameLst>
                                      </p:cBhvr>
                                      <p:to>
                                        <p:strVal val="hidden"/>
                                      </p:to>
                                    </p:set>
                                  </p:childTnLst>
                                </p:cTn>
                              </p:par>
                            </p:childTnLst>
                          </p:cTn>
                        </p:par>
                        <p:par>
                          <p:cTn id="53" fill="hold">
                            <p:stCondLst>
                              <p:cond delay="2000"/>
                            </p:stCondLst>
                            <p:childTnLst>
                              <p:par>
                                <p:cTn id="54" presetID="1" presetClass="exit" presetSubtype="0" fill="hold" nodeType="afterEffect">
                                  <p:stCondLst>
                                    <p:cond delay="0"/>
                                  </p:stCondLst>
                                  <p:childTnLst>
                                    <p:set>
                                      <p:cBhvr>
                                        <p:cTn id="55" dur="1" fill="hold">
                                          <p:stCondLst>
                                            <p:cond delay="0"/>
                                          </p:stCondLst>
                                        </p:cTn>
                                        <p:tgtEl>
                                          <p:spTgt spid="35"/>
                                        </p:tgtEl>
                                        <p:attrNameLst>
                                          <p:attrName>style.visibility</p:attrName>
                                        </p:attrNameLst>
                                      </p:cBhvr>
                                      <p:to>
                                        <p:strVal val="hidden"/>
                                      </p:to>
                                    </p:set>
                                  </p:childTnLst>
                                </p:cTn>
                              </p:par>
                              <p:par>
                                <p:cTn id="56" presetID="1" presetClass="entr" presetSubtype="0" fill="hold" nodeType="withEffect">
                                  <p:stCondLst>
                                    <p:cond delay="0"/>
                                  </p:stCondLst>
                                  <p:childTnLst>
                                    <p:set>
                                      <p:cBhvr>
                                        <p:cTn id="57"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23" grpId="2" animBg="1"/>
      <p:bldP spid="25" grpId="0" animBg="1"/>
      <p:bldP spid="25" grpId="1" animBg="1"/>
      <p:bldP spid="25" grpId="2" animBg="1"/>
      <p:bldP spid="1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53801-181C-62EA-D428-47B4C6AEBA5C}"/>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AEB2168F-CCF1-991D-5D41-6794E45BDF72}"/>
              </a:ext>
            </a:extLst>
          </p:cNvPr>
          <p:cNvSpPr/>
          <p:nvPr/>
        </p:nvSpPr>
        <p:spPr>
          <a:xfrm>
            <a:off x="331872" y="4852719"/>
            <a:ext cx="2887578"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nvGrpSpPr>
          <p:cNvPr id="3" name="Group 2">
            <a:extLst>
              <a:ext uri="{FF2B5EF4-FFF2-40B4-BE49-F238E27FC236}">
                <a16:creationId xmlns:a16="http://schemas.microsoft.com/office/drawing/2014/main" id="{BE7AF10A-8749-ED02-C9A1-C044242DF86E}"/>
              </a:ext>
            </a:extLst>
          </p:cNvPr>
          <p:cNvGrpSpPr/>
          <p:nvPr/>
        </p:nvGrpSpPr>
        <p:grpSpPr>
          <a:xfrm>
            <a:off x="331871" y="4551466"/>
            <a:ext cx="2878053" cy="1317253"/>
            <a:chOff x="331871" y="1155279"/>
            <a:chExt cx="2878053" cy="1317253"/>
          </a:xfrm>
        </p:grpSpPr>
        <p:sp>
          <p:nvSpPr>
            <p:cNvPr id="4" name="Rectangle: Rounded Corners 3">
              <a:extLst>
                <a:ext uri="{FF2B5EF4-FFF2-40B4-BE49-F238E27FC236}">
                  <a16:creationId xmlns:a16="http://schemas.microsoft.com/office/drawing/2014/main" id="{7B5338A2-686D-30BB-18B5-63EF3F6596C5}"/>
                </a:ext>
              </a:extLst>
            </p:cNvPr>
            <p:cNvSpPr/>
            <p:nvPr/>
          </p:nvSpPr>
          <p:spPr>
            <a:xfrm>
              <a:off x="331871" y="1458117"/>
              <a:ext cx="2878053"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grpSp>
          <p:nvGrpSpPr>
            <p:cNvPr id="5" name="Group 4">
              <a:extLst>
                <a:ext uri="{FF2B5EF4-FFF2-40B4-BE49-F238E27FC236}">
                  <a16:creationId xmlns:a16="http://schemas.microsoft.com/office/drawing/2014/main" id="{950DB8CB-B4FD-875C-599B-8425569DF374}"/>
                </a:ext>
              </a:extLst>
            </p:cNvPr>
            <p:cNvGrpSpPr/>
            <p:nvPr/>
          </p:nvGrpSpPr>
          <p:grpSpPr>
            <a:xfrm>
              <a:off x="2703597" y="2172494"/>
              <a:ext cx="300037" cy="300038"/>
              <a:chOff x="1234559" y="4745831"/>
              <a:chExt cx="300037" cy="300038"/>
            </a:xfrm>
          </p:grpSpPr>
          <p:sp>
            <p:nvSpPr>
              <p:cNvPr id="10" name="Rectangle 9">
                <a:extLst>
                  <a:ext uri="{FF2B5EF4-FFF2-40B4-BE49-F238E27FC236}">
                    <a16:creationId xmlns:a16="http://schemas.microsoft.com/office/drawing/2014/main" id="{B5D38F50-4A25-6EAB-7923-41DB1D98A019}"/>
                  </a:ext>
                </a:extLst>
              </p:cNvPr>
              <p:cNvSpPr/>
              <p:nvPr/>
            </p:nvSpPr>
            <p:spPr>
              <a:xfrm>
                <a:off x="1234559" y="4745832"/>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1" name="Oval 10">
                <a:extLst>
                  <a:ext uri="{FF2B5EF4-FFF2-40B4-BE49-F238E27FC236}">
                    <a16:creationId xmlns:a16="http://schemas.microsoft.com/office/drawing/2014/main" id="{05D8C4FE-D54C-08BC-483B-4244657ED434}"/>
                  </a:ext>
                </a:extLst>
              </p:cNvPr>
              <p:cNvSpPr/>
              <p:nvPr/>
            </p:nvSpPr>
            <p:spPr>
              <a:xfrm>
                <a:off x="1234559" y="4745831"/>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7" name="Group 6">
              <a:extLst>
                <a:ext uri="{FF2B5EF4-FFF2-40B4-BE49-F238E27FC236}">
                  <a16:creationId xmlns:a16="http://schemas.microsoft.com/office/drawing/2014/main" id="{66A325DC-CDE0-8FBB-6D92-28EB1D05733E}"/>
                </a:ext>
              </a:extLst>
            </p:cNvPr>
            <p:cNvGrpSpPr/>
            <p:nvPr/>
          </p:nvGrpSpPr>
          <p:grpSpPr>
            <a:xfrm rot="5400000">
              <a:off x="2702405" y="1156469"/>
              <a:ext cx="302418" cy="300038"/>
              <a:chOff x="1232178" y="4745831"/>
              <a:chExt cx="302418" cy="300038"/>
            </a:xfrm>
          </p:grpSpPr>
          <p:sp>
            <p:nvSpPr>
              <p:cNvPr id="8" name="Rectangle 7">
                <a:extLst>
                  <a:ext uri="{FF2B5EF4-FFF2-40B4-BE49-F238E27FC236}">
                    <a16:creationId xmlns:a16="http://schemas.microsoft.com/office/drawing/2014/main" id="{2425D525-B12F-74B8-60B2-577ED90947A1}"/>
                  </a:ext>
                </a:extLst>
              </p:cNvPr>
              <p:cNvSpPr/>
              <p:nvPr/>
            </p:nvSpPr>
            <p:spPr>
              <a:xfrm>
                <a:off x="1234559" y="4745832"/>
                <a:ext cx="300037" cy="300037"/>
              </a:xfrm>
              <a:prstGeom prst="rect">
                <a:avLst/>
              </a:prstGeom>
              <a:gradFill flip="none" rotWithShape="1">
                <a:gsLst>
                  <a:gs pos="68000">
                    <a:schemeClr val="bg1"/>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9" name="Oval 8">
                <a:extLst>
                  <a:ext uri="{FF2B5EF4-FFF2-40B4-BE49-F238E27FC236}">
                    <a16:creationId xmlns:a16="http://schemas.microsoft.com/office/drawing/2014/main" id="{0FA986B0-374B-C6A1-450D-6DDC6C985610}"/>
                  </a:ext>
                </a:extLst>
              </p:cNvPr>
              <p:cNvSpPr/>
              <p:nvPr/>
            </p:nvSpPr>
            <p:spPr>
              <a:xfrm>
                <a:off x="1232178" y="4745831"/>
                <a:ext cx="300036" cy="300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grpSp>
      </p:grpSp>
      <p:sp>
        <p:nvSpPr>
          <p:cNvPr id="2" name="TextBox 1">
            <a:extLst>
              <a:ext uri="{FF2B5EF4-FFF2-40B4-BE49-F238E27FC236}">
                <a16:creationId xmlns:a16="http://schemas.microsoft.com/office/drawing/2014/main" id="{0BF92EDD-8888-E08D-FA4D-6A5E72D683AA}"/>
              </a:ext>
            </a:extLst>
          </p:cNvPr>
          <p:cNvSpPr txBox="1"/>
          <p:nvPr/>
        </p:nvSpPr>
        <p:spPr>
          <a:xfrm>
            <a:off x="440111" y="376344"/>
            <a:ext cx="2563522" cy="5997476"/>
          </a:xfrm>
          <a:prstGeom prst="rect">
            <a:avLst/>
          </a:prstGeom>
          <a:noFill/>
        </p:spPr>
        <p:txBody>
          <a:bodyPr wrap="none" rtlCol="0">
            <a:spAutoFit/>
          </a:bodyPr>
          <a:lstStyle/>
          <a:p>
            <a:pPr>
              <a:lnSpc>
                <a:spcPct val="200000"/>
              </a:lnSpc>
            </a:pPr>
            <a:r>
              <a:rPr lang="en-CA" sz="2800" dirty="0">
                <a:solidFill>
                  <a:schemeClr val="tx1">
                    <a:lumMod val="25000"/>
                    <a:lumOff val="75000"/>
                  </a:schemeClr>
                </a:solidFill>
                <a:latin typeface="Kumbh Sans" pitchFamily="2" charset="0"/>
                <a:cs typeface="Kumbh Sans" pitchFamily="2" charset="0"/>
              </a:rPr>
              <a:t>Adestria</a:t>
            </a:r>
          </a:p>
          <a:p>
            <a:pPr>
              <a:lnSpc>
                <a:spcPct val="200000"/>
              </a:lnSpc>
            </a:pPr>
            <a:r>
              <a:rPr lang="en-CA" sz="2800" dirty="0">
                <a:latin typeface="Kumbh Sans" pitchFamily="2" charset="0"/>
                <a:cs typeface="Kumbh Sans" pitchFamily="2" charset="0"/>
              </a:rPr>
              <a:t>Project</a:t>
            </a:r>
          </a:p>
          <a:p>
            <a:pPr>
              <a:lnSpc>
                <a:spcPct val="200000"/>
              </a:lnSpc>
            </a:pPr>
            <a:r>
              <a:rPr lang="en-CA" sz="2800" dirty="0">
                <a:solidFill>
                  <a:schemeClr val="tx1">
                    <a:lumMod val="25000"/>
                    <a:lumOff val="75000"/>
                  </a:schemeClr>
                </a:solidFill>
                <a:latin typeface="Kumbh Sans" pitchFamily="2" charset="0"/>
                <a:cs typeface="Kumbh Sans" pitchFamily="2" charset="0"/>
              </a:rPr>
              <a:t>    Existing </a:t>
            </a:r>
          </a:p>
          <a:p>
            <a:r>
              <a:rPr lang="en-CA" sz="2800" dirty="0">
                <a:solidFill>
                  <a:schemeClr val="tx1">
                    <a:lumMod val="25000"/>
                    <a:lumOff val="75000"/>
                  </a:schemeClr>
                </a:solidFill>
                <a:latin typeface="Kumbh Sans" pitchFamily="2" charset="0"/>
                <a:cs typeface="Kumbh Sans" pitchFamily="2" charset="0"/>
              </a:rPr>
              <a:t>    Solutions</a:t>
            </a:r>
          </a:p>
          <a:p>
            <a:pPr>
              <a:lnSpc>
                <a:spcPct val="200000"/>
              </a:lnSpc>
            </a:pPr>
            <a:r>
              <a:rPr lang="en-CA" sz="2800" dirty="0">
                <a:solidFill>
                  <a:schemeClr val="tx1">
                    <a:lumMod val="25000"/>
                    <a:lumOff val="75000"/>
                  </a:schemeClr>
                </a:solidFill>
                <a:latin typeface="Kumbh Sans" pitchFamily="2" charset="0"/>
                <a:cs typeface="Kumbh Sans" pitchFamily="2" charset="0"/>
              </a:rPr>
              <a:t>    Custom</a:t>
            </a:r>
          </a:p>
          <a:p>
            <a:r>
              <a:rPr lang="en-CA" sz="2800" dirty="0">
                <a:solidFill>
                  <a:schemeClr val="tx1">
                    <a:lumMod val="25000"/>
                    <a:lumOff val="75000"/>
                  </a:schemeClr>
                </a:solidFill>
                <a:latin typeface="Kumbh Sans" pitchFamily="2" charset="0"/>
                <a:cs typeface="Kumbh Sans" pitchFamily="2" charset="0"/>
              </a:rPr>
              <a:t>    Solution</a:t>
            </a:r>
          </a:p>
          <a:p>
            <a:pPr>
              <a:lnSpc>
                <a:spcPct val="200000"/>
              </a:lnSpc>
            </a:pPr>
            <a:r>
              <a:rPr lang="en-CA" sz="2800" dirty="0">
                <a:latin typeface="Kumbh Sans" pitchFamily="2" charset="0"/>
                <a:cs typeface="Kumbh Sans" pitchFamily="2" charset="0"/>
              </a:rPr>
              <a:t>    Comparison</a:t>
            </a:r>
          </a:p>
          <a:p>
            <a:pPr>
              <a:lnSpc>
                <a:spcPct val="200000"/>
              </a:lnSpc>
            </a:pPr>
            <a:r>
              <a:rPr lang="en-CA" sz="2800" dirty="0">
                <a:solidFill>
                  <a:schemeClr val="tx1">
                    <a:lumMod val="25000"/>
                    <a:lumOff val="75000"/>
                  </a:schemeClr>
                </a:solidFill>
                <a:latin typeface="Kumbh Sans" pitchFamily="2" charset="0"/>
                <a:cs typeface="Kumbh Sans" pitchFamily="2" charset="0"/>
              </a:rPr>
              <a:t>Q &amp; A</a:t>
            </a:r>
          </a:p>
        </p:txBody>
      </p:sp>
      <p:sp>
        <p:nvSpPr>
          <p:cNvPr id="13" name="Rectangle: Rounded Corners 12">
            <a:extLst>
              <a:ext uri="{FF2B5EF4-FFF2-40B4-BE49-F238E27FC236}">
                <a16:creationId xmlns:a16="http://schemas.microsoft.com/office/drawing/2014/main" id="{DEF5A2AF-EC07-834B-96C9-F52BF5B58A31}"/>
              </a:ext>
            </a:extLst>
          </p:cNvPr>
          <p:cNvSpPr/>
          <p:nvPr/>
        </p:nvSpPr>
        <p:spPr>
          <a:xfrm>
            <a:off x="3003634" y="585785"/>
            <a:ext cx="8559716" cy="5686427"/>
          </a:xfrm>
          <a:prstGeom prst="roundRect">
            <a:avLst>
              <a:gd name="adj" fmla="val 2513"/>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5" name="TextBox 14">
            <a:extLst>
              <a:ext uri="{FF2B5EF4-FFF2-40B4-BE49-F238E27FC236}">
                <a16:creationId xmlns:a16="http://schemas.microsoft.com/office/drawing/2014/main" id="{32AA332A-1FE7-6F8E-7382-0C05C5898DEB}"/>
              </a:ext>
            </a:extLst>
          </p:cNvPr>
          <p:cNvSpPr txBox="1"/>
          <p:nvPr/>
        </p:nvSpPr>
        <p:spPr>
          <a:xfrm>
            <a:off x="440111" y="376344"/>
            <a:ext cx="1192955" cy="2550378"/>
          </a:xfrm>
          <a:prstGeom prst="rect">
            <a:avLst/>
          </a:prstGeom>
          <a:noFill/>
        </p:spPr>
        <p:txBody>
          <a:bodyPr wrap="none" rtlCol="0">
            <a:spAutoFit/>
          </a:bodyPr>
          <a:lstStyle/>
          <a:p>
            <a:pPr>
              <a:lnSpc>
                <a:spcPct val="200000"/>
              </a:lnSpc>
            </a:pPr>
            <a:endParaRPr lang="en-CA" sz="2800" dirty="0">
              <a:solidFill>
                <a:schemeClr val="tx1">
                  <a:lumMod val="25000"/>
                  <a:lumOff val="75000"/>
                </a:schemeClr>
              </a:solidFill>
              <a:latin typeface="Kumbh Sans" pitchFamily="2" charset="0"/>
              <a:cs typeface="Kumbh Sans" pitchFamily="2" charset="0"/>
            </a:endParaRPr>
          </a:p>
          <a:p>
            <a:pPr>
              <a:lnSpc>
                <a:spcPct val="200000"/>
              </a:lnSpc>
            </a:pPr>
            <a:endParaRPr lang="en-CA" sz="2800" dirty="0">
              <a:solidFill>
                <a:schemeClr val="tx1">
                  <a:lumMod val="25000"/>
                  <a:lumOff val="75000"/>
                </a:schemeClr>
              </a:solidFill>
              <a:latin typeface="Kumbh Sans" pitchFamily="2" charset="0"/>
              <a:cs typeface="Kumbh Sans" pitchFamily="2" charset="0"/>
            </a:endParaRPr>
          </a:p>
          <a:p>
            <a:pPr>
              <a:lnSpc>
                <a:spcPct val="200000"/>
              </a:lnSpc>
            </a:pPr>
            <a:r>
              <a:rPr lang="en-CA" sz="2800" dirty="0">
                <a:solidFill>
                  <a:schemeClr val="tx1">
                    <a:lumMod val="25000"/>
                    <a:lumOff val="75000"/>
                  </a:schemeClr>
                </a:solidFill>
                <a:latin typeface="Kumbh Sans" pitchFamily="2" charset="0"/>
                <a:cs typeface="Kumbh Sans" pitchFamily="2" charset="0"/>
              </a:rPr>
              <a:t>Q &amp; A</a:t>
            </a:r>
          </a:p>
        </p:txBody>
      </p:sp>
      <p:graphicFrame>
        <p:nvGraphicFramePr>
          <p:cNvPr id="12" name="Table 11">
            <a:extLst>
              <a:ext uri="{FF2B5EF4-FFF2-40B4-BE49-F238E27FC236}">
                <a16:creationId xmlns:a16="http://schemas.microsoft.com/office/drawing/2014/main" id="{4EA28A9B-DEE4-9522-F85B-D6250351F83E}"/>
              </a:ext>
            </a:extLst>
          </p:cNvPr>
          <p:cNvGraphicFramePr>
            <a:graphicFrameLocks noGrp="1"/>
          </p:cNvGraphicFramePr>
          <p:nvPr>
            <p:extLst>
              <p:ext uri="{D42A27DB-BD31-4B8C-83A1-F6EECF244321}">
                <p14:modId xmlns:p14="http://schemas.microsoft.com/office/powerpoint/2010/main" val="2658859036"/>
              </p:ext>
            </p:extLst>
          </p:nvPr>
        </p:nvGraphicFramePr>
        <p:xfrm>
          <a:off x="3327687" y="903829"/>
          <a:ext cx="7909388" cy="5084700"/>
        </p:xfrm>
        <a:graphic>
          <a:graphicData uri="http://schemas.openxmlformats.org/drawingml/2006/table">
            <a:tbl>
              <a:tblPr firstRow="1" firstCol="1" bandRow="1">
                <a:tableStyleId>{5C22544A-7EE6-4342-B048-85BDC9FD1C3A}</a:tableStyleId>
              </a:tblPr>
              <a:tblGrid>
                <a:gridCol w="1977347">
                  <a:extLst>
                    <a:ext uri="{9D8B030D-6E8A-4147-A177-3AD203B41FA5}">
                      <a16:colId xmlns:a16="http://schemas.microsoft.com/office/drawing/2014/main" val="2865666471"/>
                    </a:ext>
                  </a:extLst>
                </a:gridCol>
                <a:gridCol w="1977347">
                  <a:extLst>
                    <a:ext uri="{9D8B030D-6E8A-4147-A177-3AD203B41FA5}">
                      <a16:colId xmlns:a16="http://schemas.microsoft.com/office/drawing/2014/main" val="2777421771"/>
                    </a:ext>
                  </a:extLst>
                </a:gridCol>
                <a:gridCol w="1977347">
                  <a:extLst>
                    <a:ext uri="{9D8B030D-6E8A-4147-A177-3AD203B41FA5}">
                      <a16:colId xmlns:a16="http://schemas.microsoft.com/office/drawing/2014/main" val="2325820587"/>
                    </a:ext>
                  </a:extLst>
                </a:gridCol>
                <a:gridCol w="1977347">
                  <a:extLst>
                    <a:ext uri="{9D8B030D-6E8A-4147-A177-3AD203B41FA5}">
                      <a16:colId xmlns:a16="http://schemas.microsoft.com/office/drawing/2014/main" val="2931780734"/>
                    </a:ext>
                  </a:extLst>
                </a:gridCol>
              </a:tblGrid>
              <a:tr h="847450">
                <a:tc>
                  <a:txBody>
                    <a:bodyPr/>
                    <a:lstStyle/>
                    <a:p>
                      <a:endParaRPr lang="en-CA" b="0" dirty="0">
                        <a:latin typeface="Kumbh Sans SemiBold" pitchFamily="2" charset="0"/>
                        <a:cs typeface="Kumbh Sans SemiBold" pitchFamily="2" charset="0"/>
                      </a:endParaRPr>
                    </a:p>
                  </a:txBody>
                  <a:tcP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a:r>
                        <a:rPr lang="en-CA" b="0" dirty="0" err="1">
                          <a:latin typeface="Kumbh Sans SemiBold" pitchFamily="2" charset="0"/>
                          <a:cs typeface="Kumbh Sans SemiBold" pitchFamily="2" charset="0"/>
                        </a:rPr>
                        <a:t>MasterControl</a:t>
                      </a:r>
                      <a:endParaRPr lang="en-CA" b="0" dirty="0">
                        <a:latin typeface="Kumbh Sans SemiBold" pitchFamily="2" charset="0"/>
                        <a:cs typeface="Kumbh Sans SemiBold" pitchFamily="2"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2626"/>
                    </a:solidFill>
                  </a:tcPr>
                </a:tc>
                <a:tc>
                  <a:txBody>
                    <a:bodyPr/>
                    <a:lstStyle/>
                    <a:p>
                      <a:pPr algn="ctr"/>
                      <a:r>
                        <a:rPr lang="en-CA" b="0" dirty="0" err="1">
                          <a:latin typeface="Kumbh Sans SemiBold" pitchFamily="2" charset="0"/>
                          <a:cs typeface="Kumbh Sans SemiBold" pitchFamily="2" charset="0"/>
                        </a:rPr>
                        <a:t>Mitti</a:t>
                      </a:r>
                      <a:endParaRPr lang="en-CA" b="0" dirty="0">
                        <a:latin typeface="Kumbh Sans SemiBold" pitchFamily="2" charset="0"/>
                        <a:cs typeface="Kumbh Sans SemiBold"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2626"/>
                    </a:solidFill>
                  </a:tcPr>
                </a:tc>
                <a:tc>
                  <a:txBody>
                    <a:bodyPr/>
                    <a:lstStyle/>
                    <a:p>
                      <a:pPr algn="ctr"/>
                      <a:r>
                        <a:rPr lang="en-CA" b="0" dirty="0">
                          <a:latin typeface="Kumbh Sans SemiBold" pitchFamily="2" charset="0"/>
                          <a:cs typeface="Kumbh Sans SemiBold" pitchFamily="2" charset="0"/>
                        </a:rPr>
                        <a:t>NCR Manager</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2626"/>
                    </a:solidFill>
                  </a:tcPr>
                </a:tc>
                <a:extLst>
                  <a:ext uri="{0D108BD9-81ED-4DB2-BD59-A6C34878D82A}">
                    <a16:rowId xmlns:a16="http://schemas.microsoft.com/office/drawing/2014/main" val="1640465104"/>
                  </a:ext>
                </a:extLst>
              </a:tr>
              <a:tr h="847450">
                <a:tc>
                  <a:txBody>
                    <a:bodyPr/>
                    <a:lstStyle/>
                    <a:p>
                      <a:pPr algn="ctr"/>
                      <a:r>
                        <a:rPr lang="en-CA" b="0" dirty="0">
                          <a:latin typeface="Kumbh Sans SemiBold" pitchFamily="2" charset="0"/>
                          <a:cs typeface="Kumbh Sans SemiBold" pitchFamily="2" charset="0"/>
                        </a:rPr>
                        <a:t>Setup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2626"/>
                    </a:solidFill>
                  </a:tcPr>
                </a:tc>
                <a:tc>
                  <a:txBody>
                    <a:bodyPr/>
                    <a:lstStyle/>
                    <a:p>
                      <a:pPr algn="ctr"/>
                      <a:r>
                        <a:rPr lang="en-CA" b="0" dirty="0">
                          <a:latin typeface="Kumbh Sans SemiBold" pitchFamily="2" charset="0"/>
                          <a:cs typeface="Kumbh Sans SemiBold" pitchFamily="2" charset="0"/>
                        </a:rPr>
                        <a:t>1 – 3 Months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b="0" dirty="0">
                          <a:latin typeface="Kumbh Sans SemiBold" pitchFamily="2" charset="0"/>
                          <a:cs typeface="Kumbh Sans SemiBold" pitchFamily="2" charset="0"/>
                        </a:rPr>
                        <a:t>8 Weeks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b="0" dirty="0">
                          <a:latin typeface="Kumbh Sans SemiBold" pitchFamily="2" charset="0"/>
                          <a:cs typeface="Kumbh Sans SemiBold" pitchFamily="2" charset="0"/>
                        </a:rPr>
                        <a:t>4 - 5 Weeks</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09590519"/>
                  </a:ext>
                </a:extLst>
              </a:tr>
              <a:tr h="847450">
                <a:tc>
                  <a:txBody>
                    <a:bodyPr/>
                    <a:lstStyle/>
                    <a:p>
                      <a:pPr algn="ctr"/>
                      <a:r>
                        <a:rPr lang="en-CA" b="0" dirty="0">
                          <a:latin typeface="Kumbh Sans SemiBold" pitchFamily="2" charset="0"/>
                          <a:cs typeface="Kumbh Sans SemiBold" pitchFamily="2" charset="0"/>
                        </a:rPr>
                        <a:t>Training Time</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2626"/>
                    </a:solidFill>
                  </a:tcPr>
                </a:tc>
                <a:tc>
                  <a:txBody>
                    <a:bodyPr/>
                    <a:lstStyle/>
                    <a:p>
                      <a:pPr algn="ctr"/>
                      <a:r>
                        <a:rPr lang="en-CA" b="0" dirty="0">
                          <a:latin typeface="Kumbh Sans SemiBold" pitchFamily="2" charset="0"/>
                          <a:cs typeface="Kumbh Sans SemiBold" pitchFamily="2" charset="0"/>
                        </a:rPr>
                        <a:t>1 Month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b="0" dirty="0">
                          <a:latin typeface="Kumbh Sans SemiBold" pitchFamily="2" charset="0"/>
                          <a:cs typeface="Kumbh Sans SemiBold" pitchFamily="2" charset="0"/>
                        </a:rPr>
                        <a:t>1 Month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b="0" dirty="0">
                          <a:latin typeface="Kumbh Sans SemiBold" pitchFamily="2" charset="0"/>
                          <a:cs typeface="Kumbh Sans SemiBold" pitchFamily="2" charset="0"/>
                        </a:rPr>
                        <a:t>1 Month</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90215160"/>
                  </a:ext>
                </a:extLst>
              </a:tr>
              <a:tr h="847450">
                <a:tc>
                  <a:txBody>
                    <a:bodyPr/>
                    <a:lstStyle/>
                    <a:p>
                      <a:pPr algn="ctr"/>
                      <a:r>
                        <a:rPr lang="en-CA" b="0" dirty="0">
                          <a:latin typeface="Kumbh Sans SemiBold" pitchFamily="2" charset="0"/>
                          <a:cs typeface="Kumbh Sans SemiBold" pitchFamily="2" charset="0"/>
                        </a:rPr>
                        <a:t>Optional AI</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2626"/>
                    </a:solidFill>
                  </a:tcPr>
                </a:tc>
                <a:tc>
                  <a:txBody>
                    <a:bodyPr/>
                    <a:lstStyle/>
                    <a:p>
                      <a:pPr algn="ctr"/>
                      <a:r>
                        <a:rPr lang="en-CA" b="0" dirty="0">
                          <a:solidFill>
                            <a:schemeClr val="accent1">
                              <a:lumMod val="60000"/>
                              <a:lumOff val="40000"/>
                            </a:schemeClr>
                          </a:solidFill>
                          <a:latin typeface="Kumbh Sans SemiBold" pitchFamily="2" charset="0"/>
                          <a:cs typeface="Kumbh Sans SemiBold" pitchFamily="2" charset="0"/>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b="0" dirty="0">
                          <a:solidFill>
                            <a:schemeClr val="accent1">
                              <a:lumMod val="60000"/>
                              <a:lumOff val="40000"/>
                            </a:schemeClr>
                          </a:solidFill>
                          <a:latin typeface="Kumbh Sans SemiBold" pitchFamily="2" charset="0"/>
                          <a:cs typeface="Kumbh Sans SemiBold" pitchFamily="2" charset="0"/>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b="0" dirty="0">
                          <a:solidFill>
                            <a:schemeClr val="accent6"/>
                          </a:solidFill>
                          <a:latin typeface="Kumbh Sans SemiBold" pitchFamily="2" charset="0"/>
                          <a:cs typeface="Kumbh Sans SemiBold" pitchFamily="2" charset="0"/>
                        </a:rPr>
                        <a:t>Yes</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10981149"/>
                  </a:ext>
                </a:extLst>
              </a:tr>
              <a:tr h="847450">
                <a:tc>
                  <a:txBody>
                    <a:bodyPr/>
                    <a:lstStyle/>
                    <a:p>
                      <a:pPr algn="ctr"/>
                      <a:r>
                        <a:rPr lang="en-CA" b="0" dirty="0">
                          <a:latin typeface="Kumbh Sans SemiBold" pitchFamily="2" charset="0"/>
                          <a:cs typeface="Kumbh Sans SemiBold" pitchFamily="2" charset="0"/>
                        </a:rPr>
                        <a:t>Your Data</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2626"/>
                    </a:solidFill>
                  </a:tcPr>
                </a:tc>
                <a:tc>
                  <a:txBody>
                    <a:bodyPr/>
                    <a:lstStyle/>
                    <a:p>
                      <a:pPr algn="ctr"/>
                      <a:r>
                        <a:rPr lang="en-CA" b="0" dirty="0">
                          <a:solidFill>
                            <a:schemeClr val="accent1">
                              <a:lumMod val="60000"/>
                              <a:lumOff val="40000"/>
                            </a:schemeClr>
                          </a:solidFill>
                          <a:latin typeface="Kumbh Sans SemiBold" pitchFamily="2" charset="0"/>
                          <a:cs typeface="Kumbh Sans SemiBold" pitchFamily="2" charset="0"/>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b="0" dirty="0">
                          <a:solidFill>
                            <a:schemeClr val="accent1">
                              <a:lumMod val="60000"/>
                              <a:lumOff val="40000"/>
                            </a:schemeClr>
                          </a:solidFill>
                          <a:latin typeface="Kumbh Sans SemiBold" pitchFamily="2" charset="0"/>
                          <a:cs typeface="Kumbh Sans SemiBold" pitchFamily="2" charset="0"/>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b="0" dirty="0">
                          <a:solidFill>
                            <a:schemeClr val="accent6"/>
                          </a:solidFill>
                          <a:latin typeface="Kumbh Sans SemiBold" pitchFamily="2" charset="0"/>
                          <a:cs typeface="Kumbh Sans SemiBold" pitchFamily="2" charset="0"/>
                        </a:rPr>
                        <a:t>Yes</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80239047"/>
                  </a:ext>
                </a:extLst>
              </a:tr>
              <a:tr h="847450">
                <a:tc>
                  <a:txBody>
                    <a:bodyPr/>
                    <a:lstStyle/>
                    <a:p>
                      <a:pPr algn="ctr"/>
                      <a:r>
                        <a:rPr lang="en-CA" b="0" dirty="0">
                          <a:latin typeface="Kumbh Sans SemiBold" pitchFamily="2" charset="0"/>
                          <a:cs typeface="Kumbh Sans SemiBold" pitchFamily="2" charset="0"/>
                        </a:rPr>
                        <a:t>Price</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62626"/>
                    </a:solidFill>
                  </a:tcPr>
                </a:tc>
                <a:tc>
                  <a:txBody>
                    <a:bodyPr/>
                    <a:lstStyle/>
                    <a:p>
                      <a:pPr algn="ctr"/>
                      <a:r>
                        <a:rPr lang="en-CA" b="0" dirty="0">
                          <a:latin typeface="Kumbh Sans SemiBold" pitchFamily="2" charset="0"/>
                          <a:cs typeface="Kumbh Sans SemiBold" pitchFamily="2" charset="0"/>
                        </a:rPr>
                        <a:t>$25,000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b="0" dirty="0">
                          <a:latin typeface="Kumbh Sans SemiBold" pitchFamily="2" charset="0"/>
                          <a:cs typeface="Kumbh Sans SemiBold" pitchFamily="2" charset="0"/>
                        </a:rPr>
                        <a:t>$1,728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b="0" dirty="0">
                          <a:latin typeface="Kumbh Sans SemiBold" pitchFamily="2" charset="0"/>
                          <a:cs typeface="Kumbh Sans SemiBold" pitchFamily="2" charset="0"/>
                        </a:rPr>
                        <a:t>$500</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57803159"/>
                  </a:ext>
                </a:extLst>
              </a:tr>
            </a:tbl>
          </a:graphicData>
        </a:graphic>
      </p:graphicFrame>
      <p:sp>
        <p:nvSpPr>
          <p:cNvPr id="14" name="Rectangle: Rounded Corners 13">
            <a:extLst>
              <a:ext uri="{FF2B5EF4-FFF2-40B4-BE49-F238E27FC236}">
                <a16:creationId xmlns:a16="http://schemas.microsoft.com/office/drawing/2014/main" id="{C17AF362-55B9-E251-DA4C-B1B90BE410D5}"/>
              </a:ext>
            </a:extLst>
          </p:cNvPr>
          <p:cNvSpPr/>
          <p:nvPr/>
        </p:nvSpPr>
        <p:spPr>
          <a:xfrm>
            <a:off x="3327687" y="903829"/>
            <a:ext cx="7909388" cy="5084700"/>
          </a:xfrm>
          <a:prstGeom prst="roundRect">
            <a:avLst>
              <a:gd name="adj" fmla="val 2218"/>
            </a:avLst>
          </a:prstGeom>
          <a:noFill/>
          <a:ln w="98425">
            <a:solidFill>
              <a:schemeClr val="bg1">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nvGrpSpPr>
          <p:cNvPr id="21" name="Group 20">
            <a:extLst>
              <a:ext uri="{FF2B5EF4-FFF2-40B4-BE49-F238E27FC236}">
                <a16:creationId xmlns:a16="http://schemas.microsoft.com/office/drawing/2014/main" id="{CA4660AA-A901-F356-66D2-BB4340166212}"/>
              </a:ext>
            </a:extLst>
          </p:cNvPr>
          <p:cNvGrpSpPr/>
          <p:nvPr/>
        </p:nvGrpSpPr>
        <p:grpSpPr>
          <a:xfrm rot="16200000">
            <a:off x="3379354" y="1751940"/>
            <a:ext cx="107815" cy="107816"/>
            <a:chOff x="1234559" y="4745831"/>
            <a:chExt cx="300037" cy="300038"/>
          </a:xfrm>
        </p:grpSpPr>
        <p:sp>
          <p:nvSpPr>
            <p:cNvPr id="22" name="Rectangle 21">
              <a:extLst>
                <a:ext uri="{FF2B5EF4-FFF2-40B4-BE49-F238E27FC236}">
                  <a16:creationId xmlns:a16="http://schemas.microsoft.com/office/drawing/2014/main" id="{AB64591E-8C56-D5C9-EA8C-04751014FDBE}"/>
                </a:ext>
              </a:extLst>
            </p:cNvPr>
            <p:cNvSpPr/>
            <p:nvPr/>
          </p:nvSpPr>
          <p:spPr>
            <a:xfrm>
              <a:off x="1234559" y="4745832"/>
              <a:ext cx="300037" cy="300037"/>
            </a:xfrm>
            <a:prstGeom prst="rect">
              <a:avLst/>
            </a:prstGeom>
            <a:gradFill flip="none" rotWithShape="1">
              <a:gsLst>
                <a:gs pos="68000">
                  <a:srgbClr val="862626"/>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3" name="Oval 22">
              <a:extLst>
                <a:ext uri="{FF2B5EF4-FFF2-40B4-BE49-F238E27FC236}">
                  <a16:creationId xmlns:a16="http://schemas.microsoft.com/office/drawing/2014/main" id="{0B419270-CE93-8037-0E26-C784FCBB621B}"/>
                </a:ext>
              </a:extLst>
            </p:cNvPr>
            <p:cNvSpPr/>
            <p:nvPr/>
          </p:nvSpPr>
          <p:spPr>
            <a:xfrm>
              <a:off x="1234559" y="4745831"/>
              <a:ext cx="300036" cy="300037"/>
            </a:xfrm>
            <a:prstGeom prst="ellipse">
              <a:avLst/>
            </a:prstGeom>
            <a:solidFill>
              <a:srgbClr val="8626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grpSp>
      <p:grpSp>
        <p:nvGrpSpPr>
          <p:cNvPr id="24" name="Group 23">
            <a:extLst>
              <a:ext uri="{FF2B5EF4-FFF2-40B4-BE49-F238E27FC236}">
                <a16:creationId xmlns:a16="http://schemas.microsoft.com/office/drawing/2014/main" id="{3D49DB04-D837-3156-26C9-27EE2CDB945C}"/>
              </a:ext>
            </a:extLst>
          </p:cNvPr>
          <p:cNvGrpSpPr/>
          <p:nvPr/>
        </p:nvGrpSpPr>
        <p:grpSpPr>
          <a:xfrm rot="16200000">
            <a:off x="5305787" y="956601"/>
            <a:ext cx="107815" cy="107816"/>
            <a:chOff x="1234559" y="4745831"/>
            <a:chExt cx="300037" cy="300038"/>
          </a:xfrm>
        </p:grpSpPr>
        <p:sp>
          <p:nvSpPr>
            <p:cNvPr id="25" name="Rectangle 24">
              <a:extLst>
                <a:ext uri="{FF2B5EF4-FFF2-40B4-BE49-F238E27FC236}">
                  <a16:creationId xmlns:a16="http://schemas.microsoft.com/office/drawing/2014/main" id="{8CA9AB95-392F-9E16-7B5C-A9B0063D4122}"/>
                </a:ext>
              </a:extLst>
            </p:cNvPr>
            <p:cNvSpPr/>
            <p:nvPr/>
          </p:nvSpPr>
          <p:spPr>
            <a:xfrm>
              <a:off x="1234559" y="4745832"/>
              <a:ext cx="300037" cy="300037"/>
            </a:xfrm>
            <a:prstGeom prst="rect">
              <a:avLst/>
            </a:prstGeom>
            <a:gradFill flip="none" rotWithShape="1">
              <a:gsLst>
                <a:gs pos="68000">
                  <a:srgbClr val="862626"/>
                </a:gs>
                <a:gs pos="83000">
                  <a:schemeClr val="bg1">
                    <a:lumMod val="9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6" name="Oval 25">
              <a:extLst>
                <a:ext uri="{FF2B5EF4-FFF2-40B4-BE49-F238E27FC236}">
                  <a16:creationId xmlns:a16="http://schemas.microsoft.com/office/drawing/2014/main" id="{AE688C10-1140-8767-AC84-0E995361DB7B}"/>
                </a:ext>
              </a:extLst>
            </p:cNvPr>
            <p:cNvSpPr/>
            <p:nvPr/>
          </p:nvSpPr>
          <p:spPr>
            <a:xfrm>
              <a:off x="1234559" y="4745831"/>
              <a:ext cx="300036" cy="300037"/>
            </a:xfrm>
            <a:prstGeom prst="ellipse">
              <a:avLst/>
            </a:prstGeom>
            <a:solidFill>
              <a:srgbClr val="8626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grpSp>
      <p:grpSp>
        <p:nvGrpSpPr>
          <p:cNvPr id="27" name="Group 26">
            <a:extLst>
              <a:ext uri="{FF2B5EF4-FFF2-40B4-BE49-F238E27FC236}">
                <a16:creationId xmlns:a16="http://schemas.microsoft.com/office/drawing/2014/main" id="{137F756D-F9F5-CA00-E05F-C082BE4D1A4E}"/>
              </a:ext>
            </a:extLst>
          </p:cNvPr>
          <p:cNvGrpSpPr/>
          <p:nvPr/>
        </p:nvGrpSpPr>
        <p:grpSpPr>
          <a:xfrm rot="5400000">
            <a:off x="5197970" y="1644125"/>
            <a:ext cx="107815" cy="107816"/>
            <a:chOff x="1234559" y="4745831"/>
            <a:chExt cx="300037" cy="300038"/>
          </a:xfrm>
        </p:grpSpPr>
        <p:sp>
          <p:nvSpPr>
            <p:cNvPr id="28" name="Rectangle 27">
              <a:extLst>
                <a:ext uri="{FF2B5EF4-FFF2-40B4-BE49-F238E27FC236}">
                  <a16:creationId xmlns:a16="http://schemas.microsoft.com/office/drawing/2014/main" id="{8C558603-1603-E865-26CD-DB322E05F719}"/>
                </a:ext>
              </a:extLst>
            </p:cNvPr>
            <p:cNvSpPr/>
            <p:nvPr/>
          </p:nvSpPr>
          <p:spPr>
            <a:xfrm>
              <a:off x="1234559" y="4745831"/>
              <a:ext cx="300037" cy="300038"/>
            </a:xfrm>
            <a:prstGeom prst="rect">
              <a:avLst/>
            </a:prstGeom>
            <a:gradFill flip="none" rotWithShape="1">
              <a:gsLst>
                <a:gs pos="68000">
                  <a:schemeClr val="bg1">
                    <a:lumMod val="90000"/>
                  </a:schemeClr>
                </a:gs>
                <a:gs pos="83000">
                  <a:srgbClr val="86262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9" name="Oval 28">
              <a:extLst>
                <a:ext uri="{FF2B5EF4-FFF2-40B4-BE49-F238E27FC236}">
                  <a16:creationId xmlns:a16="http://schemas.microsoft.com/office/drawing/2014/main" id="{1C56E9A2-F368-A01D-7640-70A145EAEAD4}"/>
                </a:ext>
              </a:extLst>
            </p:cNvPr>
            <p:cNvSpPr/>
            <p:nvPr/>
          </p:nvSpPr>
          <p:spPr>
            <a:xfrm>
              <a:off x="1234559" y="4745831"/>
              <a:ext cx="300037" cy="300038"/>
            </a:xfrm>
            <a:prstGeom prst="ellipse">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grpSp>
      <p:sp>
        <p:nvSpPr>
          <p:cNvPr id="17" name="Rectangle: Rounded Corners 16">
            <a:extLst>
              <a:ext uri="{FF2B5EF4-FFF2-40B4-BE49-F238E27FC236}">
                <a16:creationId xmlns:a16="http://schemas.microsoft.com/office/drawing/2014/main" id="{0566E6FD-1225-A001-B1DE-97A48C17A76C}"/>
              </a:ext>
            </a:extLst>
          </p:cNvPr>
          <p:cNvSpPr/>
          <p:nvPr/>
        </p:nvSpPr>
        <p:spPr>
          <a:xfrm>
            <a:off x="3003634" y="585784"/>
            <a:ext cx="8559716" cy="5686427"/>
          </a:xfrm>
          <a:prstGeom prst="roundRect">
            <a:avLst>
              <a:gd name="adj" fmla="val 2513"/>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1179066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0" presetClass="exit" presetSubtype="0" fill="hold" grpId="1" nodeType="withEffect">
                                  <p:stCondLst>
                                    <p:cond delay="0"/>
                                  </p:stCondLst>
                                  <p:childTnLst>
                                    <p:animEffect transition="out" filter="fade">
                                      <p:cBhvr>
                                        <p:cTn id="12" dur="500"/>
                                        <p:tgtEl>
                                          <p:spTgt spid="17"/>
                                        </p:tgtEl>
                                      </p:cBhvr>
                                    </p:animEffect>
                                    <p:set>
                                      <p:cBhvr>
                                        <p:cTn id="13" dur="1" fill="hold">
                                          <p:stCondLst>
                                            <p:cond delay="499"/>
                                          </p:stCondLst>
                                        </p:cTn>
                                        <p:tgtEl>
                                          <p:spTgt spid="17"/>
                                        </p:tgtEl>
                                        <p:attrNameLst>
                                          <p:attrName>style.visibility</p:attrName>
                                        </p:attrNameLst>
                                      </p:cBhvr>
                                      <p:to>
                                        <p:strVal val="hidden"/>
                                      </p:to>
                                    </p:set>
                                  </p:childTnLst>
                                </p:cTn>
                              </p:par>
                              <p:par>
                                <p:cTn id="14" presetID="1" presetClass="exit"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500"/>
                                        <p:tgtEl>
                                          <p:spTgt spid="3"/>
                                        </p:tgtEl>
                                      </p:cBhvr>
                                    </p:animEffect>
                                    <p:set>
                                      <p:cBhvr>
                                        <p:cTn id="18" dur="1" fill="hold">
                                          <p:stCondLst>
                                            <p:cond delay="499"/>
                                          </p:stCondLst>
                                        </p:cTn>
                                        <p:tgtEl>
                                          <p:spTgt spid="3"/>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21"/>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27"/>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24"/>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12"/>
                                        </p:tgtEl>
                                        <p:attrNameLst>
                                          <p:attrName>style.visibility</p:attrName>
                                        </p:attrNameLst>
                                      </p:cBhvr>
                                      <p:to>
                                        <p:strVal val="hidden"/>
                                      </p:to>
                                    </p:set>
                                  </p:childTnLst>
                                </p:cTn>
                              </p:par>
                              <p:par>
                                <p:cTn id="27" presetID="1" presetClass="exit"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hidden"/>
                                      </p:to>
                                    </p:set>
                                  </p:childTnLst>
                                </p:cTn>
                              </p:par>
                              <p:par>
                                <p:cTn id="29" presetID="10" presetClass="exit" presetSubtype="0" fill="hold" nodeType="withEffect">
                                  <p:stCondLst>
                                    <p:cond delay="0"/>
                                  </p:stCondLst>
                                  <p:childTnLst>
                                    <p:animEffect transition="out" filter="fade">
                                      <p:cBhvr>
                                        <p:cTn id="30" dur="500"/>
                                        <p:tgtEl>
                                          <p:spTgt spid="3"/>
                                        </p:tgtEl>
                                      </p:cBhvr>
                                    </p:animEffect>
                                    <p:set>
                                      <p:cBhvr>
                                        <p:cTn id="31" dur="1" fill="hold">
                                          <p:stCondLst>
                                            <p:cond delay="499"/>
                                          </p:stCondLst>
                                        </p:cTn>
                                        <p:tgtEl>
                                          <p:spTgt spid="3"/>
                                        </p:tgtEl>
                                        <p:attrNameLst>
                                          <p:attrName>style.visibility</p:attrName>
                                        </p:attrNameLst>
                                      </p:cBhvr>
                                      <p:to>
                                        <p:strVal val="hidden"/>
                                      </p:to>
                                    </p:set>
                                  </p:childTnLst>
                                </p:cTn>
                              </p:par>
                              <p:par>
                                <p:cTn id="32" presetID="42" presetClass="path" presetSubtype="0" accel="50000" decel="50000" fill="hold" grpId="1" nodeType="withEffect">
                                  <p:stCondLst>
                                    <p:cond delay="300"/>
                                  </p:stCondLst>
                                  <p:childTnLst>
                                    <p:animMotion origin="layout" path="M -2.91667E-6 -2.22222E-6 L -2.91667E-6 -0.37662 " pathEditMode="relative" rAng="0" ptsTypes="AA">
                                      <p:cBhvr>
                                        <p:cTn id="33" dur="1700" fill="hold"/>
                                        <p:tgtEl>
                                          <p:spTgt spid="6"/>
                                        </p:tgtEl>
                                        <p:attrNameLst>
                                          <p:attrName>ppt_x</p:attrName>
                                          <p:attrName>ppt_y</p:attrName>
                                        </p:attrNameLst>
                                      </p:cBhvr>
                                      <p:rCtr x="0" y="-18843"/>
                                    </p:animMotion>
                                  </p:childTnLst>
                                </p:cTn>
                              </p:par>
                              <p:par>
                                <p:cTn id="34" presetID="22" presetClass="exit" presetSubtype="4" fill="hold" nodeType="withEffect">
                                  <p:stCondLst>
                                    <p:cond delay="500"/>
                                  </p:stCondLst>
                                  <p:childTnLst>
                                    <p:animEffect transition="out" filter="wipe(down)">
                                      <p:cBhvr>
                                        <p:cTn id="35" dur="300"/>
                                        <p:tgtEl>
                                          <p:spTgt spid="2">
                                            <p:txEl>
                                              <p:pRg st="6" end="6"/>
                                            </p:txEl>
                                          </p:spTgt>
                                        </p:tgtEl>
                                      </p:cBhvr>
                                    </p:animEffect>
                                    <p:set>
                                      <p:cBhvr>
                                        <p:cTn id="36" dur="1" fill="hold">
                                          <p:stCondLst>
                                            <p:cond delay="299"/>
                                          </p:stCondLst>
                                        </p:cTn>
                                        <p:tgtEl>
                                          <p:spTgt spid="2">
                                            <p:txEl>
                                              <p:pRg st="6" end="6"/>
                                            </p:txEl>
                                          </p:spTgt>
                                        </p:tgtEl>
                                        <p:attrNameLst>
                                          <p:attrName>style.visibility</p:attrName>
                                        </p:attrNameLst>
                                      </p:cBhvr>
                                      <p:to>
                                        <p:strVal val="hidden"/>
                                      </p:to>
                                    </p:set>
                                  </p:childTnLst>
                                </p:cTn>
                              </p:par>
                              <p:par>
                                <p:cTn id="37" presetID="22" presetClass="exit" presetSubtype="4" fill="hold" nodeType="withEffect">
                                  <p:stCondLst>
                                    <p:cond delay="700"/>
                                  </p:stCondLst>
                                  <p:childTnLst>
                                    <p:animEffect transition="out" filter="wipe(down)">
                                      <p:cBhvr>
                                        <p:cTn id="38" dur="300"/>
                                        <p:tgtEl>
                                          <p:spTgt spid="2">
                                            <p:txEl>
                                              <p:pRg st="5" end="5"/>
                                            </p:txEl>
                                          </p:spTgt>
                                        </p:tgtEl>
                                      </p:cBhvr>
                                    </p:animEffect>
                                    <p:set>
                                      <p:cBhvr>
                                        <p:cTn id="39" dur="1" fill="hold">
                                          <p:stCondLst>
                                            <p:cond delay="299"/>
                                          </p:stCondLst>
                                        </p:cTn>
                                        <p:tgtEl>
                                          <p:spTgt spid="2">
                                            <p:txEl>
                                              <p:pRg st="5" end="5"/>
                                            </p:txEl>
                                          </p:spTgt>
                                        </p:tgtEl>
                                        <p:attrNameLst>
                                          <p:attrName>style.visibility</p:attrName>
                                        </p:attrNameLst>
                                      </p:cBhvr>
                                      <p:to>
                                        <p:strVal val="hidden"/>
                                      </p:to>
                                    </p:set>
                                  </p:childTnLst>
                                </p:cTn>
                              </p:par>
                              <p:par>
                                <p:cTn id="40" presetID="22" presetClass="exit" presetSubtype="4" fill="hold" nodeType="withEffect">
                                  <p:stCondLst>
                                    <p:cond delay="1000"/>
                                  </p:stCondLst>
                                  <p:childTnLst>
                                    <p:animEffect transition="out" filter="wipe(down)">
                                      <p:cBhvr>
                                        <p:cTn id="41" dur="300"/>
                                        <p:tgtEl>
                                          <p:spTgt spid="2">
                                            <p:txEl>
                                              <p:pRg st="4" end="4"/>
                                            </p:txEl>
                                          </p:spTgt>
                                        </p:tgtEl>
                                      </p:cBhvr>
                                    </p:animEffect>
                                    <p:set>
                                      <p:cBhvr>
                                        <p:cTn id="42" dur="1" fill="hold">
                                          <p:stCondLst>
                                            <p:cond delay="299"/>
                                          </p:stCondLst>
                                        </p:cTn>
                                        <p:tgtEl>
                                          <p:spTgt spid="2">
                                            <p:txEl>
                                              <p:pRg st="4" end="4"/>
                                            </p:txEl>
                                          </p:spTgt>
                                        </p:tgtEl>
                                        <p:attrNameLst>
                                          <p:attrName>style.visibility</p:attrName>
                                        </p:attrNameLst>
                                      </p:cBhvr>
                                      <p:to>
                                        <p:strVal val="hidden"/>
                                      </p:to>
                                    </p:set>
                                  </p:childTnLst>
                                </p:cTn>
                              </p:par>
                              <p:par>
                                <p:cTn id="43" presetID="22" presetClass="exit" presetSubtype="4" fill="hold" nodeType="withEffect">
                                  <p:stCondLst>
                                    <p:cond delay="1200"/>
                                  </p:stCondLst>
                                  <p:childTnLst>
                                    <p:animEffect transition="out" filter="wipe(down)">
                                      <p:cBhvr>
                                        <p:cTn id="44" dur="300"/>
                                        <p:tgtEl>
                                          <p:spTgt spid="2">
                                            <p:txEl>
                                              <p:pRg st="3" end="3"/>
                                            </p:txEl>
                                          </p:spTgt>
                                        </p:tgtEl>
                                      </p:cBhvr>
                                    </p:animEffect>
                                    <p:set>
                                      <p:cBhvr>
                                        <p:cTn id="45" dur="1" fill="hold">
                                          <p:stCondLst>
                                            <p:cond delay="299"/>
                                          </p:stCondLst>
                                        </p:cTn>
                                        <p:tgtEl>
                                          <p:spTgt spid="2">
                                            <p:txEl>
                                              <p:pRg st="3" end="3"/>
                                            </p:txEl>
                                          </p:spTgt>
                                        </p:tgtEl>
                                        <p:attrNameLst>
                                          <p:attrName>style.visibility</p:attrName>
                                        </p:attrNameLst>
                                      </p:cBhvr>
                                      <p:to>
                                        <p:strVal val="hidden"/>
                                      </p:to>
                                    </p:set>
                                  </p:childTnLst>
                                </p:cTn>
                              </p:par>
                              <p:par>
                                <p:cTn id="46" presetID="22" presetClass="exit" presetSubtype="4" fill="hold" nodeType="withEffect">
                                  <p:stCondLst>
                                    <p:cond delay="1400"/>
                                  </p:stCondLst>
                                  <p:childTnLst>
                                    <p:animEffect transition="out" filter="wipe(down)">
                                      <p:cBhvr>
                                        <p:cTn id="47" dur="300"/>
                                        <p:tgtEl>
                                          <p:spTgt spid="2">
                                            <p:txEl>
                                              <p:pRg st="2" end="2"/>
                                            </p:txEl>
                                          </p:spTgt>
                                        </p:tgtEl>
                                      </p:cBhvr>
                                    </p:animEffect>
                                    <p:set>
                                      <p:cBhvr>
                                        <p:cTn id="48" dur="1" fill="hold">
                                          <p:stCondLst>
                                            <p:cond delay="299"/>
                                          </p:stCondLst>
                                        </p:cTn>
                                        <p:tgtEl>
                                          <p:spTgt spid="2">
                                            <p:txEl>
                                              <p:pRg st="2" end="2"/>
                                            </p:txEl>
                                          </p:spTgt>
                                        </p:tgtEl>
                                        <p:attrNameLst>
                                          <p:attrName>style.visibility</p:attrName>
                                        </p:attrNameLst>
                                      </p:cBhvr>
                                      <p:to>
                                        <p:strVal val="hidden"/>
                                      </p:to>
                                    </p:set>
                                  </p:childTnLst>
                                </p:cTn>
                              </p:par>
                              <p:par>
                                <p:cTn id="49" presetID="2" presetClass="entr" presetSubtype="4" decel="100000" fill="hold" nodeType="withEffect">
                                  <p:stCondLst>
                                    <p:cond delay="700"/>
                                  </p:stCondLst>
                                  <p:childTnLst>
                                    <p:set>
                                      <p:cBhvr>
                                        <p:cTn id="50" dur="1" fill="hold">
                                          <p:stCondLst>
                                            <p:cond delay="0"/>
                                          </p:stCondLst>
                                        </p:cTn>
                                        <p:tgtEl>
                                          <p:spTgt spid="15">
                                            <p:txEl>
                                              <p:pRg st="2" end="2"/>
                                            </p:txEl>
                                          </p:spTgt>
                                        </p:tgtEl>
                                        <p:attrNameLst>
                                          <p:attrName>style.visibility</p:attrName>
                                        </p:attrNameLst>
                                      </p:cBhvr>
                                      <p:to>
                                        <p:strVal val="visible"/>
                                      </p:to>
                                    </p:set>
                                    <p:anim calcmode="lin" valueType="num">
                                      <p:cBhvr additive="base">
                                        <p:cTn id="51" dur="1400" fill="hold"/>
                                        <p:tgtEl>
                                          <p:spTgt spid="15">
                                            <p:txEl>
                                              <p:pRg st="2" end="2"/>
                                            </p:txEl>
                                          </p:spTgt>
                                        </p:tgtEl>
                                        <p:attrNameLst>
                                          <p:attrName>ppt_x</p:attrName>
                                        </p:attrNameLst>
                                      </p:cBhvr>
                                      <p:tavLst>
                                        <p:tav tm="0">
                                          <p:val>
                                            <p:strVal val="#ppt_x"/>
                                          </p:val>
                                        </p:tav>
                                        <p:tav tm="100000">
                                          <p:val>
                                            <p:strVal val="#ppt_x"/>
                                          </p:val>
                                        </p:tav>
                                      </p:tavLst>
                                    </p:anim>
                                    <p:anim calcmode="lin" valueType="num">
                                      <p:cBhvr additive="base">
                                        <p:cTn id="52" dur="1400" fill="hold"/>
                                        <p:tgtEl>
                                          <p:spTgt spid="15">
                                            <p:txEl>
                                              <p:pRg st="2" end="2"/>
                                            </p:txEl>
                                          </p:spTgt>
                                        </p:tgtEl>
                                        <p:attrNameLst>
                                          <p:attrName>ppt_y</p:attrName>
                                        </p:attrNameLst>
                                      </p:cBhvr>
                                      <p:tavLst>
                                        <p:tav tm="0">
                                          <p:val>
                                            <p:strVal val="1+#ppt_h/2"/>
                                          </p:val>
                                        </p:tav>
                                        <p:tav tm="100000">
                                          <p:val>
                                            <p:strVal val="#ppt_y"/>
                                          </p:val>
                                        </p:tav>
                                      </p:tavLst>
                                    </p:anim>
                                  </p:childTnLst>
                                </p:cTn>
                              </p:par>
                              <p:par>
                                <p:cTn id="53" presetID="19" presetClass="emph" presetSubtype="0" fill="hold" nodeType="withEffect">
                                  <p:stCondLst>
                                    <p:cond delay="900"/>
                                  </p:stCondLst>
                                  <p:childTnLst>
                                    <p:animClr clrSpc="rgb" dir="cw">
                                      <p:cBhvr override="childStyle">
                                        <p:cTn id="54" dur="500" fill="hold"/>
                                        <p:tgtEl>
                                          <p:spTgt spid="2">
                                            <p:txEl>
                                              <p:pRg st="1" end="1"/>
                                            </p:txEl>
                                          </p:spTgt>
                                        </p:tgtEl>
                                        <p:attrNameLst>
                                          <p:attrName>style.color</p:attrName>
                                        </p:attrNameLst>
                                      </p:cBhvr>
                                      <p:to>
                                        <a:srgbClr val="96CDF8"/>
                                      </p:to>
                                    </p:animClr>
                                    <p:animClr clrSpc="rgb" dir="cw">
                                      <p:cBhvr>
                                        <p:cTn id="55" dur="500" fill="hold"/>
                                        <p:tgtEl>
                                          <p:spTgt spid="2">
                                            <p:txEl>
                                              <p:pRg st="1" end="1"/>
                                            </p:txEl>
                                          </p:spTgt>
                                        </p:tgtEl>
                                        <p:attrNameLst>
                                          <p:attrName>fillcolor</p:attrName>
                                        </p:attrNameLst>
                                      </p:cBhvr>
                                      <p:to>
                                        <a:srgbClr val="96CDF8"/>
                                      </p:to>
                                    </p:animClr>
                                    <p:set>
                                      <p:cBhvr>
                                        <p:cTn id="56" dur="500" fill="hold"/>
                                        <p:tgtEl>
                                          <p:spTgt spid="2">
                                            <p:txEl>
                                              <p:pRg st="1" end="1"/>
                                            </p:txEl>
                                          </p:spTgt>
                                        </p:tgtEl>
                                        <p:attrNameLst>
                                          <p:attrName>fill.type</p:attrName>
                                        </p:attrNameLst>
                                      </p:cBhvr>
                                      <p:to>
                                        <p:strVal val="solid"/>
                                      </p:to>
                                    </p:set>
                                    <p:set>
                                      <p:cBhvr>
                                        <p:cTn id="57" dur="500" fill="hold"/>
                                        <p:tgtEl>
                                          <p:spTgt spid="2">
                                            <p:txEl>
                                              <p:pRg st="1" end="1"/>
                                            </p:txEl>
                                          </p:spTgt>
                                        </p:tgtEl>
                                        <p:attrNameLst>
                                          <p:attrName>fill.on</p:attrName>
                                        </p:attrNameLst>
                                      </p:cBhvr>
                                      <p:to>
                                        <p:strVal val="true"/>
                                      </p:to>
                                    </p:set>
                                  </p:childTnLst>
                                </p:cTn>
                              </p:par>
                              <p:par>
                                <p:cTn id="58" presetID="1" presetClass="exit" presetSubtype="0" fill="hold" nodeType="withEffect">
                                  <p:stCondLst>
                                    <p:cond delay="900"/>
                                  </p:stCondLst>
                                  <p:childTnLst>
                                    <p:set>
                                      <p:cBhvr>
                                        <p:cTn id="59" dur="1" fill="hold">
                                          <p:stCondLst>
                                            <p:cond delay="0"/>
                                          </p:stCondLst>
                                        </p:cTn>
                                        <p:tgtEl>
                                          <p:spTgt spid="2">
                                            <p:txEl>
                                              <p:pRg st="7" end="7"/>
                                            </p:txEl>
                                          </p:spTgt>
                                        </p:tgtEl>
                                        <p:attrNameLst>
                                          <p:attrName>style.visibility</p:attrName>
                                        </p:attrNameLst>
                                      </p:cBhvr>
                                      <p:to>
                                        <p:strVal val="hidden"/>
                                      </p:to>
                                    </p:set>
                                  </p:childTnLst>
                                </p:cTn>
                              </p:par>
                              <p:par>
                                <p:cTn id="60" presetID="19" presetClass="emph" presetSubtype="0" fill="hold" nodeType="withEffect">
                                  <p:stCondLst>
                                    <p:cond delay="1200"/>
                                  </p:stCondLst>
                                  <p:childTnLst>
                                    <p:animClr clrSpc="rgb" dir="cw">
                                      <p:cBhvr override="childStyle">
                                        <p:cTn id="61" dur="500" fill="hold"/>
                                        <p:tgtEl>
                                          <p:spTgt spid="15">
                                            <p:txEl>
                                              <p:pRg st="2" end="2"/>
                                            </p:txEl>
                                          </p:spTgt>
                                        </p:tgtEl>
                                        <p:attrNameLst>
                                          <p:attrName>style.color</p:attrName>
                                        </p:attrNameLst>
                                      </p:cBhvr>
                                      <p:to>
                                        <a:schemeClr val="accent2"/>
                                      </p:to>
                                    </p:animClr>
                                    <p:animClr clrSpc="rgb" dir="cw">
                                      <p:cBhvr>
                                        <p:cTn id="62" dur="500" fill="hold"/>
                                        <p:tgtEl>
                                          <p:spTgt spid="15">
                                            <p:txEl>
                                              <p:pRg st="2" end="2"/>
                                            </p:txEl>
                                          </p:spTgt>
                                        </p:tgtEl>
                                        <p:attrNameLst>
                                          <p:attrName>fillcolor</p:attrName>
                                        </p:attrNameLst>
                                      </p:cBhvr>
                                      <p:to>
                                        <a:schemeClr val="accent2"/>
                                      </p:to>
                                    </p:animClr>
                                    <p:set>
                                      <p:cBhvr>
                                        <p:cTn id="63" dur="500" fill="hold"/>
                                        <p:tgtEl>
                                          <p:spTgt spid="15">
                                            <p:txEl>
                                              <p:pRg st="2" end="2"/>
                                            </p:txEl>
                                          </p:spTgt>
                                        </p:tgtEl>
                                        <p:attrNameLst>
                                          <p:attrName>fill.type</p:attrName>
                                        </p:attrNameLst>
                                      </p:cBhvr>
                                      <p:to>
                                        <p:strVal val="solid"/>
                                      </p:to>
                                    </p:set>
                                    <p:set>
                                      <p:cBhvr>
                                        <p:cTn id="64" dur="500" fill="hold"/>
                                        <p:tgtEl>
                                          <p:spTgt spid="15">
                                            <p:txEl>
                                              <p:pRg st="2" end="2"/>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13" grpId="0" animBg="1"/>
      <p:bldP spid="14" grpId="0" animBg="1"/>
      <p:bldP spid="17" grpId="0" animBg="1"/>
      <p:bldP spid="17"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AE2C6-1245-E0DC-4C07-4F3FF637473E}"/>
            </a:ext>
          </a:extLst>
        </p:cNvPr>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920A0F4F-D15B-3088-F2A1-AD48A979E786}"/>
              </a:ext>
            </a:extLst>
          </p:cNvPr>
          <p:cNvSpPr/>
          <p:nvPr/>
        </p:nvSpPr>
        <p:spPr>
          <a:xfrm>
            <a:off x="331872" y="2268332"/>
            <a:ext cx="2887578" cy="714377"/>
          </a:xfrm>
          <a:prstGeom prst="roundRect">
            <a:avLst>
              <a:gd name="adj" fmla="val 11544"/>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extBox 1">
            <a:extLst>
              <a:ext uri="{FF2B5EF4-FFF2-40B4-BE49-F238E27FC236}">
                <a16:creationId xmlns:a16="http://schemas.microsoft.com/office/drawing/2014/main" id="{0C417CA4-9EEC-ECD8-CD9E-98428D852E50}"/>
              </a:ext>
            </a:extLst>
          </p:cNvPr>
          <p:cNvSpPr txBox="1"/>
          <p:nvPr/>
        </p:nvSpPr>
        <p:spPr>
          <a:xfrm>
            <a:off x="440111" y="376344"/>
            <a:ext cx="1588897" cy="2550378"/>
          </a:xfrm>
          <a:prstGeom prst="rect">
            <a:avLst/>
          </a:prstGeom>
          <a:noFill/>
        </p:spPr>
        <p:txBody>
          <a:bodyPr wrap="none" rtlCol="0">
            <a:spAutoFit/>
          </a:bodyPr>
          <a:lstStyle/>
          <a:p>
            <a:pPr>
              <a:lnSpc>
                <a:spcPct val="200000"/>
              </a:lnSpc>
            </a:pPr>
            <a:r>
              <a:rPr lang="en-CA" sz="2800" dirty="0">
                <a:solidFill>
                  <a:schemeClr val="tx1">
                    <a:lumMod val="25000"/>
                    <a:lumOff val="75000"/>
                  </a:schemeClr>
                </a:solidFill>
                <a:latin typeface="Kumbh Sans" pitchFamily="2" charset="0"/>
                <a:cs typeface="Kumbh Sans" pitchFamily="2" charset="0"/>
              </a:rPr>
              <a:t>Adestria</a:t>
            </a:r>
          </a:p>
          <a:p>
            <a:pPr>
              <a:lnSpc>
                <a:spcPct val="200000"/>
              </a:lnSpc>
            </a:pPr>
            <a:r>
              <a:rPr lang="en-CA" sz="2800" dirty="0">
                <a:solidFill>
                  <a:schemeClr val="tx1">
                    <a:lumMod val="25000"/>
                    <a:lumOff val="75000"/>
                  </a:schemeClr>
                </a:solidFill>
                <a:latin typeface="Kumbh Sans" pitchFamily="2" charset="0"/>
                <a:cs typeface="Kumbh Sans" pitchFamily="2" charset="0"/>
              </a:rPr>
              <a:t>Project</a:t>
            </a:r>
          </a:p>
          <a:p>
            <a:pPr>
              <a:lnSpc>
                <a:spcPct val="200000"/>
              </a:lnSpc>
            </a:pPr>
            <a:r>
              <a:rPr lang="en-CA" sz="2800" dirty="0">
                <a:latin typeface="Kumbh Sans" pitchFamily="2" charset="0"/>
                <a:cs typeface="Kumbh Sans" pitchFamily="2" charset="0"/>
              </a:rPr>
              <a:t>Q &amp; A</a:t>
            </a:r>
          </a:p>
        </p:txBody>
      </p:sp>
    </p:spTree>
    <p:extLst>
      <p:ext uri="{BB962C8B-B14F-4D97-AF65-F5344CB8AC3E}">
        <p14:creationId xmlns:p14="http://schemas.microsoft.com/office/powerpoint/2010/main" val="1755182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6D546-8404-1906-1836-C08924CB8B1E}"/>
            </a:ext>
          </a:extLst>
        </p:cNvPr>
        <p:cNvGrpSpPr/>
        <p:nvPr/>
      </p:nvGrpSpPr>
      <p:grpSpPr>
        <a:xfrm>
          <a:off x="0" y="0"/>
          <a:ext cx="0" cy="0"/>
          <a:chOff x="0" y="0"/>
          <a:chExt cx="0" cy="0"/>
        </a:xfrm>
      </p:grpSpPr>
    </p:spTree>
    <p:extLst>
      <p:ext uri="{BB962C8B-B14F-4D97-AF65-F5344CB8AC3E}">
        <p14:creationId xmlns:p14="http://schemas.microsoft.com/office/powerpoint/2010/main" val="2229155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Adestria - Prog 1180">
      <a:dk1>
        <a:srgbClr val="042239"/>
      </a:dk1>
      <a:lt1>
        <a:srgbClr val="DBE9F7"/>
      </a:lt1>
      <a:dk2>
        <a:srgbClr val="021320"/>
      </a:dk2>
      <a:lt2>
        <a:srgbClr val="E8E8E8"/>
      </a:lt2>
      <a:accent1>
        <a:srgbClr val="8B130D"/>
      </a:accent1>
      <a:accent2>
        <a:srgbClr val="152B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713</TotalTime>
  <Words>755</Words>
  <Application>Microsoft Office PowerPoint</Application>
  <PresentationFormat>Widescreen</PresentationFormat>
  <Paragraphs>224</Paragraphs>
  <Slides>17</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Kumbh Sans SemiBold</vt:lpstr>
      <vt:lpstr>Kumbh Sans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Steve Mutrux</dc:creator>
  <cp:lastModifiedBy>Steve Mutrux</cp:lastModifiedBy>
  <cp:revision>1</cp:revision>
  <dcterms:created xsi:type="dcterms:W3CDTF">2026-09-15T14:42:30Z</dcterms:created>
  <dcterms:modified xsi:type="dcterms:W3CDTF">2026-09-21T10:38:34Z</dcterms:modified>
</cp:coreProperties>
</file>