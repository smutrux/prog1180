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48" d="100"/>
          <a:sy n="248" d="100"/>
        </p:scale>
        <p:origin x="3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2BEFC-CD91-AF35-819F-8B5DF7E3A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A6F00-2DC5-3F95-21B8-62F7E2D5A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E9784-A8C0-197F-8601-1E368CC4D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B982-0E6D-4C64-AE1B-DA9749EF130C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1A596E-A2D9-2DC9-F4F9-C955511C8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6DC6B-CCEA-3D24-08D9-AA51E7033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4721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31873-8AAC-17EA-20C8-BA598FDFA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5AD73-6B07-1C75-366B-2E5D498F0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9680F-6C36-4F61-71C6-CE324CE43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B982-0E6D-4C64-AE1B-DA9749EF130C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FB50A-6E51-3CE0-9D72-99DB7729D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C6A50-5609-BF47-4026-0D0DDE3D5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866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BAF86-C365-911B-C205-355EA792C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1A9AD-894B-6DB0-BE46-10074FC17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C38D7-3CFA-407C-98EF-F240EAECA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B982-0E6D-4C64-AE1B-DA9749EF130C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BC222-71D1-C91F-6388-ABD2B955F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D9E98-BF03-8B3C-13D3-21EEDA641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1557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7890-162B-E8D0-7366-3972283A4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2A7C3-ABED-5D2A-2FB5-4CFECEF338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3D290A-BA44-3428-2D24-1C4004C151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3479B-3E17-54D7-EC6C-F108E7C8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B982-0E6D-4C64-AE1B-DA9749EF130C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BB476-6D7D-E84C-9105-9DF0D92AD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23FFB-8D67-54C7-6D8E-C4D16CF7E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3250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27A2E-11AA-939C-2FA2-33D4EEB90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44AE4-B12D-353B-AC53-31B7F60F7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D5EB7-B7E0-9292-466B-D58DBC276E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9F4956-09FD-8814-DCF0-65D90853F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B8C579-179C-292A-9C30-858F2C1C96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D1372F-EE0C-10CF-3130-64E762A9B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B982-0E6D-4C64-AE1B-DA9749EF130C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C0EB03-E20D-1F15-BD7C-A89538EBD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26A8DC-A6ED-40B1-B813-4AC696FE9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1206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5D1CD-761C-E88C-B304-FB5A6E51F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0621FA-1E6C-EB90-DE89-8A18E1830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B982-0E6D-4C64-AE1B-DA9749EF130C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35AD14-B901-C4A4-C573-E171E8241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B0720-6549-5E36-BEF4-51C595ED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47271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F668C0-3B92-5EDD-E404-C795D29CB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B982-0E6D-4C64-AE1B-DA9749EF130C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996952-96D8-26C5-5C73-DAC509804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839C0-E92A-0322-797E-2F01E1960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6852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78919-E557-8BBA-9D15-F065492F0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DF94A-4038-2476-EA31-1677E7125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8A2717-8FCB-3C3C-4369-53A6FC51B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A2A1E-E9FF-4517-8CF2-FCC882B59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B982-0E6D-4C64-AE1B-DA9749EF130C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5D7AC2-095E-672C-9252-5B0C1D183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1D65CF-D9C9-56FD-1866-1D678355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4379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2D2D5-6105-DA78-7123-5E06C0060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CB73A9-8E3C-6721-0F92-E362FE6E8C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1F34C3-2E17-5FDE-0CFF-E71043E88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B73E6F-4288-4130-B521-7FB9F0ABD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B982-0E6D-4C64-AE1B-DA9749EF130C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FCB01-540B-B0AB-C045-927E6F19C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1C4E20-5410-C2CF-DB8D-DCA12F349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0637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CED9C-4087-86D9-D972-8038C5166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EC19AD-5633-155C-3D2F-D7FC7EAE1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82816-8890-5EE0-5A83-C914D844D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B982-0E6D-4C64-AE1B-DA9749EF130C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28401-4676-5393-096A-C7E656F74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C980A-497B-9770-D3B0-737CE56F4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3016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EFF47-1126-66D0-658A-8A1E43EAE9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66B33-611E-503D-FBB3-06ABA27AD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A5AB1-1FD3-AEC8-87DF-034FE25F7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0B982-0E6D-4C64-AE1B-DA9749EF130C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247CC-8CA6-41A2-D59F-AEF5841F7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4A082-FAA2-4379-5F47-B6D39DCB8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9107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516B3E-7423-6308-97E7-E76EC8169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D9A16-9D58-C088-C5AD-9D140B09E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D3774-E76C-C200-E922-D6CEE57CF0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40B982-0E6D-4C64-AE1B-DA9749EF130C}" type="datetimeFigureOut">
              <a:rPr lang="en-CA" smtClean="0"/>
              <a:t>2026-09-15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1A425-A56C-6785-B157-7F999A60F1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FD452-BF70-1D1A-CDBA-590B7BEFA1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BD12DC-7D0A-4FDB-B5C2-F49215E72C9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06478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2592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Mutrux</dc:creator>
  <cp:lastModifiedBy>Steve Mutrux</cp:lastModifiedBy>
  <cp:revision>1</cp:revision>
  <dcterms:created xsi:type="dcterms:W3CDTF">2026-09-15T14:42:30Z</dcterms:created>
  <dcterms:modified xsi:type="dcterms:W3CDTF">2026-09-15T14:42:39Z</dcterms:modified>
</cp:coreProperties>
</file>